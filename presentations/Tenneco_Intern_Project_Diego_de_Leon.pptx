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90" r:id="rId4"/>
  </p:sldMasterIdLst>
  <p:notesMasterIdLst>
    <p:notesMasterId r:id="rId33"/>
  </p:notesMasterIdLst>
  <p:handoutMasterIdLst>
    <p:handoutMasterId r:id="rId34"/>
  </p:handoutMasterIdLst>
  <p:sldIdLst>
    <p:sldId id="2147483645" r:id="rId5"/>
    <p:sldId id="2147483646" r:id="rId12"/>
    <p:sldId id="2147483647" r:id="rId13"/>
    <p:sldId id="256" r:id="rId14"/>
    <p:sldId id="257" r:id="rId15"/>
    <p:sldId id="258" r:id="rId16"/>
    <p:sldId id="259" r:id="rId17"/>
    <p:sldId id="260" r:id="rId18"/>
    <p:sldId id="261" r:id="rId19"/>
    <p:sldId id="262" r:id="rId20"/>
    <p:sldId id="263" r:id="rId21"/>
    <p:sldId id="264" r:id="rId22"/>
    <p:sldId id="265" r:id="rId23"/>
    <p:sldId id="266" r:id="rId24"/>
    <p:sldId id="267" r:id="rId25"/>
    <p:sldId id="268" r:id="rId26"/>
    <p:sldId id="269" r:id="rId27"/>
    <p:sldId id="270" r:id="rId28"/>
    <p:sldId id="271" r:id="rId29"/>
    <p:sldId id="272" r:id="rId30"/>
    <p:sldId id="273" r:id="rId31"/>
  </p:sldIdLst>
  <p:sldSz cx="12192000" cy="6858000"/>
  <p:notesSz cx="7010400" cy="9296400"/>
  <p:defaultTextStyle>
    <a:lvl1pPr marL="0" algn="l" rtl="0" latinLnBrk="0">
      <a:defRPr sz="1800" kern="1200">
        <a:solidFill>
          <a:schemeClr val="tx1"/>
        </a:solidFill>
        <a:latin typeface="+mn-lt"/>
        <a:ea typeface="+mn-ea"/>
        <a:cs typeface="+mn-cs"/>
      </a:defRPr>
    </a:lvl1pPr>
    <a:lvl2pPr marL="457200" algn="l" rtl="0" latinLnBrk="0">
      <a:defRPr sz="1800" kern="1200">
        <a:solidFill>
          <a:schemeClr val="tx1"/>
        </a:solidFill>
        <a:latin typeface="+mn-lt"/>
        <a:ea typeface="+mn-ea"/>
        <a:cs typeface="+mn-cs"/>
      </a:defRPr>
    </a:lvl2pPr>
    <a:lvl3pPr marL="914400" algn="l" rtl="0" latinLnBrk="0">
      <a:defRPr sz="1800" kern="1200">
        <a:solidFill>
          <a:schemeClr val="tx1"/>
        </a:solidFill>
        <a:latin typeface="+mn-lt"/>
        <a:ea typeface="+mn-ea"/>
        <a:cs typeface="+mn-cs"/>
      </a:defRPr>
    </a:lvl3pPr>
    <a:lvl4pPr marL="1371600" algn="l" rtl="0" latinLnBrk="0">
      <a:defRPr sz="1800" kern="1200">
        <a:solidFill>
          <a:schemeClr val="tx1"/>
        </a:solidFill>
        <a:latin typeface="+mn-lt"/>
        <a:ea typeface="+mn-ea"/>
        <a:cs typeface="+mn-cs"/>
      </a:defRPr>
    </a:lvl4pPr>
    <a:lvl5pPr marL="1828800" algn="l" rtl="0" latinLnBrk="0">
      <a:defRPr sz="1800" kern="1200">
        <a:solidFill>
          <a:schemeClr val="tx1"/>
        </a:solidFill>
        <a:latin typeface="+mn-lt"/>
        <a:ea typeface="+mn-ea"/>
        <a:cs typeface="+mn-cs"/>
      </a:defRPr>
    </a:lvl5pPr>
    <a:lvl6pPr marL="2286000" algn="l" rtl="0" latinLnBrk="0">
      <a:defRPr sz="1800" kern="1200">
        <a:solidFill>
          <a:schemeClr val="tx1"/>
        </a:solidFill>
        <a:latin typeface="+mn-lt"/>
        <a:ea typeface="+mn-ea"/>
        <a:cs typeface="+mn-cs"/>
      </a:defRPr>
    </a:lvl6pPr>
    <a:lvl7pPr marL="2743200" algn="l" rtl="0" latinLnBrk="0">
      <a:defRPr sz="1800" kern="1200">
        <a:solidFill>
          <a:schemeClr val="tx1"/>
        </a:solidFill>
        <a:latin typeface="+mn-lt"/>
        <a:ea typeface="+mn-ea"/>
        <a:cs typeface="+mn-cs"/>
      </a:defRPr>
    </a:lvl7pPr>
    <a:lvl8pPr marL="3200400" algn="l" rtl="0" latinLnBrk="0">
      <a:defRPr sz="1800" kern="1200">
        <a:solidFill>
          <a:schemeClr val="tx1"/>
        </a:solidFill>
        <a:latin typeface="+mn-lt"/>
        <a:ea typeface="+mn-ea"/>
        <a:cs typeface="+mn-cs"/>
      </a:defRPr>
    </a:lvl8pPr>
    <a:lvl9pPr marL="3657600" algn="l" rtl="0" latinLnBrk="0">
      <a:defRPr sz="1800" kern="1200">
        <a:solidFill>
          <a:schemeClr val="tx1"/>
        </a:solidFill>
        <a:latin typeface="+mn-lt"/>
        <a:ea typeface="+mn-ea"/>
        <a:cs typeface="+mn-cs"/>
      </a:defRPr>
    </a:lvl9pPr>
    <a:extLst/>
  </p:defaultTextStyle>
  <p:extLst>
    <p:ext uri="{EFAFB233-063F-42B5-8137-9DF3F51BA10A}">
      <p15:sldGuideLst xmlns:p15="http://schemas.microsoft.com/office/powerpoint/2012/main">
        <p15:guide id="1" orient="horz" pos="4320" userDrawn="1">
          <p15:clr>
            <a:srgbClr val="A4A3A4"/>
          </p15:clr>
        </p15:guide>
        <p15:guide id="3" orient="horz" userDrawn="1">
          <p15:clr>
            <a:srgbClr val="A4A3A4"/>
          </p15:clr>
        </p15:guide>
        <p15:guide id="4" pos="3840">
          <p15:clr>
            <a:srgbClr val="A4A3A4"/>
          </p15:clr>
        </p15:guide>
      </p15:sldGuideLst>
    </p:ext>
    <p:ext uri="{2D200454-40CA-4A62-9FC3-DE9A4176ACB9}">
      <p15:notesGuideLst xmlns:p15="http://schemas.microsoft.com/office/powerpoint/2012/main">
        <p15:guide id="1" orient="horz" pos="2839" userDrawn="1">
          <p15:clr>
            <a:srgbClr val="A4A3A4"/>
          </p15:clr>
        </p15:guide>
        <p15:guide id="2" pos="2120" userDrawn="1">
          <p15:clr>
            <a:srgbClr val="A4A3A4"/>
          </p15:clr>
        </p15:guide>
        <p15:guide id="3" orient="horz" pos="2928" userDrawn="1">
          <p15:clr>
            <a:srgbClr val="A4A3A4"/>
          </p15:clr>
        </p15:guide>
        <p15:guide id="4" pos="2208"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95959"/>
    <a:srgbClr val="8E9CA4"/>
    <a:srgbClr val="051C2C"/>
    <a:srgbClr val="17D3C6"/>
    <a:srgbClr val="002678"/>
    <a:srgbClr val="001D34"/>
    <a:srgbClr val="0033A0"/>
    <a:srgbClr val="60EE91"/>
    <a:srgbClr val="9AF448"/>
    <a:srgbClr val="A0B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323" autoAdjust="0"/>
    <p:restoredTop sz="94660"/>
  </p:normalViewPr>
  <p:slideViewPr>
    <p:cSldViewPr snapToGrid="0">
      <p:cViewPr varScale="1">
        <p:scale>
          <a:sx n="78" d="100"/>
          <a:sy n="78" d="100"/>
        </p:scale>
        <p:origin x="499" y="62"/>
      </p:cViewPr>
      <p:guideLst>
        <p:guide orient="horz" pos="4320"/>
        <p:guide orient="horz"/>
        <p:guide pos="3840"/>
      </p:guideLst>
    </p:cSldViewPr>
  </p:slideViewPr>
  <p:notesTextViewPr>
    <p:cViewPr>
      <p:scale>
        <a:sx n="1" d="1"/>
        <a:sy n="1" d="1"/>
      </p:scale>
      <p:origin x="0" y="0"/>
    </p:cViewPr>
  </p:notesTextViewPr>
  <p:notesViewPr>
    <p:cSldViewPr snapToGrid="0">
      <p:cViewPr varScale="1">
        <p:scale>
          <a:sx n="72" d="100"/>
          <a:sy n="72" d="100"/>
        </p:scale>
        <p:origin x="2974" y="31"/>
      </p:cViewPr>
      <p:guideLst>
        <p:guide orient="horz" pos="2839"/>
        <p:guide pos="2120"/>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3" Type="http://schemas.openxmlformats.org/officeDocument/2006/relationships/notesMaster" Target="notesMasters/notesMaster1.xml"/><Relationship Id="rId34" Type="http://schemas.openxmlformats.org/officeDocument/2006/relationships/handoutMaster" Target="handoutMasters/handout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2" y="8"/>
            <a:ext cx="3038476" cy="466724"/>
          </a:xfrm>
          <a:prstGeom prst="rect">
            <a:avLst/>
          </a:prstGeom>
        </p:spPr>
        <p:txBody>
          <a:bodyPr vert="horz" lIns="91272" tIns="45639" rIns="91272" bIns="45639" rtlCol="0"/>
          <a:lstStyle>
            <a:lvl1pPr algn="l">
              <a:defRPr sz="1200"/>
            </a:lvl1pPr>
          </a:lstStyle>
          <a:p>
            <a:endParaRPr lang="en-US"/>
          </a:p>
        </p:txBody>
      </p:sp>
      <p:sp>
        <p:nvSpPr>
          <p:cNvPr id="3" name="Date Placeholder 2"/>
          <p:cNvSpPr>
            <a:spLocks noGrp="1"/>
          </p:cNvSpPr>
          <p:nvPr>
            <p:ph type="dt" sz="quarter" idx="1"/>
          </p:nvPr>
        </p:nvSpPr>
        <p:spPr>
          <a:xfrm>
            <a:off x="3970347" y="8"/>
            <a:ext cx="3038476" cy="466724"/>
          </a:xfrm>
          <a:prstGeom prst="rect">
            <a:avLst/>
          </a:prstGeom>
        </p:spPr>
        <p:txBody>
          <a:bodyPr vert="horz" lIns="91272" tIns="45639" rIns="91272" bIns="45639" rtlCol="0"/>
          <a:lstStyle>
            <a:lvl1pPr algn="r">
              <a:defRPr sz="1200"/>
            </a:lvl1pPr>
          </a:lstStyle>
          <a:p>
            <a:fld id="{833996CD-14A4-4580-8179-96CA8C9E6455}" type="datetimeFigureOut">
              <a:rPr lang="en-US" smtClean="0"/>
              <a:t>9/11/2026</a:t>
            </a:fld>
            <a:endParaRPr lang="en-US"/>
          </a:p>
        </p:txBody>
      </p:sp>
      <p:sp>
        <p:nvSpPr>
          <p:cNvPr id="4" name="Footer Placeholder 3"/>
          <p:cNvSpPr>
            <a:spLocks noGrp="1"/>
          </p:cNvSpPr>
          <p:nvPr>
            <p:ph type="ftr" sz="quarter" idx="2"/>
          </p:nvPr>
        </p:nvSpPr>
        <p:spPr>
          <a:xfrm>
            <a:off x="12" y="8829687"/>
            <a:ext cx="3038476" cy="466724"/>
          </a:xfrm>
          <a:prstGeom prst="rect">
            <a:avLst/>
          </a:prstGeom>
        </p:spPr>
        <p:txBody>
          <a:bodyPr vert="horz" lIns="91272" tIns="45639" rIns="91272" bIns="45639" rtlCol="0" anchor="b"/>
          <a:lstStyle>
            <a:lvl1pPr algn="l">
              <a:defRPr sz="1200"/>
            </a:lvl1pPr>
          </a:lstStyle>
          <a:p>
            <a:endParaRPr lang="en-US"/>
          </a:p>
        </p:txBody>
      </p:sp>
      <p:sp>
        <p:nvSpPr>
          <p:cNvPr id="5" name="Slide Number Placeholder 4"/>
          <p:cNvSpPr>
            <a:spLocks noGrp="1"/>
          </p:cNvSpPr>
          <p:nvPr>
            <p:ph type="sldNum" sz="quarter" idx="3"/>
          </p:nvPr>
        </p:nvSpPr>
        <p:spPr>
          <a:xfrm>
            <a:off x="3970347" y="8829687"/>
            <a:ext cx="3038476" cy="466724"/>
          </a:xfrm>
          <a:prstGeom prst="rect">
            <a:avLst/>
          </a:prstGeom>
        </p:spPr>
        <p:txBody>
          <a:bodyPr vert="horz" lIns="91272" tIns="45639" rIns="91272" bIns="45639" rtlCol="0" anchor="b"/>
          <a:lstStyle>
            <a:lvl1pPr algn="r">
              <a:defRPr sz="1200"/>
            </a:lvl1pPr>
          </a:lstStyle>
          <a:p>
            <a:fld id="{525AA254-D7DE-46F6-A698-B477C991BF74}" type="slidenum">
              <a:rPr lang="en-US" smtClean="0"/>
              <a:t>‹#›</a:t>
            </a:fld>
            <a:endParaRPr lang="en-US"/>
          </a:p>
        </p:txBody>
      </p:sp>
    </p:spTree>
    <p:extLst>
      <p:ext uri="{BB962C8B-B14F-4D97-AF65-F5344CB8AC3E}">
        <p14:creationId xmlns:p14="http://schemas.microsoft.com/office/powerpoint/2010/main" val="136693848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2" y="37"/>
            <a:ext cx="3037842" cy="464821"/>
          </a:xfrm>
          <a:prstGeom prst="rect">
            <a:avLst/>
          </a:prstGeom>
        </p:spPr>
        <p:txBody>
          <a:bodyPr vert="horz" lIns="91741" tIns="45863" rIns="91741" bIns="45863" rtlCol="0"/>
          <a:lstStyle>
            <a:lvl1pPr algn="l">
              <a:defRPr sz="1200"/>
            </a:lvl1pPr>
            <a:extLst/>
          </a:lstStyle>
          <a:p>
            <a:endParaRPr lang="en-US"/>
          </a:p>
        </p:txBody>
      </p:sp>
      <p:sp>
        <p:nvSpPr>
          <p:cNvPr id="3" name="Date Placeholder 2"/>
          <p:cNvSpPr>
            <a:spLocks noGrp="1"/>
          </p:cNvSpPr>
          <p:nvPr>
            <p:ph type="dt" idx="1"/>
          </p:nvPr>
        </p:nvSpPr>
        <p:spPr>
          <a:xfrm>
            <a:off x="3970964" y="37"/>
            <a:ext cx="3037842" cy="464821"/>
          </a:xfrm>
          <a:prstGeom prst="rect">
            <a:avLst/>
          </a:prstGeom>
        </p:spPr>
        <p:txBody>
          <a:bodyPr vert="horz" lIns="91741" tIns="45863" rIns="91741" bIns="45863" rtlCol="0"/>
          <a:lstStyle>
            <a:lvl1pPr algn="r">
              <a:defRPr sz="1200"/>
            </a:lvl1pPr>
            <a:extLst/>
          </a:lstStyle>
          <a:p>
            <a:fld id="{A8ADFD5B-A66C-449C-B6E8-FB716D07777D}" type="datetimeFigureOut">
              <a:rPr lang="en-US" smtClean="0"/>
              <a:pPr/>
              <a:t>9/11/2026</a:t>
            </a:fld>
            <a:endParaRPr lang="en-US"/>
          </a:p>
        </p:txBody>
      </p:sp>
      <p:sp>
        <p:nvSpPr>
          <p:cNvPr id="4" name="Slide Image Placeholder 3"/>
          <p:cNvSpPr>
            <a:spLocks noGrp="1" noRot="1" noChangeAspect="1"/>
          </p:cNvSpPr>
          <p:nvPr>
            <p:ph type="sldImg" idx="2"/>
          </p:nvPr>
        </p:nvSpPr>
        <p:spPr>
          <a:xfrm>
            <a:off x="403225" y="693738"/>
            <a:ext cx="6203950" cy="3489325"/>
          </a:xfrm>
          <a:prstGeom prst="rect">
            <a:avLst/>
          </a:prstGeom>
          <a:noFill/>
          <a:ln w="12700">
            <a:solidFill>
              <a:prstClr val="black"/>
            </a:solidFill>
          </a:ln>
        </p:spPr>
        <p:txBody>
          <a:bodyPr vert="horz" lIns="91741" tIns="45863" rIns="91741" bIns="45863" rtlCol="0" anchor="ctr"/>
          <a:lstStyle/>
          <a:p>
            <a:endParaRPr lang="en-US"/>
          </a:p>
        </p:txBody>
      </p:sp>
      <p:sp>
        <p:nvSpPr>
          <p:cNvPr id="5" name="Notes Placeholder 4"/>
          <p:cNvSpPr>
            <a:spLocks noGrp="1"/>
          </p:cNvSpPr>
          <p:nvPr>
            <p:ph type="body" sz="quarter" idx="3"/>
          </p:nvPr>
        </p:nvSpPr>
        <p:spPr>
          <a:xfrm>
            <a:off x="701042" y="4415808"/>
            <a:ext cx="5608320" cy="4183381"/>
          </a:xfrm>
          <a:prstGeom prst="rect">
            <a:avLst/>
          </a:prstGeom>
        </p:spPr>
        <p:txBody>
          <a:bodyPr vert="horz" lIns="91741" tIns="45863" rIns="91741" bIns="45863"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2" y="8829989"/>
            <a:ext cx="3037842" cy="464821"/>
          </a:xfrm>
          <a:prstGeom prst="rect">
            <a:avLst/>
          </a:prstGeom>
        </p:spPr>
        <p:txBody>
          <a:bodyPr vert="horz" lIns="91741" tIns="45863" rIns="91741" bIns="45863" rtlCol="0" anchor="b"/>
          <a:lstStyle>
            <a:lvl1pPr algn="l">
              <a:defRPr sz="1200"/>
            </a:lvl1pPr>
            <a:extLst/>
          </a:lstStyle>
          <a:p>
            <a:endParaRPr lang="en-US"/>
          </a:p>
        </p:txBody>
      </p:sp>
      <p:sp>
        <p:nvSpPr>
          <p:cNvPr id="7" name="Slide Number Placeholder 6"/>
          <p:cNvSpPr>
            <a:spLocks noGrp="1"/>
          </p:cNvSpPr>
          <p:nvPr>
            <p:ph type="sldNum" sz="quarter" idx="5"/>
          </p:nvPr>
        </p:nvSpPr>
        <p:spPr>
          <a:xfrm>
            <a:off x="3970964" y="8829989"/>
            <a:ext cx="3037842" cy="464821"/>
          </a:xfrm>
          <a:prstGeom prst="rect">
            <a:avLst/>
          </a:prstGeom>
        </p:spPr>
        <p:txBody>
          <a:bodyPr vert="horz" lIns="91741" tIns="45863" rIns="91741" bIns="45863" rtlCol="0" anchor="b"/>
          <a:lstStyle>
            <a:lvl1pPr algn="r">
              <a:defRPr sz="1200"/>
            </a:lvl1pPr>
            <a:extLst/>
          </a:lstStyle>
          <a:p>
            <a:fld id="{CA5D3BF3-D352-46FC-8343-31F56E6730EA}" type="slidenum">
              <a:rPr lang="en-US" smtClean="0"/>
              <a:pPr/>
              <a:t>‹#›</a:t>
            </a:fld>
            <a:endParaRPr lang="en-US"/>
          </a:p>
        </p:txBody>
      </p:sp>
    </p:spTree>
    <p:extLst>
      <p:ext uri="{BB962C8B-B14F-4D97-AF65-F5344CB8AC3E}">
        <p14:creationId xmlns:p14="http://schemas.microsoft.com/office/powerpoint/2010/main" val="105482043"/>
      </p:ext>
    </p:extLst>
  </p:cSld>
  <p:clrMap bg1="lt1" tx1="dk1" bg2="lt2" tx2="dk2" accent1="accent1" accent2="accent2" accent3="accent3" accent4="accent4" accent5="accent5" accent6="accent6" hlink="hlink" folHlink="folHlink"/>
  <p:notesStyle>
    <a:lvl1pPr marL="0" algn="l" rtl="0">
      <a:defRPr sz="1200" kern="1200">
        <a:solidFill>
          <a:schemeClr val="tx1"/>
        </a:solidFill>
        <a:latin typeface="+mn-lt"/>
        <a:ea typeface="+mn-ea"/>
        <a:cs typeface="+mn-cs"/>
      </a:defRPr>
    </a:lvl1pPr>
    <a:lvl2pPr marL="457200" algn="l" rtl="0">
      <a:defRPr sz="1200" kern="1200">
        <a:solidFill>
          <a:schemeClr val="tx1"/>
        </a:solidFill>
        <a:latin typeface="+mn-lt"/>
        <a:ea typeface="+mn-ea"/>
        <a:cs typeface="+mn-cs"/>
      </a:defRPr>
    </a:lvl2pPr>
    <a:lvl3pPr marL="914400" algn="l" rtl="0">
      <a:defRPr sz="1200" kern="1200">
        <a:solidFill>
          <a:schemeClr val="tx1"/>
        </a:solidFill>
        <a:latin typeface="+mn-lt"/>
        <a:ea typeface="+mn-ea"/>
        <a:cs typeface="+mn-cs"/>
      </a:defRPr>
    </a:lvl3pPr>
    <a:lvl4pPr marL="1371600" algn="l" rtl="0">
      <a:defRPr sz="1200" kern="1200">
        <a:solidFill>
          <a:schemeClr val="tx1"/>
        </a:solidFill>
        <a:latin typeface="+mn-lt"/>
        <a:ea typeface="+mn-ea"/>
        <a:cs typeface="+mn-cs"/>
      </a:defRPr>
    </a:lvl4pPr>
    <a:lvl5pPr marL="1828800" algn="l" rtl="0">
      <a:defRPr sz="1200" kern="1200">
        <a:solidFill>
          <a:schemeClr val="tx1"/>
        </a:solidFill>
        <a:latin typeface="+mn-lt"/>
        <a:ea typeface="+mn-ea"/>
        <a:cs typeface="+mn-cs"/>
      </a:defRPr>
    </a:lvl5pPr>
    <a:lvl6pPr marL="2286000" algn="l" rtl="0">
      <a:defRPr sz="1200" kern="1200">
        <a:solidFill>
          <a:schemeClr val="tx1"/>
        </a:solidFill>
        <a:latin typeface="+mn-lt"/>
        <a:ea typeface="+mn-ea"/>
        <a:cs typeface="+mn-cs"/>
      </a:defRPr>
    </a:lvl6pPr>
    <a:lvl7pPr marL="2743200" algn="l" rtl="0">
      <a:defRPr sz="1200" kern="1200">
        <a:solidFill>
          <a:schemeClr val="tx1"/>
        </a:solidFill>
        <a:latin typeface="+mn-lt"/>
        <a:ea typeface="+mn-ea"/>
        <a:cs typeface="+mn-cs"/>
      </a:defRPr>
    </a:lvl7pPr>
    <a:lvl8pPr marL="3200400" algn="l" rtl="0">
      <a:defRPr sz="1200" kern="1200">
        <a:solidFill>
          <a:schemeClr val="tx1"/>
        </a:solidFill>
        <a:latin typeface="+mn-lt"/>
        <a:ea typeface="+mn-ea"/>
        <a:cs typeface="+mn-cs"/>
      </a:defRPr>
    </a:lvl8pPr>
    <a:lvl9pPr marL="3657600" algn="l" rtl="0">
      <a:defRPr sz="1200" kern="1200">
        <a:solidFill>
          <a:schemeClr val="tx1"/>
        </a:solidFill>
        <a:latin typeface="+mn-lt"/>
        <a:ea typeface="+mn-ea"/>
        <a:cs typeface="+mn-cs"/>
      </a:defRPr>
    </a:lvl9pPr>
    <a:extLst/>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My name is Diego de Leon, ninth term Mechatronics at UPA. For the last two months I have been the welding intern in the robotic cells here in Aguascalientes, with Fernando Robledo as my plant tutor. In the next fifteen minutes I want to show you exactly where I stand on the welding skill path, what I actually learned, and the four things I need from you to finish it before January.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value I identify with is WIN, and I want to explain why in one idea. On the floor, nobody lets an intern touch a welding cell because of a job title. You earn it. I earned mine by being the one who showed up when a cell went down, not by waiting for a training session to be scheduled. And the day the technicians started calling me instead of waiting for the engineer, that was the moment I felt I had won something real. Winning here is not about being right. It is about the line running.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anything else, here is the whole presentation in three numbers, in case we run short on time. I have studied all nine topics of level one, and not one of them is formally validated yet, because the exam has not happened. That study came out of six hundred and sixteen pages, the inspector manual and the customer standard, which I went through page by page. And I need four things from you before January, none of which cost money. If you only remember one line today, make it the green one: by January first I can be certified at levels I and L, if those four commitments get a date on a calendar.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context. We weld exhaust systems, robotic GMAW, mostly Yaskawa robots with SKS and Miller equipment. There is one Fanuc I have not touched yet. The line at the bottom is the one that matters: my zone has few welding cells and they are stable. That is good news for the plant, but it means I could not learn by waiting for something to break. My hours went wherever the work was, and that is exactly why my progress looks the way it does on the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path the plant defines for a welding technician. Four levels, twenty three skills, forty hours. I is knowing the theory. L is doing it with support. U is doing it alone. O is teaching it and improving the process. Two things worth noticing. First, each level assumes the one before it. Second, twenty of the forty hours sit in level O. This program is not designed to certify one person. It is designed so that one person multiplies.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supervisor asked me to focus this review on level I, so here it is in full. Nine topics, four hours, and a single written exam with a passing mark of eight out of ten. Safety, equipment, transfer modes, process variables, discontinuities, joint geometry, positions, symbols and control documents. The reason this level matters more than it looks is the line at the bottom: twenty of the forty hours in the whole matrix sit above it, and none of them open until this exam is passed. Level I is the gate.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Safety, per ANSI Z49.1. The arc flash does not care whether you are welding or watching, which is why the screens matter as much as the helmet. On fumes, the biggest factor I actually control is where I put my head relative to the column. And the fourth card is the cell itself, which neither of my two documents covers, so I had to build it myself.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Equipment and variables together, because on the floor they are one conversation. Five blocks; four of them wear out and I change them myself, which is the level L skill I already own. The bottom line took me longest to understand. There is no amperage knob on a MIG feeder. The source holds the voltage, I set wire feed speed, and the current comes out of that. Once that clicked, adjusting a cell stopped being guesswork.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plant runs two manual processes, and almost nothing carries over from MIG to TIG. The tungsten does not melt, it only holds the arc. The gas is pure argon, because any carbon dioxide would eat the tungsten, and the flow is read on the flowmeter, never on the tank gauge. The consumables are a different set entirely. And a contaminated tungsten is cut back and reground, not cleaned.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metal crosses the arc. Four modes, and the thing to hold on to is that short circuit is the low-heat one for thin sheet, and spray is the high-current one that needs at least eighty percent argon. The bottom line is the commercial part: changing the mode is an essential variable, so it invalidates the procedure.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short topics that travel together, because you meet all three on the same print. The throat carries the load, not the leg. Positions one through four, G for groove and F for fillet. And on the symbol, the rule people get backwards: arrow side goes below the reference line. What is ours is the bottom line: our prints carry the weld class and the WDR in the tail, and with no class marked it is class two by default.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topics are meaningless apart. On the left, what we see in the cell and what causes it. On the right, what decides whether it is acceptable, and it is not my opinion: it is the weld class on the print. Class one allows no undercut at all, and cracks are never allowed in any class. The whole idea is the bottom line: the same bead passes in class three and fails in class 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this is what the customer standard adds on top of all of it. Our matrix says adjust the essential variables. It does not say by how much. Cummins does. Wire feed speed, current and voltage within five percent. Travel speed within ten. Contact tip to work distance between ten and sixteen millimetres on every GMAW weld, no matter the transfer mode. Go outside those bands and the procedure has to be revalidated. That is the difference between adjusting a machine and running a qualified process.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did not just receive the material, I audited it. Six hundred and sixteen pages between the two. The COMIMSA manual is a welding inspector course, so it is excellent at what you look at and measure: symbols, joint geometry, discontinuities, positions. The Cummins standard is the other half. It takes that theory and puts numbers on it that we are contractually held to. For example, our matrix says adjust the essential variables. The standard says wire feed speed, current and voltage within five percent, travel speed within ten, or the procedure has to be revalidated. And then the panel on the right is what I found missing in both, including robotic cell safety, which neither document mentions once. Those five are mine to close, and I already know what they are.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square is one skill. Four of the twenty three I execute with nobody standing next to me: consumable changes, which means contact tip, liner, nozzle, diffuser and rollers; essential variable adjustment, so current, wire feed, voltage and travel speed; reading welding symbols; and closing ANDON orders. Twelve are in progress. Seven I have not started. And then the line at the bottom, which is the part I want to be direct about. I know the level I content because I picked it up in the cell, but the theory session and the exam have not happened, so formally I am validated at zero. I am not going to hide that.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this is where I am going. Level L is execution: validating parameters against the WPS and adjusting the essential variables without anyone standing next to me, closed by a validation on the floor. Level U is programming: building a welding program in SKS and assigning its parameters, closed by a practical exam. Level O is multiplying: training a level two or three technician and taking one improvement idea all the way to implementation. Twenty of the forty hours in the whole matrix live in these three. And the line at the bottom is why level I matters so much: none of them open until it is signed.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project that took most of my time, and I worked on it directly with my engineering lead. Explain it here in your own words: what the integration is, what you own day to day, what it taught you that is not welding, and where it stands right now. Keep it to about ninety seconds. The reason it belongs in this presentation is simple. It is real engineering work. It just does not appear anywhere on the ILUO matrix, so the scorecard you saw two slides ago cannot see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story on a calendar. The green line is today, September twenty fifth. Everything to its left actually happened: level I content and level L execution built up in the cell, ANDON orders closed, and the integration project running alongside all of it. Everything to the right is what I am proposing. The level I exam in October, level L closed by the end of November, level U programming from October to December, and one level O improvement before I finish. Level I needs a scheduled session and level U needs supervised cell time. Both are calendar items, not budget items.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ask, and it is small. Four things. Give me two half-days for the level I session and the exam, and the theory stops being informal. Give me access to the parameter sheets and I will document ten validations, which closes level L. Give me supervised cell time and I will build one program in SKS, which opens level U. And give me a sponsor for one improvement idea and I leave you my first piece of level O evidence. Every one of these produces a document you can audit. None of them needs budget. They need calendar.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conclusions. First, I am genuinely capable at level L, and I am being honest that level I is not validated. Second, learning on the floor made me faster at diagnosing problems than a classroom would have. It just did not generate paperwork. Third, I have fourteen weeks and a concrete plan for them. And if I go back to the value I picked at the start: trust first, then the torch. That is what these two months taught me.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questions, and if anyone wants the detail behind any of the twenty three skills, I can walk through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 Id="rId3" Type="http://schemas.openxmlformats.org/officeDocument/2006/relationships/image" Target="../media/image8.png"/><Relationship Id="rId4"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bg>
      <p:bgPr>
        <a:blipFill dpi="0" rotWithShape="1">
          <a:blip r:embed="rId2"/>
          <a:srcRect/>
          <a:stretch>
            <a:fillRect/>
          </a:stretch>
        </a:blipFill>
        <a:effectLst/>
      </p:bgPr>
    </p:bg>
    <p:spTree>
      <p:nvGrpSpPr>
        <p:cNvPr id="1" name=""/>
        <p:cNvGrpSpPr/>
        <p:nvPr/>
      </p:nvGrpSpPr>
      <p:grpSpPr>
        <a:xfrm>
          <a:off x="0" y="0"/>
          <a:ext cx="0" cy="0"/>
          <a:chOff x="0" y="0"/>
          <a:chExt cx="0" cy="0"/>
        </a:xfrm>
      </p:grpSpPr>
      <p:pic>
        <p:nvPicPr>
          <p:cNvPr id="11" name="Picture 10" descr="A white letter on a black background&#10;&#10;Description automatically generated">
            <a:extLst>
              <a:ext uri="{FF2B5EF4-FFF2-40B4-BE49-F238E27FC236}">
                <a16:creationId xmlns:a16="http://schemas.microsoft.com/office/drawing/2014/main" id="{BF2C4E05-5B96-4FE8-9203-E062EA1E7D1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298944" y="6315499"/>
            <a:ext cx="1594113" cy="258546"/>
          </a:xfrm>
          <a:prstGeom prst="rect">
            <a:avLst/>
          </a:prstGeom>
        </p:spPr>
      </p:pic>
      <p:cxnSp>
        <p:nvCxnSpPr>
          <p:cNvPr id="10" name="Straight Connector 9">
            <a:extLst>
              <a:ext uri="{FF2B5EF4-FFF2-40B4-BE49-F238E27FC236}">
                <a16:creationId xmlns:a16="http://schemas.microsoft.com/office/drawing/2014/main" id="{2EDE12E5-9D38-8BB0-C741-0125EF39B619}"/>
              </a:ext>
            </a:extLst>
          </p:cNvPr>
          <p:cNvCxnSpPr>
            <a:cxnSpLocks/>
          </p:cNvCxnSpPr>
          <p:nvPr userDrawn="1"/>
        </p:nvCxnSpPr>
        <p:spPr>
          <a:xfrm>
            <a:off x="3353065" y="4022448"/>
            <a:ext cx="5485870" cy="0"/>
          </a:xfrm>
          <a:prstGeom prst="line">
            <a:avLst/>
          </a:prstGeom>
          <a:ln w="12700">
            <a:solidFill>
              <a:schemeClr val="accent2"/>
            </a:solidFill>
          </a:ln>
        </p:spPr>
        <p:style>
          <a:lnRef idx="1">
            <a:schemeClr val="accent6"/>
          </a:lnRef>
          <a:fillRef idx="0">
            <a:schemeClr val="accent6"/>
          </a:fillRef>
          <a:effectRef idx="0">
            <a:schemeClr val="accent6"/>
          </a:effectRef>
          <a:fontRef idx="minor">
            <a:schemeClr val="tx1"/>
          </a:fontRef>
        </p:style>
      </p:cxnSp>
      <p:sp>
        <p:nvSpPr>
          <p:cNvPr id="12" name="Slide Number Placeholder 5">
            <a:extLst>
              <a:ext uri="{FF2B5EF4-FFF2-40B4-BE49-F238E27FC236}">
                <a16:creationId xmlns:a16="http://schemas.microsoft.com/office/drawing/2014/main" id="{6A79A4CA-41B6-CACF-DF9E-23E3C9AA8698}"/>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75000"/>
                  </a:schemeClr>
                </a:solidFill>
              </a:defRPr>
            </a:lvl1pPr>
          </a:lstStyle>
          <a:p>
            <a:pPr>
              <a:defRPr/>
            </a:pPr>
            <a:fld id="{FEA2E03D-9F5B-5343-B21F-62525800774A}" type="slidenum">
              <a:rPr lang="en-US" smtClean="0"/>
              <a:pPr>
                <a:defRPr/>
              </a:pPr>
              <a:t>‹#›</a:t>
            </a:fld>
            <a:endParaRPr lang="en-US"/>
          </a:p>
        </p:txBody>
      </p:sp>
      <p:sp>
        <p:nvSpPr>
          <p:cNvPr id="6" name="Text Placeholder 3">
            <a:extLst>
              <a:ext uri="{FF2B5EF4-FFF2-40B4-BE49-F238E27FC236}">
                <a16:creationId xmlns:a16="http://schemas.microsoft.com/office/drawing/2014/main" id="{44610A3A-A85C-E487-6787-16E3A757CC17}"/>
              </a:ext>
            </a:extLst>
          </p:cNvPr>
          <p:cNvSpPr>
            <a:spLocks noGrp="1"/>
          </p:cNvSpPr>
          <p:nvPr>
            <p:ph type="body" sz="quarter" idx="13" hasCustomPrompt="1"/>
          </p:nvPr>
        </p:nvSpPr>
        <p:spPr>
          <a:xfrm>
            <a:off x="4294" y="2147171"/>
            <a:ext cx="12187705" cy="963863"/>
          </a:xfrm>
          <a:prstGeom prst="rect">
            <a:avLst/>
          </a:prstGeom>
        </p:spPr>
        <p:txBody>
          <a:bodyPr/>
          <a:lstStyle>
            <a:lvl1pPr algn="ctr">
              <a:defRPr sz="6600" b="1">
                <a:ln w="28575">
                  <a:solidFill>
                    <a:schemeClr val="bg1"/>
                  </a:solidFill>
                </a:ln>
                <a:noFill/>
              </a:defRPr>
            </a:lvl1pPr>
          </a:lstStyle>
          <a:p>
            <a:pPr lvl="0"/>
            <a:r>
              <a:rPr lang="en-US" dirty="0"/>
              <a:t>TITLE</a:t>
            </a:r>
          </a:p>
        </p:txBody>
      </p:sp>
      <p:sp>
        <p:nvSpPr>
          <p:cNvPr id="14" name="Text Placeholder 13">
            <a:extLst>
              <a:ext uri="{FF2B5EF4-FFF2-40B4-BE49-F238E27FC236}">
                <a16:creationId xmlns:a16="http://schemas.microsoft.com/office/drawing/2014/main" id="{7C73B5FE-AC5E-0242-3AAD-BA8513664CD1}"/>
              </a:ext>
            </a:extLst>
          </p:cNvPr>
          <p:cNvSpPr>
            <a:spLocks noGrp="1"/>
          </p:cNvSpPr>
          <p:nvPr>
            <p:ph type="body" sz="quarter" idx="14" hasCustomPrompt="1"/>
          </p:nvPr>
        </p:nvSpPr>
        <p:spPr>
          <a:xfrm>
            <a:off x="0" y="3111500"/>
            <a:ext cx="12192000" cy="754899"/>
          </a:xfrm>
          <a:prstGeom prst="rect">
            <a:avLst/>
          </a:prstGeom>
        </p:spPr>
        <p:txBody>
          <a:bodyPr/>
          <a:lstStyle>
            <a:lvl1pPr algn="ctr">
              <a:defRPr sz="4400" b="1">
                <a:solidFill>
                  <a:schemeClr val="bg1"/>
                </a:solidFill>
              </a:defRPr>
            </a:lvl1pPr>
          </a:lstStyle>
          <a:p>
            <a:pPr lvl="0"/>
            <a:r>
              <a:rPr lang="en-US"/>
              <a:t>SUBTITLE</a:t>
            </a:r>
          </a:p>
        </p:txBody>
      </p:sp>
      <p:sp>
        <p:nvSpPr>
          <p:cNvPr id="15" name="TextBox 14">
            <a:extLst>
              <a:ext uri="{FF2B5EF4-FFF2-40B4-BE49-F238E27FC236}">
                <a16:creationId xmlns:a16="http://schemas.microsoft.com/office/drawing/2014/main" id="{82469257-1DA4-1F18-9419-7A51EE972419}"/>
              </a:ext>
            </a:extLst>
          </p:cNvPr>
          <p:cNvSpPr txBox="1"/>
          <p:nvPr userDrawn="1">
            <p:extLst>
              <p:ext uri="{1162E1C5-73C7-4A58-AE30-91384D911F3F}">
                <p184:classification xmlns:p184="http://schemas.microsoft.com/office/powerpoint/2018/4/main" val="hdr"/>
              </p:ext>
            </p:extLst>
          </p:nvPr>
        </p:nvSpPr>
        <p:spPr>
          <a:xfrm>
            <a:off x="63500" y="6651653"/>
            <a:ext cx="2832100" cy="138499"/>
          </a:xfrm>
          <a:prstGeom prst="rect">
            <a:avLst/>
          </a:prstGeom>
        </p:spPr>
        <p:txBody>
          <a:bodyPr horzOverflow="overflow" wrap="square" lIns="0" tIns="0" rIns="0" bIns="0">
            <a:spAutoFit/>
          </a:bodyPr>
          <a:lstStyle/>
          <a:p>
            <a:pPr algn="l"/>
            <a:r>
              <a:rPr lang="en-US" sz="900" dirty="0">
                <a:solidFill>
                  <a:schemeClr val="bg1">
                    <a:lumMod val="75000"/>
                  </a:schemeClr>
                </a:solidFill>
                <a:latin typeface="+mn-lt"/>
                <a:ea typeface="Calibri" panose="020F0502020204030204" pitchFamily="34" charset="0"/>
                <a:cs typeface="Calibri" panose="020F0502020204030204" pitchFamily="34" charset="0"/>
              </a:rPr>
              <a:t>TENNECO CONFIDENTIAL</a:t>
            </a:r>
          </a:p>
        </p:txBody>
      </p:sp>
      <p:sp>
        <p:nvSpPr>
          <p:cNvPr id="16" name="Text Placeholder 13">
            <a:extLst>
              <a:ext uri="{FF2B5EF4-FFF2-40B4-BE49-F238E27FC236}">
                <a16:creationId xmlns:a16="http://schemas.microsoft.com/office/drawing/2014/main" id="{0894E9CE-8D2A-EA5B-AFBE-BCA894E89640}"/>
              </a:ext>
            </a:extLst>
          </p:cNvPr>
          <p:cNvSpPr>
            <a:spLocks noGrp="1"/>
          </p:cNvSpPr>
          <p:nvPr>
            <p:ph type="body" sz="quarter" idx="15" hasCustomPrompt="1"/>
          </p:nvPr>
        </p:nvSpPr>
        <p:spPr>
          <a:xfrm>
            <a:off x="0" y="4158608"/>
            <a:ext cx="12192000" cy="754899"/>
          </a:xfrm>
          <a:prstGeom prst="rect">
            <a:avLst/>
          </a:prstGeom>
        </p:spPr>
        <p:txBody>
          <a:bodyPr/>
          <a:lstStyle>
            <a:lvl1pPr algn="ctr">
              <a:defRPr sz="2000" b="0" spc="300">
                <a:solidFill>
                  <a:schemeClr val="bg1"/>
                </a:solidFill>
              </a:defRPr>
            </a:lvl1pPr>
          </a:lstStyle>
          <a:p>
            <a:pPr lvl="0"/>
            <a:r>
              <a:rPr lang="en-US"/>
              <a:t>SUBTITLE</a:t>
            </a:r>
          </a:p>
        </p:txBody>
      </p:sp>
    </p:spTree>
    <p:extLst>
      <p:ext uri="{BB962C8B-B14F-4D97-AF65-F5344CB8AC3E}">
        <p14:creationId xmlns:p14="http://schemas.microsoft.com/office/powerpoint/2010/main" val="405262144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tandard_Light">
    <p:spTree>
      <p:nvGrpSpPr>
        <p:cNvPr id="1" name=""/>
        <p:cNvGrpSpPr/>
        <p:nvPr/>
      </p:nvGrpSpPr>
      <p:grpSpPr>
        <a:xfrm>
          <a:off x="0" y="0"/>
          <a:ext cx="0" cy="0"/>
          <a:chOff x="0" y="0"/>
          <a:chExt cx="0" cy="0"/>
        </a:xfrm>
      </p:grpSpPr>
      <p:sp>
        <p:nvSpPr>
          <p:cNvPr id="2" name="Text Placeholder 3">
            <a:extLst>
              <a:ext uri="{FF2B5EF4-FFF2-40B4-BE49-F238E27FC236}">
                <a16:creationId xmlns:a16="http://schemas.microsoft.com/office/drawing/2014/main" id="{D58B6260-8AFF-7F92-5605-968301F646D8}"/>
              </a:ext>
            </a:extLst>
          </p:cNvPr>
          <p:cNvSpPr>
            <a:spLocks noGrp="1"/>
          </p:cNvSpPr>
          <p:nvPr>
            <p:ph type="body" sz="quarter" idx="20" hasCustomPrompt="1"/>
          </p:nvPr>
        </p:nvSpPr>
        <p:spPr>
          <a:xfrm>
            <a:off x="252880" y="334029"/>
            <a:ext cx="11640298" cy="472794"/>
          </a:xfrm>
          <a:prstGeom prst="rect">
            <a:avLst/>
          </a:prstGeom>
        </p:spPr>
        <p:txBody>
          <a:bodyPr/>
          <a:lstStyle>
            <a:lvl1pPr>
              <a:defRPr sz="3600" b="1">
                <a:solidFill>
                  <a:schemeClr val="tx1"/>
                </a:solidFill>
              </a:defRPr>
            </a:lvl1pPr>
          </a:lstStyle>
          <a:p>
            <a:pPr lvl="0"/>
            <a:r>
              <a:rPr lang="en-US"/>
              <a:t>HEADER</a:t>
            </a:r>
          </a:p>
        </p:txBody>
      </p:sp>
      <p:sp>
        <p:nvSpPr>
          <p:cNvPr id="3" name="Text Placeholder 3">
            <a:extLst>
              <a:ext uri="{FF2B5EF4-FFF2-40B4-BE49-F238E27FC236}">
                <a16:creationId xmlns:a16="http://schemas.microsoft.com/office/drawing/2014/main" id="{7311A4FB-94D0-09CA-1A22-6EC451952A7F}"/>
              </a:ext>
            </a:extLst>
          </p:cNvPr>
          <p:cNvSpPr>
            <a:spLocks noGrp="1"/>
          </p:cNvSpPr>
          <p:nvPr>
            <p:ph type="body" sz="quarter" idx="21" hasCustomPrompt="1"/>
          </p:nvPr>
        </p:nvSpPr>
        <p:spPr>
          <a:xfrm>
            <a:off x="252880" y="850163"/>
            <a:ext cx="11640298" cy="400426"/>
          </a:xfrm>
          <a:prstGeom prst="rect">
            <a:avLst/>
          </a:prstGeom>
        </p:spPr>
        <p:txBody>
          <a:bodyPr/>
          <a:lstStyle>
            <a:lvl1pPr>
              <a:defRPr sz="2000" b="0">
                <a:solidFill>
                  <a:schemeClr val="bg1">
                    <a:lumMod val="50000"/>
                  </a:schemeClr>
                </a:solidFill>
              </a:defRPr>
            </a:lvl1pPr>
          </a:lstStyle>
          <a:p>
            <a:pPr lvl="0"/>
            <a:r>
              <a:rPr lang="en-US" dirty="0"/>
              <a:t>Optional Subheading</a:t>
            </a:r>
          </a:p>
        </p:txBody>
      </p:sp>
      <p:sp>
        <p:nvSpPr>
          <p:cNvPr id="7" name="Slide Number Placeholder 5">
            <a:extLst>
              <a:ext uri="{FF2B5EF4-FFF2-40B4-BE49-F238E27FC236}">
                <a16:creationId xmlns:a16="http://schemas.microsoft.com/office/drawing/2014/main" id="{6916490A-C5E4-FBE7-1569-8928EDD73977}"/>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4" name="Picture 3" descr="A blue and black logo&#10;&#10;AI-generated content may be incorrect.">
            <a:extLst>
              <a:ext uri="{FF2B5EF4-FFF2-40B4-BE49-F238E27FC236}">
                <a16:creationId xmlns:a16="http://schemas.microsoft.com/office/drawing/2014/main" id="{33A94846-FB92-6415-C227-4AD373802ACD}"/>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185679246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gend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A48C80B-BA83-2163-F6F0-434A9287CCCE}"/>
              </a:ext>
            </a:extLst>
          </p:cNvPr>
          <p:cNvSpPr/>
          <p:nvPr userDrawn="1"/>
        </p:nvSpPr>
        <p:spPr>
          <a:xfrm>
            <a:off x="4703802" y="0"/>
            <a:ext cx="7488198" cy="6858000"/>
          </a:xfrm>
          <a:prstGeom prst="rect">
            <a:avLst/>
          </a:prstGeom>
          <a:solidFill>
            <a:schemeClr val="accent4">
              <a:alpha val="89804"/>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1"/>
              </a:solidFill>
            </a:endParaRPr>
          </a:p>
        </p:txBody>
      </p:sp>
      <p:pic>
        <p:nvPicPr>
          <p:cNvPr id="5" name="Picture 4" descr="A white letter on a black background&#10;&#10;Description automatically generated">
            <a:extLst>
              <a:ext uri="{FF2B5EF4-FFF2-40B4-BE49-F238E27FC236}">
                <a16:creationId xmlns:a16="http://schemas.microsoft.com/office/drawing/2014/main" id="{F1808542-4E85-0D48-AF6C-8910D9BAE5B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7" name="Slide Number Placeholder 5">
            <a:extLst>
              <a:ext uri="{FF2B5EF4-FFF2-40B4-BE49-F238E27FC236}">
                <a16:creationId xmlns:a16="http://schemas.microsoft.com/office/drawing/2014/main" id="{B72C1B03-DC30-E8FA-50F3-5A981CD35C0B}"/>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8" name="Title 1">
            <a:extLst>
              <a:ext uri="{FF2B5EF4-FFF2-40B4-BE49-F238E27FC236}">
                <a16:creationId xmlns:a16="http://schemas.microsoft.com/office/drawing/2014/main" id="{67A74C3F-B559-6CED-E55D-59A60FBDD61D}"/>
              </a:ext>
            </a:extLst>
          </p:cNvPr>
          <p:cNvSpPr txBox="1">
            <a:spLocks/>
          </p:cNvSpPr>
          <p:nvPr userDrawn="1"/>
        </p:nvSpPr>
        <p:spPr>
          <a:xfrm>
            <a:off x="474440" y="338072"/>
            <a:ext cx="7103140" cy="945562"/>
          </a:xfrm>
          <a:prstGeom prst="rect">
            <a:avLst/>
          </a:prstGeom>
        </p:spPr>
        <p:txBody>
          <a:bodyPr vert="horz" lIns="0" tIns="45720" rIns="91440" bIns="0" rtlCol="0" anchor="ctr" anchorCtr="0">
            <a:noAutofit/>
          </a:bodyPr>
          <a:lstStyle>
            <a:lvl1pPr algn="l" defTabSz="342882" rtl="0" eaLnBrk="1" latinLnBrk="0" hangingPunct="1">
              <a:lnSpc>
                <a:spcPct val="90000"/>
              </a:lnSpc>
              <a:spcBef>
                <a:spcPct val="0"/>
              </a:spcBef>
              <a:buNone/>
              <a:defRPr sz="2800" b="1" kern="1200">
                <a:solidFill>
                  <a:schemeClr val="tx1"/>
                </a:solidFill>
                <a:latin typeface="+mj-lt"/>
                <a:ea typeface="+mj-ea"/>
                <a:cs typeface="+mj-cs"/>
              </a:defRPr>
            </a:lvl1pPr>
          </a:lstStyle>
          <a:p>
            <a:r>
              <a:rPr lang="en-US" sz="6000" dirty="0">
                <a:ln>
                  <a:solidFill>
                    <a:schemeClr val="bg1"/>
                  </a:solidFill>
                </a:ln>
                <a:solidFill>
                  <a:schemeClr val="bg1"/>
                </a:solidFill>
              </a:rPr>
              <a:t>AGENDA</a:t>
            </a:r>
            <a:endParaRPr lang="en-US" sz="3200" dirty="0">
              <a:ln>
                <a:solidFill>
                  <a:schemeClr val="bg1"/>
                </a:solidFill>
              </a:ln>
              <a:solidFill>
                <a:schemeClr val="bg1"/>
              </a:solidFill>
            </a:endParaRPr>
          </a:p>
        </p:txBody>
      </p:sp>
      <p:sp>
        <p:nvSpPr>
          <p:cNvPr id="25" name="Text Placeholder 24">
            <a:extLst>
              <a:ext uri="{FF2B5EF4-FFF2-40B4-BE49-F238E27FC236}">
                <a16:creationId xmlns:a16="http://schemas.microsoft.com/office/drawing/2014/main" id="{003E59C4-4915-9D2D-F5ED-EEB2CB8614C6}"/>
              </a:ext>
            </a:extLst>
          </p:cNvPr>
          <p:cNvSpPr>
            <a:spLocks noGrp="1"/>
          </p:cNvSpPr>
          <p:nvPr>
            <p:ph type="body" sz="quarter" idx="10" hasCustomPrompt="1"/>
          </p:nvPr>
        </p:nvSpPr>
        <p:spPr>
          <a:xfrm>
            <a:off x="5239584" y="949097"/>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dirty="0"/>
              <a:t>Topic</a:t>
            </a:r>
          </a:p>
        </p:txBody>
      </p:sp>
      <p:sp>
        <p:nvSpPr>
          <p:cNvPr id="27" name="Text Placeholder 24">
            <a:extLst>
              <a:ext uri="{FF2B5EF4-FFF2-40B4-BE49-F238E27FC236}">
                <a16:creationId xmlns:a16="http://schemas.microsoft.com/office/drawing/2014/main" id="{3F3A51E1-80CD-1D10-1A13-DE63109777E8}"/>
              </a:ext>
            </a:extLst>
          </p:cNvPr>
          <p:cNvSpPr>
            <a:spLocks noGrp="1"/>
          </p:cNvSpPr>
          <p:nvPr>
            <p:ph type="body" sz="quarter" idx="11" hasCustomPrompt="1"/>
          </p:nvPr>
        </p:nvSpPr>
        <p:spPr>
          <a:xfrm>
            <a:off x="5239584" y="1662353"/>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a:t>Topic</a:t>
            </a:r>
          </a:p>
        </p:txBody>
      </p:sp>
      <p:sp>
        <p:nvSpPr>
          <p:cNvPr id="28" name="Text Placeholder 24">
            <a:extLst>
              <a:ext uri="{FF2B5EF4-FFF2-40B4-BE49-F238E27FC236}">
                <a16:creationId xmlns:a16="http://schemas.microsoft.com/office/drawing/2014/main" id="{EEF25549-8F4F-A6D8-EFA5-4AE41E909198}"/>
              </a:ext>
            </a:extLst>
          </p:cNvPr>
          <p:cNvSpPr>
            <a:spLocks noGrp="1"/>
          </p:cNvSpPr>
          <p:nvPr>
            <p:ph type="body" sz="quarter" idx="12" hasCustomPrompt="1"/>
          </p:nvPr>
        </p:nvSpPr>
        <p:spPr>
          <a:xfrm>
            <a:off x="5239584" y="2357096"/>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a:t>Topic</a:t>
            </a:r>
          </a:p>
        </p:txBody>
      </p:sp>
      <p:sp>
        <p:nvSpPr>
          <p:cNvPr id="29" name="Text Placeholder 24">
            <a:extLst>
              <a:ext uri="{FF2B5EF4-FFF2-40B4-BE49-F238E27FC236}">
                <a16:creationId xmlns:a16="http://schemas.microsoft.com/office/drawing/2014/main" id="{725B3FC0-29A1-B19B-CE80-49253AC0F5ED}"/>
              </a:ext>
            </a:extLst>
          </p:cNvPr>
          <p:cNvSpPr>
            <a:spLocks noGrp="1"/>
          </p:cNvSpPr>
          <p:nvPr>
            <p:ph type="body" sz="quarter" idx="13" hasCustomPrompt="1"/>
          </p:nvPr>
        </p:nvSpPr>
        <p:spPr>
          <a:xfrm>
            <a:off x="5239584" y="3060244"/>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a:t>Topic</a:t>
            </a:r>
          </a:p>
        </p:txBody>
      </p:sp>
      <p:sp>
        <p:nvSpPr>
          <p:cNvPr id="30" name="Text Placeholder 24">
            <a:extLst>
              <a:ext uri="{FF2B5EF4-FFF2-40B4-BE49-F238E27FC236}">
                <a16:creationId xmlns:a16="http://schemas.microsoft.com/office/drawing/2014/main" id="{2AC595FF-16E8-77B8-38F3-63ACBC3FC91D}"/>
              </a:ext>
            </a:extLst>
          </p:cNvPr>
          <p:cNvSpPr>
            <a:spLocks noGrp="1"/>
          </p:cNvSpPr>
          <p:nvPr>
            <p:ph type="body" sz="quarter" idx="14" hasCustomPrompt="1"/>
          </p:nvPr>
        </p:nvSpPr>
        <p:spPr>
          <a:xfrm>
            <a:off x="5239584" y="3773768"/>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a:t>Topic</a:t>
            </a:r>
          </a:p>
        </p:txBody>
      </p:sp>
      <p:sp>
        <p:nvSpPr>
          <p:cNvPr id="31" name="Text Placeholder 24">
            <a:extLst>
              <a:ext uri="{FF2B5EF4-FFF2-40B4-BE49-F238E27FC236}">
                <a16:creationId xmlns:a16="http://schemas.microsoft.com/office/drawing/2014/main" id="{83AB95AF-04A6-2C2D-C66E-CE880C35AE3E}"/>
              </a:ext>
            </a:extLst>
          </p:cNvPr>
          <p:cNvSpPr>
            <a:spLocks noGrp="1"/>
          </p:cNvSpPr>
          <p:nvPr>
            <p:ph type="body" sz="quarter" idx="15" hasCustomPrompt="1"/>
          </p:nvPr>
        </p:nvSpPr>
        <p:spPr>
          <a:xfrm>
            <a:off x="5239584" y="4467394"/>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a:t>Topic</a:t>
            </a:r>
          </a:p>
        </p:txBody>
      </p:sp>
      <p:sp>
        <p:nvSpPr>
          <p:cNvPr id="32" name="Text Placeholder 24">
            <a:extLst>
              <a:ext uri="{FF2B5EF4-FFF2-40B4-BE49-F238E27FC236}">
                <a16:creationId xmlns:a16="http://schemas.microsoft.com/office/drawing/2014/main" id="{ED799D00-D54E-FC11-D180-016F586CB0C1}"/>
              </a:ext>
            </a:extLst>
          </p:cNvPr>
          <p:cNvSpPr>
            <a:spLocks noGrp="1"/>
          </p:cNvSpPr>
          <p:nvPr>
            <p:ph type="body" sz="quarter" idx="16" hasCustomPrompt="1"/>
          </p:nvPr>
        </p:nvSpPr>
        <p:spPr>
          <a:xfrm>
            <a:off x="5239584" y="5184831"/>
            <a:ext cx="6380860" cy="481013"/>
          </a:xfrm>
          <a:prstGeom prst="rect">
            <a:avLst/>
          </a:prstGeom>
        </p:spPr>
        <p:txBody>
          <a:bodyPr/>
          <a:lstStyle>
            <a:lvl1pPr marL="342900" indent="-342900">
              <a:buClr>
                <a:schemeClr val="accent2"/>
              </a:buClr>
              <a:buFont typeface="Wingdings" panose="05000000000000000000" pitchFamily="2" charset="2"/>
              <a:buChar char="§"/>
              <a:defRPr b="1">
                <a:solidFill>
                  <a:schemeClr val="bg1"/>
                </a:solidFill>
              </a:defRPr>
            </a:lvl1pPr>
          </a:lstStyle>
          <a:p>
            <a:pPr lvl="0"/>
            <a:r>
              <a:rPr lang="en-US"/>
              <a:t>Topic</a:t>
            </a:r>
          </a:p>
        </p:txBody>
      </p:sp>
    </p:spTree>
    <p:extLst>
      <p:ext uri="{BB962C8B-B14F-4D97-AF65-F5344CB8AC3E}">
        <p14:creationId xmlns:p14="http://schemas.microsoft.com/office/powerpoint/2010/main" val="405284558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Image_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descr="A white letter on a black background&#10;&#10;Description automatically generated">
            <a:extLst>
              <a:ext uri="{FF2B5EF4-FFF2-40B4-BE49-F238E27FC236}">
                <a16:creationId xmlns:a16="http://schemas.microsoft.com/office/drawing/2014/main" id="{F1808542-4E85-0D48-AF6C-8910D9BAE5B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7" name="Slide Number Placeholder 5">
            <a:extLst>
              <a:ext uri="{FF2B5EF4-FFF2-40B4-BE49-F238E27FC236}">
                <a16:creationId xmlns:a16="http://schemas.microsoft.com/office/drawing/2014/main" id="{B72C1B03-DC30-E8FA-50F3-5A981CD35C0B}"/>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2" name="Text Placeholder 3">
            <a:extLst>
              <a:ext uri="{FF2B5EF4-FFF2-40B4-BE49-F238E27FC236}">
                <a16:creationId xmlns:a16="http://schemas.microsoft.com/office/drawing/2014/main" id="{7A34F2D6-648B-1C19-D848-EB3622E6FA43}"/>
              </a:ext>
            </a:extLst>
          </p:cNvPr>
          <p:cNvSpPr>
            <a:spLocks noGrp="1"/>
          </p:cNvSpPr>
          <p:nvPr>
            <p:ph type="body" sz="quarter" idx="20" hasCustomPrompt="1"/>
          </p:nvPr>
        </p:nvSpPr>
        <p:spPr>
          <a:xfrm>
            <a:off x="252880" y="334029"/>
            <a:ext cx="11640298" cy="472794"/>
          </a:xfrm>
          <a:prstGeom prst="rect">
            <a:avLst/>
          </a:prstGeom>
        </p:spPr>
        <p:txBody>
          <a:bodyPr/>
          <a:lstStyle>
            <a:lvl1pPr>
              <a:defRPr sz="3600" b="1">
                <a:solidFill>
                  <a:schemeClr val="tx1"/>
                </a:solidFill>
              </a:defRPr>
            </a:lvl1pPr>
          </a:lstStyle>
          <a:p>
            <a:pPr lvl="0"/>
            <a:r>
              <a:rPr lang="en-US" dirty="0"/>
              <a:t>HEADER</a:t>
            </a:r>
          </a:p>
        </p:txBody>
      </p:sp>
      <p:sp>
        <p:nvSpPr>
          <p:cNvPr id="3" name="Text Placeholder 3">
            <a:extLst>
              <a:ext uri="{FF2B5EF4-FFF2-40B4-BE49-F238E27FC236}">
                <a16:creationId xmlns:a16="http://schemas.microsoft.com/office/drawing/2014/main" id="{0EEB4131-42CC-77CC-DAC6-ED2DC519CA2B}"/>
              </a:ext>
            </a:extLst>
          </p:cNvPr>
          <p:cNvSpPr>
            <a:spLocks noGrp="1"/>
          </p:cNvSpPr>
          <p:nvPr>
            <p:ph type="body" sz="quarter" idx="21" hasCustomPrompt="1"/>
          </p:nvPr>
        </p:nvSpPr>
        <p:spPr>
          <a:xfrm>
            <a:off x="252880" y="850163"/>
            <a:ext cx="11640298" cy="400426"/>
          </a:xfrm>
          <a:prstGeom prst="rect">
            <a:avLst/>
          </a:prstGeom>
        </p:spPr>
        <p:txBody>
          <a:bodyPr/>
          <a:lstStyle>
            <a:lvl1pPr>
              <a:defRPr sz="2000" b="0">
                <a:solidFill>
                  <a:schemeClr val="accent2"/>
                </a:solidFill>
              </a:defRPr>
            </a:lvl1pPr>
          </a:lstStyle>
          <a:p>
            <a:pPr lvl="0"/>
            <a:r>
              <a:rPr lang="en-US" dirty="0"/>
              <a:t>Optional Subheading</a:t>
            </a:r>
          </a:p>
        </p:txBody>
      </p:sp>
    </p:spTree>
    <p:extLst>
      <p:ext uri="{BB962C8B-B14F-4D97-AF65-F5344CB8AC3E}">
        <p14:creationId xmlns:p14="http://schemas.microsoft.com/office/powerpoint/2010/main" val="189860093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Impact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descr="A white letter on a black background&#10;&#10;Description automatically generated">
            <a:extLst>
              <a:ext uri="{FF2B5EF4-FFF2-40B4-BE49-F238E27FC236}">
                <a16:creationId xmlns:a16="http://schemas.microsoft.com/office/drawing/2014/main" id="{F1808542-4E85-0D48-AF6C-8910D9BAE5B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7" name="Slide Number Placeholder 5">
            <a:extLst>
              <a:ext uri="{FF2B5EF4-FFF2-40B4-BE49-F238E27FC236}">
                <a16:creationId xmlns:a16="http://schemas.microsoft.com/office/drawing/2014/main" id="{B72C1B03-DC30-E8FA-50F3-5A981CD35C0B}"/>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2" name="Text Placeholder 3">
            <a:extLst>
              <a:ext uri="{FF2B5EF4-FFF2-40B4-BE49-F238E27FC236}">
                <a16:creationId xmlns:a16="http://schemas.microsoft.com/office/drawing/2014/main" id="{7A34F2D6-648B-1C19-D848-EB3622E6FA43}"/>
              </a:ext>
            </a:extLst>
          </p:cNvPr>
          <p:cNvSpPr>
            <a:spLocks noGrp="1"/>
          </p:cNvSpPr>
          <p:nvPr>
            <p:ph type="body" sz="quarter" idx="20" hasCustomPrompt="1"/>
          </p:nvPr>
        </p:nvSpPr>
        <p:spPr>
          <a:xfrm>
            <a:off x="0" y="2827533"/>
            <a:ext cx="12192000" cy="1202934"/>
          </a:xfrm>
          <a:prstGeom prst="rect">
            <a:avLst/>
          </a:prstGeom>
        </p:spPr>
        <p:txBody>
          <a:bodyPr/>
          <a:lstStyle>
            <a:lvl1pPr algn="ctr">
              <a:defRPr sz="6000" b="1">
                <a:solidFill>
                  <a:schemeClr val="accent2"/>
                </a:solidFill>
              </a:defRPr>
            </a:lvl1pPr>
          </a:lstStyle>
          <a:p>
            <a:pPr lvl="0"/>
            <a:r>
              <a:rPr lang="en-US" dirty="0"/>
              <a:t>IMPACT SLIDE</a:t>
            </a:r>
          </a:p>
        </p:txBody>
      </p:sp>
    </p:spTree>
    <p:extLst>
      <p:ext uri="{BB962C8B-B14F-4D97-AF65-F5344CB8AC3E}">
        <p14:creationId xmlns:p14="http://schemas.microsoft.com/office/powerpoint/2010/main" val="5234816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tandard_Dark">
    <p:bg>
      <p:bgRef idx="1001">
        <a:schemeClr val="bg2"/>
      </p:bgRef>
    </p:bg>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A1B8D2E2-076B-F3F0-5D4F-4CFC1574C5AA}"/>
              </a:ext>
            </a:extLst>
          </p:cNvPr>
          <p:cNvSpPr>
            <a:spLocks noGrp="1"/>
          </p:cNvSpPr>
          <p:nvPr>
            <p:ph type="body" sz="quarter" idx="20" hasCustomPrompt="1"/>
          </p:nvPr>
        </p:nvSpPr>
        <p:spPr>
          <a:xfrm>
            <a:off x="252880" y="334029"/>
            <a:ext cx="11640298" cy="472794"/>
          </a:xfrm>
          <a:prstGeom prst="rect">
            <a:avLst/>
          </a:prstGeom>
        </p:spPr>
        <p:txBody>
          <a:bodyPr/>
          <a:lstStyle>
            <a:lvl1pPr>
              <a:defRPr sz="3600" b="1">
                <a:solidFill>
                  <a:schemeClr val="tx1"/>
                </a:solidFill>
              </a:defRPr>
            </a:lvl1pPr>
          </a:lstStyle>
          <a:p>
            <a:pPr lvl="0"/>
            <a:r>
              <a:rPr lang="en-US"/>
              <a:t>HEADER</a:t>
            </a:r>
          </a:p>
        </p:txBody>
      </p:sp>
      <p:sp>
        <p:nvSpPr>
          <p:cNvPr id="7" name="Text Placeholder 3">
            <a:extLst>
              <a:ext uri="{FF2B5EF4-FFF2-40B4-BE49-F238E27FC236}">
                <a16:creationId xmlns:a16="http://schemas.microsoft.com/office/drawing/2014/main" id="{6F1FD4CF-7EC5-E1BB-6828-B4942C11BD55}"/>
              </a:ext>
            </a:extLst>
          </p:cNvPr>
          <p:cNvSpPr>
            <a:spLocks noGrp="1"/>
          </p:cNvSpPr>
          <p:nvPr>
            <p:ph type="body" sz="quarter" idx="21" hasCustomPrompt="1"/>
          </p:nvPr>
        </p:nvSpPr>
        <p:spPr>
          <a:xfrm>
            <a:off x="252880" y="850163"/>
            <a:ext cx="11640298" cy="400426"/>
          </a:xfrm>
          <a:prstGeom prst="rect">
            <a:avLst/>
          </a:prstGeom>
        </p:spPr>
        <p:txBody>
          <a:bodyPr/>
          <a:lstStyle>
            <a:lvl1pPr>
              <a:defRPr sz="2000" b="0">
                <a:solidFill>
                  <a:schemeClr val="accent2"/>
                </a:solidFill>
              </a:defRPr>
            </a:lvl1pPr>
          </a:lstStyle>
          <a:p>
            <a:pPr lvl="0"/>
            <a:r>
              <a:rPr lang="en-US" dirty="0"/>
              <a:t>Optional Subheading</a:t>
            </a:r>
          </a:p>
        </p:txBody>
      </p:sp>
      <p:pic>
        <p:nvPicPr>
          <p:cNvPr id="2" name="Picture 1" descr="A white letter on a black background&#10;&#10;Description automatically generated">
            <a:extLst>
              <a:ext uri="{FF2B5EF4-FFF2-40B4-BE49-F238E27FC236}">
                <a16:creationId xmlns:a16="http://schemas.microsoft.com/office/drawing/2014/main" id="{DB75DC08-AA3D-0B9B-BE10-9FC365A6C05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3" name="Slide Number Placeholder 5">
            <a:extLst>
              <a:ext uri="{FF2B5EF4-FFF2-40B4-BE49-F238E27FC236}">
                <a16:creationId xmlns:a16="http://schemas.microsoft.com/office/drawing/2014/main" id="{BE5E0668-E0F2-65E6-9657-1B52048065B1}"/>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218850510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Navy header">
    <p:bg>
      <p:bgRef idx="1001">
        <a:schemeClr val="bg1"/>
      </p:bgRef>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5EC2E3C-1452-2CF0-2D31-0AA7112AA01E}"/>
              </a:ext>
            </a:extLst>
          </p:cNvPr>
          <p:cNvSpPr/>
          <p:nvPr userDrawn="1"/>
        </p:nvSpPr>
        <p:spPr>
          <a:xfrm>
            <a:off x="0" y="0"/>
            <a:ext cx="12192000" cy="152553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1"/>
              </a:solidFill>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11637583" cy="472794"/>
          </a:xfrm>
          <a:prstGeom prst="rect">
            <a:avLst/>
          </a:prstGeom>
        </p:spPr>
        <p:txBody>
          <a:bodyPr/>
          <a:lstStyle>
            <a:lvl1pPr>
              <a:defRPr sz="3600" b="1">
                <a:solidFill>
                  <a:schemeClr val="bg1"/>
                </a:solidFill>
              </a:defRPr>
            </a:lvl1pPr>
          </a:lstStyle>
          <a:p>
            <a:pPr lvl="0"/>
            <a:r>
              <a:rPr lang="en-US" dirty="0"/>
              <a:t>HEADER</a:t>
            </a:r>
          </a:p>
        </p:txBody>
      </p:sp>
      <p:sp>
        <p:nvSpPr>
          <p:cNvPr id="5" name="Text Placeholder 3">
            <a:extLst>
              <a:ext uri="{FF2B5EF4-FFF2-40B4-BE49-F238E27FC236}">
                <a16:creationId xmlns:a16="http://schemas.microsoft.com/office/drawing/2014/main" id="{4303C600-FDEF-8BAE-4300-C162C2F1C937}"/>
              </a:ext>
            </a:extLst>
          </p:cNvPr>
          <p:cNvSpPr>
            <a:spLocks noGrp="1"/>
          </p:cNvSpPr>
          <p:nvPr>
            <p:ph type="body" sz="quarter" idx="21" hasCustomPrompt="1"/>
          </p:nvPr>
        </p:nvSpPr>
        <p:spPr>
          <a:xfrm>
            <a:off x="252879" y="850163"/>
            <a:ext cx="11637583" cy="400426"/>
          </a:xfrm>
          <a:prstGeom prst="rect">
            <a:avLst/>
          </a:prstGeom>
        </p:spPr>
        <p:txBody>
          <a:bodyPr/>
          <a:lstStyle>
            <a:lvl1pPr>
              <a:defRPr sz="2000" b="0">
                <a:solidFill>
                  <a:schemeClr val="accent2"/>
                </a:solidFill>
              </a:defRPr>
            </a:lvl1pPr>
          </a:lstStyle>
          <a:p>
            <a:pPr lvl="0"/>
            <a:r>
              <a:rPr lang="en-US" dirty="0"/>
              <a:t>Optional Subheading</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996433"/>
            <a:ext cx="5498908" cy="1302218"/>
          </a:xfrm>
          <a:prstGeom prst="rect">
            <a:avLst/>
          </a:prstGeom>
        </p:spPr>
        <p:txBody>
          <a:bodyPr/>
          <a:lstStyle>
            <a:lvl1pPr>
              <a:defRPr sz="1800" b="0">
                <a:solidFill>
                  <a:schemeClr val="tx1"/>
                </a:solidFill>
              </a:defRPr>
            </a:lvl1pPr>
          </a:lstStyle>
          <a:p>
            <a:pPr lvl="0"/>
            <a:r>
              <a:rPr lang="en-US"/>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440214" y="1995029"/>
            <a:ext cx="5273670" cy="1302218"/>
          </a:xfrm>
          <a:prstGeom prst="rect">
            <a:avLst/>
          </a:prstGeom>
        </p:spPr>
        <p:txBody>
          <a:bodyPr/>
          <a:lstStyle>
            <a:lvl1pPr>
              <a:defRPr sz="1800" b="0">
                <a:solidFill>
                  <a:schemeClr val="tx1"/>
                </a:solidFill>
              </a:defRPr>
            </a:lvl1pPr>
          </a:lstStyle>
          <a:p>
            <a:pPr lvl="0"/>
            <a:r>
              <a:rPr lang="en-US" dirty="0"/>
              <a:t>Body Text</a:t>
            </a:r>
          </a:p>
        </p:txBody>
      </p:sp>
      <p:pic>
        <p:nvPicPr>
          <p:cNvPr id="3" name="Picture 2" descr="A white letter on a black background&#10;&#10;Description automatically generated">
            <a:extLst>
              <a:ext uri="{FF2B5EF4-FFF2-40B4-BE49-F238E27FC236}">
                <a16:creationId xmlns:a16="http://schemas.microsoft.com/office/drawing/2014/main" id="{C61579D1-BB64-0034-0B34-A926EBE6C2F0}"/>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8" name="Slide Number Placeholder 5">
            <a:extLst>
              <a:ext uri="{FF2B5EF4-FFF2-40B4-BE49-F238E27FC236}">
                <a16:creationId xmlns:a16="http://schemas.microsoft.com/office/drawing/2014/main" id="{3B45A491-AFF9-3457-68C5-1FE27924AE44}"/>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2" name="Picture 1" descr="A blue and black logo&#10;&#10;AI-generated content may be incorrect.">
            <a:extLst>
              <a:ext uri="{FF2B5EF4-FFF2-40B4-BE49-F238E27FC236}">
                <a16:creationId xmlns:a16="http://schemas.microsoft.com/office/drawing/2014/main" id="{F426F881-56F3-7278-C4B4-707468F2AC6C}"/>
              </a:ext>
            </a:extLst>
          </p:cNvPr>
          <p:cNvPicPr>
            <a:picLocks noChangeAspect="1"/>
          </p:cNvPicPr>
          <p:nvPr userDrawn="1"/>
        </p:nvPicPr>
        <p:blipFill>
          <a:blip r:embed="rId3"/>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503759952"/>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Navy header_vertical_white and gray">
    <p:bg>
      <p:bgPr>
        <a:solidFill>
          <a:schemeClr val="bg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5BBE77-57E1-C83A-49A5-1E133537A276}"/>
              </a:ext>
            </a:extLst>
          </p:cNvPr>
          <p:cNvSpPr/>
          <p:nvPr userDrawn="1"/>
        </p:nvSpPr>
        <p:spPr>
          <a:xfrm>
            <a:off x="6096000" y="0"/>
            <a:ext cx="6096000" cy="6858000"/>
          </a:xfrm>
          <a:prstGeom prst="rect">
            <a:avLst/>
          </a:prstGeom>
          <a:solidFill>
            <a:schemeClr val="bg1"/>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9" name="Rectangle 8">
            <a:extLst>
              <a:ext uri="{FF2B5EF4-FFF2-40B4-BE49-F238E27FC236}">
                <a16:creationId xmlns:a16="http://schemas.microsoft.com/office/drawing/2014/main" id="{75EC2E3C-1452-2CF0-2D31-0AA7112AA01E}"/>
              </a:ext>
            </a:extLst>
          </p:cNvPr>
          <p:cNvSpPr/>
          <p:nvPr userDrawn="1"/>
        </p:nvSpPr>
        <p:spPr>
          <a:xfrm>
            <a:off x="0" y="0"/>
            <a:ext cx="12192000" cy="152553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1"/>
              </a:solidFill>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11637583" cy="472794"/>
          </a:xfrm>
          <a:prstGeom prst="rect">
            <a:avLst/>
          </a:prstGeom>
        </p:spPr>
        <p:txBody>
          <a:bodyPr/>
          <a:lstStyle>
            <a:lvl1pPr>
              <a:defRPr sz="3600" b="1">
                <a:solidFill>
                  <a:schemeClr val="bg1"/>
                </a:solidFill>
              </a:defRPr>
            </a:lvl1pPr>
          </a:lstStyle>
          <a:p>
            <a:pPr lvl="0"/>
            <a:r>
              <a:rPr lang="en-US" dirty="0"/>
              <a:t>HEADER</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996433"/>
            <a:ext cx="5498908" cy="1302218"/>
          </a:xfrm>
          <a:prstGeom prst="rect">
            <a:avLst/>
          </a:prstGeom>
        </p:spPr>
        <p:txBody>
          <a:bodyPr/>
          <a:lstStyle>
            <a:lvl1pPr>
              <a:defRPr sz="1800" b="0">
                <a:solidFill>
                  <a:schemeClr val="tx1"/>
                </a:solidFill>
              </a:defRPr>
            </a:lvl1pPr>
          </a:lstStyle>
          <a:p>
            <a:pPr lvl="0"/>
            <a:r>
              <a:rPr lang="en-US" dirty="0"/>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440214" y="1995029"/>
            <a:ext cx="5273670" cy="1302218"/>
          </a:xfrm>
          <a:prstGeom prst="rect">
            <a:avLst/>
          </a:prstGeom>
        </p:spPr>
        <p:txBody>
          <a:bodyPr/>
          <a:lstStyle>
            <a:lvl1pPr>
              <a:defRPr sz="1800" b="0">
                <a:solidFill>
                  <a:schemeClr val="tx1"/>
                </a:solidFill>
              </a:defRPr>
            </a:lvl1pPr>
          </a:lstStyle>
          <a:p>
            <a:pPr lvl="0"/>
            <a:r>
              <a:rPr lang="en-US" dirty="0"/>
              <a:t>Body Text</a:t>
            </a:r>
          </a:p>
        </p:txBody>
      </p:sp>
      <p:pic>
        <p:nvPicPr>
          <p:cNvPr id="3" name="Picture 2" descr="A white letter on a black background&#10;&#10;Description automatically generated">
            <a:extLst>
              <a:ext uri="{FF2B5EF4-FFF2-40B4-BE49-F238E27FC236}">
                <a16:creationId xmlns:a16="http://schemas.microsoft.com/office/drawing/2014/main" id="{C61579D1-BB64-0034-0B34-A926EBE6C2F0}"/>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8" name="Slide Number Placeholder 5">
            <a:extLst>
              <a:ext uri="{FF2B5EF4-FFF2-40B4-BE49-F238E27FC236}">
                <a16:creationId xmlns:a16="http://schemas.microsoft.com/office/drawing/2014/main" id="{3B45A491-AFF9-3457-68C5-1FE27924AE44}"/>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11" name="Text Placeholder 3">
            <a:extLst>
              <a:ext uri="{FF2B5EF4-FFF2-40B4-BE49-F238E27FC236}">
                <a16:creationId xmlns:a16="http://schemas.microsoft.com/office/drawing/2014/main" id="{C5576E91-7C71-5036-49BC-D2CAB95CEE89}"/>
              </a:ext>
            </a:extLst>
          </p:cNvPr>
          <p:cNvSpPr>
            <a:spLocks noGrp="1"/>
          </p:cNvSpPr>
          <p:nvPr>
            <p:ph type="body" sz="quarter" idx="21" hasCustomPrompt="1"/>
          </p:nvPr>
        </p:nvSpPr>
        <p:spPr>
          <a:xfrm>
            <a:off x="252879" y="850163"/>
            <a:ext cx="11637583" cy="400426"/>
          </a:xfrm>
          <a:prstGeom prst="rect">
            <a:avLst/>
          </a:prstGeom>
        </p:spPr>
        <p:txBody>
          <a:bodyPr/>
          <a:lstStyle>
            <a:lvl1pPr>
              <a:defRPr sz="2000" b="0">
                <a:solidFill>
                  <a:schemeClr val="accent2"/>
                </a:solidFill>
              </a:defRPr>
            </a:lvl1pPr>
          </a:lstStyle>
          <a:p>
            <a:pPr lvl="0"/>
            <a:r>
              <a:rPr lang="en-US" dirty="0"/>
              <a:t>Optional Subheading</a:t>
            </a:r>
          </a:p>
        </p:txBody>
      </p:sp>
      <p:pic>
        <p:nvPicPr>
          <p:cNvPr id="5" name="Picture 4" descr="A blue and black logo&#10;&#10;AI-generated content may be incorrect.">
            <a:extLst>
              <a:ext uri="{FF2B5EF4-FFF2-40B4-BE49-F238E27FC236}">
                <a16:creationId xmlns:a16="http://schemas.microsoft.com/office/drawing/2014/main" id="{9F32BBF5-332F-D5EC-9CFD-D1CED34BF786}"/>
              </a:ext>
            </a:extLst>
          </p:cNvPr>
          <p:cNvPicPr>
            <a:picLocks noChangeAspect="1"/>
          </p:cNvPicPr>
          <p:nvPr userDrawn="1"/>
        </p:nvPicPr>
        <p:blipFill>
          <a:blip r:embed="rId3"/>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23765104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Navy header_horizontal_white and navy">
    <p:bg>
      <p:bgPr>
        <a:solidFill>
          <a:schemeClr val="bg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5BBE77-57E1-C83A-49A5-1E133537A276}"/>
              </a:ext>
            </a:extLst>
          </p:cNvPr>
          <p:cNvSpPr/>
          <p:nvPr userDrawn="1"/>
        </p:nvSpPr>
        <p:spPr>
          <a:xfrm>
            <a:off x="0" y="1"/>
            <a:ext cx="12192000" cy="4181802"/>
          </a:xfrm>
          <a:prstGeom prst="rect">
            <a:avLst/>
          </a:prstGeom>
          <a:solidFill>
            <a:schemeClr val="bg1"/>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9" name="Rectangle 8">
            <a:extLst>
              <a:ext uri="{FF2B5EF4-FFF2-40B4-BE49-F238E27FC236}">
                <a16:creationId xmlns:a16="http://schemas.microsoft.com/office/drawing/2014/main" id="{75EC2E3C-1452-2CF0-2D31-0AA7112AA01E}"/>
              </a:ext>
            </a:extLst>
          </p:cNvPr>
          <p:cNvSpPr/>
          <p:nvPr userDrawn="1"/>
        </p:nvSpPr>
        <p:spPr>
          <a:xfrm>
            <a:off x="0" y="0"/>
            <a:ext cx="12192000" cy="1525532"/>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solidFill>
                <a:schemeClr val="accent1"/>
              </a:solidFill>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11637583" cy="472794"/>
          </a:xfrm>
          <a:prstGeom prst="rect">
            <a:avLst/>
          </a:prstGeom>
        </p:spPr>
        <p:txBody>
          <a:bodyPr/>
          <a:lstStyle>
            <a:lvl1pPr>
              <a:defRPr sz="3600" b="1">
                <a:solidFill>
                  <a:schemeClr val="bg1"/>
                </a:solidFill>
              </a:defRPr>
            </a:lvl1pPr>
          </a:lstStyle>
          <a:p>
            <a:pPr lvl="0"/>
            <a:r>
              <a:rPr lang="en-US" dirty="0"/>
              <a:t>HEADER</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996433"/>
            <a:ext cx="5430745" cy="1302218"/>
          </a:xfrm>
          <a:prstGeom prst="rect">
            <a:avLst/>
          </a:prstGeom>
        </p:spPr>
        <p:txBody>
          <a:bodyPr/>
          <a:lstStyle>
            <a:lvl1pPr>
              <a:defRPr sz="1800" b="0">
                <a:solidFill>
                  <a:schemeClr val="tx1"/>
                </a:solidFill>
              </a:defRPr>
            </a:lvl1pPr>
          </a:lstStyle>
          <a:p>
            <a:pPr lvl="0"/>
            <a:r>
              <a:rPr lang="en-US"/>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283138" y="1995029"/>
            <a:ext cx="5430745" cy="1302218"/>
          </a:xfrm>
          <a:prstGeom prst="rect">
            <a:avLst/>
          </a:prstGeom>
        </p:spPr>
        <p:txBody>
          <a:bodyPr/>
          <a:lstStyle>
            <a:lvl1pPr>
              <a:defRPr sz="1800" b="0">
                <a:solidFill>
                  <a:schemeClr val="tx1"/>
                </a:solidFill>
              </a:defRPr>
            </a:lvl1pPr>
          </a:lstStyle>
          <a:p>
            <a:pPr lvl="0"/>
            <a:r>
              <a:rPr lang="en-US" dirty="0"/>
              <a:t>Body Text</a:t>
            </a:r>
          </a:p>
        </p:txBody>
      </p:sp>
      <p:sp>
        <p:nvSpPr>
          <p:cNvPr id="8" name="Slide Number Placeholder 5">
            <a:extLst>
              <a:ext uri="{FF2B5EF4-FFF2-40B4-BE49-F238E27FC236}">
                <a16:creationId xmlns:a16="http://schemas.microsoft.com/office/drawing/2014/main" id="{3B45A491-AFF9-3457-68C5-1FE27924AE44}"/>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3" name="Text Placeholder 3">
            <a:extLst>
              <a:ext uri="{FF2B5EF4-FFF2-40B4-BE49-F238E27FC236}">
                <a16:creationId xmlns:a16="http://schemas.microsoft.com/office/drawing/2014/main" id="{6A484E9F-8188-4F54-F221-DB72D5B876E2}"/>
              </a:ext>
            </a:extLst>
          </p:cNvPr>
          <p:cNvSpPr>
            <a:spLocks noGrp="1"/>
          </p:cNvSpPr>
          <p:nvPr>
            <p:ph type="body" sz="quarter" idx="21" hasCustomPrompt="1"/>
          </p:nvPr>
        </p:nvSpPr>
        <p:spPr>
          <a:xfrm>
            <a:off x="252879" y="850163"/>
            <a:ext cx="11637583" cy="400426"/>
          </a:xfrm>
          <a:prstGeom prst="rect">
            <a:avLst/>
          </a:prstGeom>
        </p:spPr>
        <p:txBody>
          <a:bodyPr/>
          <a:lstStyle>
            <a:lvl1pPr>
              <a:defRPr sz="2000" b="0">
                <a:solidFill>
                  <a:schemeClr val="accent2"/>
                </a:solidFill>
              </a:defRPr>
            </a:lvl1pPr>
          </a:lstStyle>
          <a:p>
            <a:pPr lvl="0"/>
            <a:r>
              <a:rPr lang="en-US" dirty="0"/>
              <a:t>Optional Subheading</a:t>
            </a:r>
          </a:p>
        </p:txBody>
      </p:sp>
      <p:pic>
        <p:nvPicPr>
          <p:cNvPr id="5" name="Picture 4" descr="A blue and black logo&#10;&#10;AI-generated content may be incorrect.">
            <a:extLst>
              <a:ext uri="{FF2B5EF4-FFF2-40B4-BE49-F238E27FC236}">
                <a16:creationId xmlns:a16="http://schemas.microsoft.com/office/drawing/2014/main" id="{2525936D-2C54-53A3-FEDC-E66F1F6251D8}"/>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368892978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Half_Ligh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5BBE77-57E1-C83A-49A5-1E133537A276}"/>
              </a:ext>
            </a:extLst>
          </p:cNvPr>
          <p:cNvSpPr/>
          <p:nvPr userDrawn="1"/>
        </p:nvSpPr>
        <p:spPr>
          <a:xfrm>
            <a:off x="6096000" y="1"/>
            <a:ext cx="6096000"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5529124" cy="472794"/>
          </a:xfrm>
          <a:prstGeom prst="rect">
            <a:avLst/>
          </a:prstGeom>
        </p:spPr>
        <p:txBody>
          <a:bodyPr/>
          <a:lstStyle>
            <a:lvl1pPr>
              <a:defRPr sz="3600" b="1">
                <a:solidFill>
                  <a:schemeClr val="tx1"/>
                </a:solidFill>
              </a:defRPr>
            </a:lvl1pPr>
          </a:lstStyle>
          <a:p>
            <a:pPr lvl="0"/>
            <a:r>
              <a:rPr lang="en-US"/>
              <a:t>HEADER</a:t>
            </a:r>
          </a:p>
        </p:txBody>
      </p:sp>
      <p:sp>
        <p:nvSpPr>
          <p:cNvPr id="5" name="Text Placeholder 3">
            <a:extLst>
              <a:ext uri="{FF2B5EF4-FFF2-40B4-BE49-F238E27FC236}">
                <a16:creationId xmlns:a16="http://schemas.microsoft.com/office/drawing/2014/main" id="{4303C600-FDEF-8BAE-4300-C162C2F1C937}"/>
              </a:ext>
            </a:extLst>
          </p:cNvPr>
          <p:cNvSpPr>
            <a:spLocks noGrp="1"/>
          </p:cNvSpPr>
          <p:nvPr>
            <p:ph type="body" sz="quarter" idx="21" hasCustomPrompt="1"/>
          </p:nvPr>
        </p:nvSpPr>
        <p:spPr>
          <a:xfrm>
            <a:off x="252879" y="850163"/>
            <a:ext cx="5529124" cy="400426"/>
          </a:xfrm>
          <a:prstGeom prst="rect">
            <a:avLst/>
          </a:prstGeom>
        </p:spPr>
        <p:txBody>
          <a:bodyPr/>
          <a:lstStyle>
            <a:lvl1pPr>
              <a:defRPr sz="2000" b="0">
                <a:solidFill>
                  <a:schemeClr val="bg1">
                    <a:lumMod val="50000"/>
                  </a:schemeClr>
                </a:solidFill>
              </a:defRPr>
            </a:lvl1pPr>
          </a:lstStyle>
          <a:p>
            <a:pPr lvl="0"/>
            <a:r>
              <a:rPr lang="en-US" dirty="0"/>
              <a:t>Optional Subheading</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279617"/>
            <a:ext cx="5529124" cy="1302218"/>
          </a:xfrm>
          <a:prstGeom prst="rect">
            <a:avLst/>
          </a:prstGeom>
        </p:spPr>
        <p:txBody>
          <a:bodyPr/>
          <a:lstStyle>
            <a:lvl1pPr>
              <a:defRPr sz="1800" b="0">
                <a:solidFill>
                  <a:schemeClr val="tx1"/>
                </a:solidFill>
              </a:defRPr>
            </a:lvl1pPr>
          </a:lstStyle>
          <a:p>
            <a:pPr lvl="0"/>
            <a:r>
              <a:rPr lang="en-US"/>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432331" y="334029"/>
            <a:ext cx="5281552" cy="1302218"/>
          </a:xfrm>
          <a:prstGeom prst="rect">
            <a:avLst/>
          </a:prstGeom>
        </p:spPr>
        <p:txBody>
          <a:bodyPr/>
          <a:lstStyle>
            <a:lvl1pPr>
              <a:defRPr sz="1800" b="0">
                <a:solidFill>
                  <a:schemeClr val="bg1"/>
                </a:solidFill>
              </a:defRPr>
            </a:lvl1pPr>
          </a:lstStyle>
          <a:p>
            <a:pPr lvl="0"/>
            <a:r>
              <a:rPr lang="en-US" dirty="0"/>
              <a:t>Body Text</a:t>
            </a:r>
          </a:p>
        </p:txBody>
      </p:sp>
      <p:pic>
        <p:nvPicPr>
          <p:cNvPr id="3" name="Picture 2" descr="A white letter on a black background&#10;&#10;Description automatically generated">
            <a:extLst>
              <a:ext uri="{FF2B5EF4-FFF2-40B4-BE49-F238E27FC236}">
                <a16:creationId xmlns:a16="http://schemas.microsoft.com/office/drawing/2014/main" id="{C61579D1-BB64-0034-0B34-A926EBE6C2F0}"/>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8" name="Slide Number Placeholder 5">
            <a:extLst>
              <a:ext uri="{FF2B5EF4-FFF2-40B4-BE49-F238E27FC236}">
                <a16:creationId xmlns:a16="http://schemas.microsoft.com/office/drawing/2014/main" id="{3B45A491-AFF9-3457-68C5-1FE27924AE44}"/>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241281186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Half_Grey">
    <p:bg>
      <p:bgPr>
        <a:solidFill>
          <a:schemeClr val="bg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5BBE77-57E1-C83A-49A5-1E133537A276}"/>
              </a:ext>
            </a:extLst>
          </p:cNvPr>
          <p:cNvSpPr/>
          <p:nvPr userDrawn="1"/>
        </p:nvSpPr>
        <p:spPr>
          <a:xfrm>
            <a:off x="6096000" y="1"/>
            <a:ext cx="6096000"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5552142" cy="472794"/>
          </a:xfrm>
          <a:prstGeom prst="rect">
            <a:avLst/>
          </a:prstGeom>
        </p:spPr>
        <p:txBody>
          <a:bodyPr/>
          <a:lstStyle>
            <a:lvl1pPr>
              <a:defRPr sz="3600" b="1">
                <a:solidFill>
                  <a:schemeClr val="tx1"/>
                </a:solidFill>
              </a:defRPr>
            </a:lvl1pPr>
          </a:lstStyle>
          <a:p>
            <a:pPr lvl="0"/>
            <a:r>
              <a:rPr lang="en-US"/>
              <a:t>HEADER</a:t>
            </a:r>
          </a:p>
        </p:txBody>
      </p:sp>
      <p:sp>
        <p:nvSpPr>
          <p:cNvPr id="5" name="Text Placeholder 3">
            <a:extLst>
              <a:ext uri="{FF2B5EF4-FFF2-40B4-BE49-F238E27FC236}">
                <a16:creationId xmlns:a16="http://schemas.microsoft.com/office/drawing/2014/main" id="{4303C600-FDEF-8BAE-4300-C162C2F1C937}"/>
              </a:ext>
            </a:extLst>
          </p:cNvPr>
          <p:cNvSpPr>
            <a:spLocks noGrp="1"/>
          </p:cNvSpPr>
          <p:nvPr>
            <p:ph type="body" sz="quarter" idx="21" hasCustomPrompt="1"/>
          </p:nvPr>
        </p:nvSpPr>
        <p:spPr>
          <a:xfrm>
            <a:off x="252879" y="850163"/>
            <a:ext cx="5552142" cy="400426"/>
          </a:xfrm>
          <a:prstGeom prst="rect">
            <a:avLst/>
          </a:prstGeom>
        </p:spPr>
        <p:txBody>
          <a:bodyPr/>
          <a:lstStyle>
            <a:lvl1pPr>
              <a:defRPr sz="2000" b="0">
                <a:solidFill>
                  <a:schemeClr val="tx1">
                    <a:lumMod val="50000"/>
                    <a:lumOff val="50000"/>
                  </a:schemeClr>
                </a:solidFill>
              </a:defRPr>
            </a:lvl1pPr>
          </a:lstStyle>
          <a:p>
            <a:pPr lvl="0"/>
            <a:r>
              <a:rPr lang="en-US" dirty="0"/>
              <a:t>Optional Subheading</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279617"/>
            <a:ext cx="5552142" cy="1302218"/>
          </a:xfrm>
          <a:prstGeom prst="rect">
            <a:avLst/>
          </a:prstGeom>
        </p:spPr>
        <p:txBody>
          <a:bodyPr/>
          <a:lstStyle>
            <a:lvl1pPr>
              <a:defRPr sz="1800" b="0">
                <a:solidFill>
                  <a:schemeClr val="tx1"/>
                </a:solidFill>
              </a:defRPr>
            </a:lvl1pPr>
          </a:lstStyle>
          <a:p>
            <a:pPr lvl="0"/>
            <a:r>
              <a:rPr lang="en-US" dirty="0"/>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388976" y="334029"/>
            <a:ext cx="5324907" cy="1302218"/>
          </a:xfrm>
          <a:prstGeom prst="rect">
            <a:avLst/>
          </a:prstGeom>
        </p:spPr>
        <p:txBody>
          <a:bodyPr/>
          <a:lstStyle>
            <a:lvl1pPr>
              <a:defRPr sz="1800" b="0">
                <a:solidFill>
                  <a:schemeClr val="bg1"/>
                </a:solidFill>
              </a:defRPr>
            </a:lvl1pPr>
          </a:lstStyle>
          <a:p>
            <a:pPr lvl="0"/>
            <a:r>
              <a:rPr lang="en-US" dirty="0"/>
              <a:t>Body Text</a:t>
            </a:r>
          </a:p>
        </p:txBody>
      </p:sp>
      <p:pic>
        <p:nvPicPr>
          <p:cNvPr id="3" name="Picture 2" descr="A white letter on a black background&#10;&#10;Description automatically generated">
            <a:extLst>
              <a:ext uri="{FF2B5EF4-FFF2-40B4-BE49-F238E27FC236}">
                <a16:creationId xmlns:a16="http://schemas.microsoft.com/office/drawing/2014/main" id="{C61579D1-BB64-0034-0B34-A926EBE6C2F0}"/>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8" name="Slide Number Placeholder 5">
            <a:extLst>
              <a:ext uri="{FF2B5EF4-FFF2-40B4-BE49-F238E27FC236}">
                <a16:creationId xmlns:a16="http://schemas.microsoft.com/office/drawing/2014/main" id="{3B45A491-AFF9-3457-68C5-1FE27924AE44}"/>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368866187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Third_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852ED9D-A47B-439C-9538-591DEFF73947}"/>
              </a:ext>
            </a:extLst>
          </p:cNvPr>
          <p:cNvSpPr/>
          <p:nvPr userDrawn="1"/>
        </p:nvSpPr>
        <p:spPr bwMode="white">
          <a:xfrm flipH="1">
            <a:off x="8176828" y="0"/>
            <a:ext cx="4015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rtl="0"/>
            <a:endParaRPr lang="en-US" sz="1200" dirty="0">
              <a:solidFill>
                <a:schemeClr val="bg1"/>
              </a:solidFill>
              <a:latin typeface="+mn-lt"/>
              <a:ea typeface="+mn-ea"/>
              <a:cs typeface="+mn-cs"/>
              <a:sym typeface="+mn-lt"/>
            </a:endParaRPr>
          </a:p>
        </p:txBody>
      </p:sp>
      <p:sp>
        <p:nvSpPr>
          <p:cNvPr id="14" name="Text Placeholder 3">
            <a:extLst>
              <a:ext uri="{FF2B5EF4-FFF2-40B4-BE49-F238E27FC236}">
                <a16:creationId xmlns:a16="http://schemas.microsoft.com/office/drawing/2014/main" id="{C10209AB-BC5D-5639-995B-AA00B6DF58C3}"/>
              </a:ext>
            </a:extLst>
          </p:cNvPr>
          <p:cNvSpPr>
            <a:spLocks noGrp="1"/>
          </p:cNvSpPr>
          <p:nvPr>
            <p:ph type="body" sz="quarter" idx="20" hasCustomPrompt="1"/>
          </p:nvPr>
        </p:nvSpPr>
        <p:spPr>
          <a:xfrm>
            <a:off x="252879" y="334029"/>
            <a:ext cx="7659968" cy="472794"/>
          </a:xfrm>
          <a:prstGeom prst="rect">
            <a:avLst/>
          </a:prstGeom>
        </p:spPr>
        <p:txBody>
          <a:bodyPr/>
          <a:lstStyle>
            <a:lvl1pPr>
              <a:defRPr sz="3600" b="1">
                <a:solidFill>
                  <a:schemeClr val="tx1"/>
                </a:solidFill>
              </a:defRPr>
            </a:lvl1pPr>
          </a:lstStyle>
          <a:p>
            <a:pPr lvl="0"/>
            <a:r>
              <a:rPr lang="en-US"/>
              <a:t>HEADER</a:t>
            </a:r>
          </a:p>
        </p:txBody>
      </p:sp>
      <p:sp>
        <p:nvSpPr>
          <p:cNvPr id="15" name="Text Placeholder 3">
            <a:extLst>
              <a:ext uri="{FF2B5EF4-FFF2-40B4-BE49-F238E27FC236}">
                <a16:creationId xmlns:a16="http://schemas.microsoft.com/office/drawing/2014/main" id="{4876C07F-C862-8F33-3AA1-1D7696D373FE}"/>
              </a:ext>
            </a:extLst>
          </p:cNvPr>
          <p:cNvSpPr>
            <a:spLocks noGrp="1"/>
          </p:cNvSpPr>
          <p:nvPr>
            <p:ph type="body" sz="quarter" idx="21" hasCustomPrompt="1"/>
          </p:nvPr>
        </p:nvSpPr>
        <p:spPr>
          <a:xfrm>
            <a:off x="252879" y="850163"/>
            <a:ext cx="7659968" cy="400426"/>
          </a:xfrm>
          <a:prstGeom prst="rect">
            <a:avLst/>
          </a:prstGeom>
        </p:spPr>
        <p:txBody>
          <a:bodyPr/>
          <a:lstStyle>
            <a:lvl1pPr>
              <a:defRPr sz="2000" b="0">
                <a:solidFill>
                  <a:schemeClr val="bg1">
                    <a:lumMod val="50000"/>
                  </a:schemeClr>
                </a:solidFill>
              </a:defRPr>
            </a:lvl1pPr>
          </a:lstStyle>
          <a:p>
            <a:pPr lvl="0"/>
            <a:r>
              <a:rPr lang="en-US" dirty="0"/>
              <a:t>Optional Subheading</a:t>
            </a:r>
          </a:p>
        </p:txBody>
      </p:sp>
      <p:sp>
        <p:nvSpPr>
          <p:cNvPr id="17" name="Text Placeholder 3">
            <a:extLst>
              <a:ext uri="{FF2B5EF4-FFF2-40B4-BE49-F238E27FC236}">
                <a16:creationId xmlns:a16="http://schemas.microsoft.com/office/drawing/2014/main" id="{CCB82393-18FF-E10B-4F59-4DCC8D63A136}"/>
              </a:ext>
            </a:extLst>
          </p:cNvPr>
          <p:cNvSpPr>
            <a:spLocks noGrp="1"/>
          </p:cNvSpPr>
          <p:nvPr>
            <p:ph type="body" sz="quarter" idx="23" hasCustomPrompt="1"/>
          </p:nvPr>
        </p:nvSpPr>
        <p:spPr>
          <a:xfrm>
            <a:off x="8429706" y="334029"/>
            <a:ext cx="3447856" cy="1302218"/>
          </a:xfrm>
          <a:prstGeom prst="rect">
            <a:avLst/>
          </a:prstGeom>
        </p:spPr>
        <p:txBody>
          <a:bodyPr/>
          <a:lstStyle>
            <a:lvl1pPr>
              <a:defRPr sz="1800" b="0">
                <a:solidFill>
                  <a:schemeClr val="bg2"/>
                </a:solidFill>
              </a:defRPr>
            </a:lvl1pPr>
          </a:lstStyle>
          <a:p>
            <a:pPr lvl="0"/>
            <a:r>
              <a:rPr lang="en-US"/>
              <a:t>Body Text</a:t>
            </a:r>
          </a:p>
        </p:txBody>
      </p:sp>
      <p:sp>
        <p:nvSpPr>
          <p:cNvPr id="18" name="Text Placeholder 3">
            <a:extLst>
              <a:ext uri="{FF2B5EF4-FFF2-40B4-BE49-F238E27FC236}">
                <a16:creationId xmlns:a16="http://schemas.microsoft.com/office/drawing/2014/main" id="{81A7B140-662B-DC94-6405-EE68EDC9D0C5}"/>
              </a:ext>
            </a:extLst>
          </p:cNvPr>
          <p:cNvSpPr>
            <a:spLocks noGrp="1"/>
          </p:cNvSpPr>
          <p:nvPr>
            <p:ph type="body" sz="quarter" idx="24" hasCustomPrompt="1"/>
          </p:nvPr>
        </p:nvSpPr>
        <p:spPr>
          <a:xfrm>
            <a:off x="4147672" y="1279617"/>
            <a:ext cx="3765176" cy="1302218"/>
          </a:xfrm>
          <a:prstGeom prst="rect">
            <a:avLst/>
          </a:prstGeom>
        </p:spPr>
        <p:txBody>
          <a:bodyPr/>
          <a:lstStyle>
            <a:lvl1pPr>
              <a:defRPr sz="1800" b="0">
                <a:solidFill>
                  <a:schemeClr val="tx1"/>
                </a:solidFill>
              </a:defRPr>
            </a:lvl1pPr>
          </a:lstStyle>
          <a:p>
            <a:pPr lvl="0"/>
            <a:r>
              <a:rPr lang="en-US"/>
              <a:t>Body Text</a:t>
            </a:r>
          </a:p>
        </p:txBody>
      </p:sp>
      <p:sp>
        <p:nvSpPr>
          <p:cNvPr id="19" name="Text Placeholder 3">
            <a:extLst>
              <a:ext uri="{FF2B5EF4-FFF2-40B4-BE49-F238E27FC236}">
                <a16:creationId xmlns:a16="http://schemas.microsoft.com/office/drawing/2014/main" id="{425DC67A-5A45-CB62-FF19-EFC609DA1E5F}"/>
              </a:ext>
            </a:extLst>
          </p:cNvPr>
          <p:cNvSpPr>
            <a:spLocks noGrp="1"/>
          </p:cNvSpPr>
          <p:nvPr>
            <p:ph type="body" sz="quarter" idx="25" hasCustomPrompt="1"/>
          </p:nvPr>
        </p:nvSpPr>
        <p:spPr>
          <a:xfrm>
            <a:off x="256057" y="1279617"/>
            <a:ext cx="3765176" cy="1302218"/>
          </a:xfrm>
          <a:prstGeom prst="rect">
            <a:avLst/>
          </a:prstGeom>
        </p:spPr>
        <p:txBody>
          <a:bodyPr/>
          <a:lstStyle>
            <a:lvl1pPr>
              <a:defRPr sz="1800" b="0">
                <a:solidFill>
                  <a:schemeClr val="tx1"/>
                </a:solidFill>
              </a:defRPr>
            </a:lvl1pPr>
          </a:lstStyle>
          <a:p>
            <a:pPr lvl="0"/>
            <a:r>
              <a:rPr lang="en-US"/>
              <a:t>Body Text</a:t>
            </a:r>
          </a:p>
        </p:txBody>
      </p:sp>
      <p:pic>
        <p:nvPicPr>
          <p:cNvPr id="2" name="Picture 1" descr="A white letter on a black background&#10;&#10;Description automatically generated">
            <a:extLst>
              <a:ext uri="{FF2B5EF4-FFF2-40B4-BE49-F238E27FC236}">
                <a16:creationId xmlns:a16="http://schemas.microsoft.com/office/drawing/2014/main" id="{BC8AA433-2DBB-7B92-6617-F9900D37438A}"/>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4" name="Slide Number Placeholder 5">
            <a:extLst>
              <a:ext uri="{FF2B5EF4-FFF2-40B4-BE49-F238E27FC236}">
                <a16:creationId xmlns:a16="http://schemas.microsoft.com/office/drawing/2014/main" id="{5F050514-7106-E773-8C50-A6D55BF20857}"/>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26826314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Quarter_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A078545-1CC2-4F91-AD6A-4A06A58E78E6}"/>
              </a:ext>
            </a:extLst>
          </p:cNvPr>
          <p:cNvSpPr/>
          <p:nvPr userDrawn="1"/>
        </p:nvSpPr>
        <p:spPr bwMode="white">
          <a:xfrm flipH="1">
            <a:off x="9034270" y="0"/>
            <a:ext cx="3157729"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rtl="0"/>
            <a:endParaRPr lang="en-US" sz="1200">
              <a:solidFill>
                <a:schemeClr val="bg1"/>
              </a:solidFill>
              <a:latin typeface="+mn-lt"/>
              <a:ea typeface="+mn-ea"/>
              <a:cs typeface="+mn-cs"/>
              <a:sym typeface="+mn-lt"/>
            </a:endParaRPr>
          </a:p>
        </p:txBody>
      </p:sp>
      <p:sp>
        <p:nvSpPr>
          <p:cNvPr id="5" name="Text Placeholder 3">
            <a:extLst>
              <a:ext uri="{FF2B5EF4-FFF2-40B4-BE49-F238E27FC236}">
                <a16:creationId xmlns:a16="http://schemas.microsoft.com/office/drawing/2014/main" id="{02644560-B9B3-84ED-6AF8-DA264F052CE3}"/>
              </a:ext>
            </a:extLst>
          </p:cNvPr>
          <p:cNvSpPr>
            <a:spLocks noGrp="1"/>
          </p:cNvSpPr>
          <p:nvPr>
            <p:ph type="body" sz="quarter" idx="20" hasCustomPrompt="1"/>
          </p:nvPr>
        </p:nvSpPr>
        <p:spPr>
          <a:xfrm>
            <a:off x="252879" y="334029"/>
            <a:ext cx="8568392" cy="472794"/>
          </a:xfrm>
          <a:prstGeom prst="rect">
            <a:avLst/>
          </a:prstGeom>
        </p:spPr>
        <p:txBody>
          <a:bodyPr/>
          <a:lstStyle>
            <a:lvl1pPr>
              <a:defRPr sz="3600" b="1">
                <a:solidFill>
                  <a:schemeClr val="tx1"/>
                </a:solidFill>
              </a:defRPr>
            </a:lvl1pPr>
          </a:lstStyle>
          <a:p>
            <a:pPr lvl="0"/>
            <a:r>
              <a:rPr lang="en-US"/>
              <a:t>HEADER</a:t>
            </a:r>
          </a:p>
        </p:txBody>
      </p:sp>
      <p:sp>
        <p:nvSpPr>
          <p:cNvPr id="9" name="Text Placeholder 3">
            <a:extLst>
              <a:ext uri="{FF2B5EF4-FFF2-40B4-BE49-F238E27FC236}">
                <a16:creationId xmlns:a16="http://schemas.microsoft.com/office/drawing/2014/main" id="{F87E85F7-7D0D-F475-DD2A-1421C0103407}"/>
              </a:ext>
            </a:extLst>
          </p:cNvPr>
          <p:cNvSpPr>
            <a:spLocks noGrp="1"/>
          </p:cNvSpPr>
          <p:nvPr>
            <p:ph type="body" sz="quarter" idx="21" hasCustomPrompt="1"/>
          </p:nvPr>
        </p:nvSpPr>
        <p:spPr>
          <a:xfrm>
            <a:off x="252879" y="850163"/>
            <a:ext cx="8568392" cy="400426"/>
          </a:xfrm>
          <a:prstGeom prst="rect">
            <a:avLst/>
          </a:prstGeom>
        </p:spPr>
        <p:txBody>
          <a:bodyPr/>
          <a:lstStyle>
            <a:lvl1pPr>
              <a:defRPr sz="2000" b="0">
                <a:solidFill>
                  <a:schemeClr val="bg1">
                    <a:lumMod val="50000"/>
                  </a:schemeClr>
                </a:solidFill>
              </a:defRPr>
            </a:lvl1pPr>
          </a:lstStyle>
          <a:p>
            <a:pPr lvl="0"/>
            <a:r>
              <a:rPr lang="en-US" dirty="0"/>
              <a:t>Optional Subheading</a:t>
            </a:r>
          </a:p>
        </p:txBody>
      </p:sp>
      <p:sp>
        <p:nvSpPr>
          <p:cNvPr id="13" name="Text Placeholder 3">
            <a:extLst>
              <a:ext uri="{FF2B5EF4-FFF2-40B4-BE49-F238E27FC236}">
                <a16:creationId xmlns:a16="http://schemas.microsoft.com/office/drawing/2014/main" id="{680BA5B0-6E16-3BD2-8EF7-9D14B9CE35A1}"/>
              </a:ext>
            </a:extLst>
          </p:cNvPr>
          <p:cNvSpPr>
            <a:spLocks noGrp="1"/>
          </p:cNvSpPr>
          <p:nvPr>
            <p:ph type="body" sz="quarter" idx="23" hasCustomPrompt="1"/>
          </p:nvPr>
        </p:nvSpPr>
        <p:spPr>
          <a:xfrm>
            <a:off x="4619812" y="1279617"/>
            <a:ext cx="4201459" cy="1302218"/>
          </a:xfrm>
          <a:prstGeom prst="rect">
            <a:avLst/>
          </a:prstGeom>
        </p:spPr>
        <p:txBody>
          <a:bodyPr/>
          <a:lstStyle>
            <a:lvl1pPr>
              <a:defRPr sz="1800" b="0">
                <a:solidFill>
                  <a:schemeClr val="tx1"/>
                </a:solidFill>
              </a:defRPr>
            </a:lvl1pPr>
          </a:lstStyle>
          <a:p>
            <a:pPr lvl="0"/>
            <a:r>
              <a:rPr lang="en-US"/>
              <a:t>Body Text</a:t>
            </a:r>
          </a:p>
        </p:txBody>
      </p:sp>
      <p:sp>
        <p:nvSpPr>
          <p:cNvPr id="14" name="Text Placeholder 3">
            <a:extLst>
              <a:ext uri="{FF2B5EF4-FFF2-40B4-BE49-F238E27FC236}">
                <a16:creationId xmlns:a16="http://schemas.microsoft.com/office/drawing/2014/main" id="{6EFDE5E2-A2B1-4F30-725D-C6378CC05264}"/>
              </a:ext>
            </a:extLst>
          </p:cNvPr>
          <p:cNvSpPr>
            <a:spLocks noGrp="1"/>
          </p:cNvSpPr>
          <p:nvPr>
            <p:ph type="body" sz="quarter" idx="24" hasCustomPrompt="1"/>
          </p:nvPr>
        </p:nvSpPr>
        <p:spPr>
          <a:xfrm>
            <a:off x="252879" y="1279617"/>
            <a:ext cx="4201459" cy="1302218"/>
          </a:xfrm>
          <a:prstGeom prst="rect">
            <a:avLst/>
          </a:prstGeom>
        </p:spPr>
        <p:txBody>
          <a:bodyPr/>
          <a:lstStyle>
            <a:lvl1pPr>
              <a:defRPr sz="1800" b="0">
                <a:solidFill>
                  <a:schemeClr val="tx1"/>
                </a:solidFill>
              </a:defRPr>
            </a:lvl1pPr>
          </a:lstStyle>
          <a:p>
            <a:pPr lvl="0"/>
            <a:r>
              <a:rPr lang="en-US"/>
              <a:t>Body Text</a:t>
            </a:r>
          </a:p>
        </p:txBody>
      </p:sp>
      <p:pic>
        <p:nvPicPr>
          <p:cNvPr id="2" name="Picture 1" descr="A white letter on a black background&#10;&#10;Description automatically generated">
            <a:extLst>
              <a:ext uri="{FF2B5EF4-FFF2-40B4-BE49-F238E27FC236}">
                <a16:creationId xmlns:a16="http://schemas.microsoft.com/office/drawing/2014/main" id="{ADA6CEA4-AEFF-8A6F-AEA1-AED25C2F26E4}"/>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4" name="Slide Number Placeholder 5">
            <a:extLst>
              <a:ext uri="{FF2B5EF4-FFF2-40B4-BE49-F238E27FC236}">
                <a16:creationId xmlns:a16="http://schemas.microsoft.com/office/drawing/2014/main" id="{3160C12B-0714-9878-9E38-E095885D1376}"/>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3" name="Text Placeholder 3">
            <a:extLst>
              <a:ext uri="{FF2B5EF4-FFF2-40B4-BE49-F238E27FC236}">
                <a16:creationId xmlns:a16="http://schemas.microsoft.com/office/drawing/2014/main" id="{7466A622-79A1-C1B1-160B-C61F4B5F0FE8}"/>
              </a:ext>
            </a:extLst>
          </p:cNvPr>
          <p:cNvSpPr>
            <a:spLocks noGrp="1"/>
          </p:cNvSpPr>
          <p:nvPr>
            <p:ph type="body" sz="quarter" idx="25" hasCustomPrompt="1"/>
          </p:nvPr>
        </p:nvSpPr>
        <p:spPr>
          <a:xfrm>
            <a:off x="9333186" y="334029"/>
            <a:ext cx="2544376" cy="1302218"/>
          </a:xfrm>
          <a:prstGeom prst="rect">
            <a:avLst/>
          </a:prstGeom>
        </p:spPr>
        <p:txBody>
          <a:bodyPr/>
          <a:lstStyle>
            <a:lvl1pPr>
              <a:defRPr sz="1800" b="0">
                <a:solidFill>
                  <a:schemeClr val="bg1"/>
                </a:solidFill>
              </a:defRPr>
            </a:lvl1pPr>
          </a:lstStyle>
          <a:p>
            <a:pPr lvl="0"/>
            <a:r>
              <a:rPr lang="en-US" dirty="0"/>
              <a:t>Body Text</a:t>
            </a:r>
          </a:p>
        </p:txBody>
      </p:sp>
    </p:spTree>
    <p:extLst>
      <p:ext uri="{BB962C8B-B14F-4D97-AF65-F5344CB8AC3E}">
        <p14:creationId xmlns:p14="http://schemas.microsoft.com/office/powerpoint/2010/main" val="198687634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4_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C9484D7-FC42-5921-4A6D-EFDDEF797796}"/>
              </a:ext>
            </a:extLst>
          </p:cNvPr>
          <p:cNvSpPr/>
          <p:nvPr userDrawn="1"/>
        </p:nvSpPr>
        <p:spPr>
          <a:xfrm>
            <a:off x="-1" y="1"/>
            <a:ext cx="8176829"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5" name="Text Placeholder 3">
            <a:extLst>
              <a:ext uri="{FF2B5EF4-FFF2-40B4-BE49-F238E27FC236}">
                <a16:creationId xmlns:a16="http://schemas.microsoft.com/office/drawing/2014/main" id="{DC21DDEE-696B-41F5-B466-974F08025C2E}"/>
              </a:ext>
            </a:extLst>
          </p:cNvPr>
          <p:cNvSpPr>
            <a:spLocks noGrp="1"/>
          </p:cNvSpPr>
          <p:nvPr>
            <p:ph type="body" sz="quarter" idx="20" hasCustomPrompt="1"/>
          </p:nvPr>
        </p:nvSpPr>
        <p:spPr>
          <a:xfrm>
            <a:off x="252879" y="334029"/>
            <a:ext cx="7527685" cy="472794"/>
          </a:xfrm>
          <a:prstGeom prst="rect">
            <a:avLst/>
          </a:prstGeom>
        </p:spPr>
        <p:txBody>
          <a:bodyPr/>
          <a:lstStyle>
            <a:lvl1pPr>
              <a:defRPr sz="3600" b="1">
                <a:solidFill>
                  <a:schemeClr val="bg1"/>
                </a:solidFill>
              </a:defRPr>
            </a:lvl1pPr>
          </a:lstStyle>
          <a:p>
            <a:pPr lvl="0"/>
            <a:r>
              <a:rPr lang="en-US"/>
              <a:t>HEADER</a:t>
            </a:r>
          </a:p>
        </p:txBody>
      </p:sp>
      <p:sp>
        <p:nvSpPr>
          <p:cNvPr id="6" name="Text Placeholder 3">
            <a:extLst>
              <a:ext uri="{FF2B5EF4-FFF2-40B4-BE49-F238E27FC236}">
                <a16:creationId xmlns:a16="http://schemas.microsoft.com/office/drawing/2014/main" id="{DD1B0AD6-CB71-C26E-A674-6A845245751D}"/>
              </a:ext>
            </a:extLst>
          </p:cNvPr>
          <p:cNvSpPr>
            <a:spLocks noGrp="1"/>
          </p:cNvSpPr>
          <p:nvPr>
            <p:ph type="body" sz="quarter" idx="21" hasCustomPrompt="1"/>
          </p:nvPr>
        </p:nvSpPr>
        <p:spPr>
          <a:xfrm>
            <a:off x="252879" y="850163"/>
            <a:ext cx="7527685" cy="400426"/>
          </a:xfrm>
          <a:prstGeom prst="rect">
            <a:avLst/>
          </a:prstGeom>
        </p:spPr>
        <p:txBody>
          <a:bodyPr/>
          <a:lstStyle>
            <a:lvl1pPr>
              <a:defRPr sz="2000" b="0">
                <a:solidFill>
                  <a:schemeClr val="accent2"/>
                </a:solidFill>
              </a:defRPr>
            </a:lvl1pPr>
          </a:lstStyle>
          <a:p>
            <a:pPr lvl="0"/>
            <a:r>
              <a:rPr lang="en-US" dirty="0"/>
              <a:t>Optional Subheading</a:t>
            </a:r>
          </a:p>
        </p:txBody>
      </p:sp>
      <p:sp>
        <p:nvSpPr>
          <p:cNvPr id="7" name="Text Placeholder 3">
            <a:extLst>
              <a:ext uri="{FF2B5EF4-FFF2-40B4-BE49-F238E27FC236}">
                <a16:creationId xmlns:a16="http://schemas.microsoft.com/office/drawing/2014/main" id="{56AB9309-4D5D-C94C-D721-3D3D34AB7B14}"/>
              </a:ext>
            </a:extLst>
          </p:cNvPr>
          <p:cNvSpPr>
            <a:spLocks noGrp="1"/>
          </p:cNvSpPr>
          <p:nvPr>
            <p:ph type="body" sz="quarter" idx="22" hasCustomPrompt="1"/>
          </p:nvPr>
        </p:nvSpPr>
        <p:spPr>
          <a:xfrm>
            <a:off x="252879" y="1279617"/>
            <a:ext cx="7527685" cy="1302218"/>
          </a:xfrm>
          <a:prstGeom prst="rect">
            <a:avLst/>
          </a:prstGeom>
        </p:spPr>
        <p:txBody>
          <a:bodyPr/>
          <a:lstStyle>
            <a:lvl1pPr>
              <a:defRPr sz="1800" b="0">
                <a:solidFill>
                  <a:schemeClr val="bg1"/>
                </a:solidFill>
              </a:defRPr>
            </a:lvl1pPr>
          </a:lstStyle>
          <a:p>
            <a:pPr lvl="0"/>
            <a:r>
              <a:rPr lang="en-US" dirty="0"/>
              <a:t>Body Text</a:t>
            </a:r>
          </a:p>
        </p:txBody>
      </p:sp>
      <p:sp>
        <p:nvSpPr>
          <p:cNvPr id="10" name="Text Placeholder 3">
            <a:extLst>
              <a:ext uri="{FF2B5EF4-FFF2-40B4-BE49-F238E27FC236}">
                <a16:creationId xmlns:a16="http://schemas.microsoft.com/office/drawing/2014/main" id="{44122935-FBEC-96F8-72B7-4EB93C74D175}"/>
              </a:ext>
            </a:extLst>
          </p:cNvPr>
          <p:cNvSpPr>
            <a:spLocks noGrp="1"/>
          </p:cNvSpPr>
          <p:nvPr>
            <p:ph type="body" sz="quarter" idx="23" hasCustomPrompt="1"/>
          </p:nvPr>
        </p:nvSpPr>
        <p:spPr>
          <a:xfrm>
            <a:off x="8429706" y="334029"/>
            <a:ext cx="3447856" cy="1302218"/>
          </a:xfrm>
          <a:prstGeom prst="rect">
            <a:avLst/>
          </a:prstGeom>
        </p:spPr>
        <p:txBody>
          <a:bodyPr/>
          <a:lstStyle>
            <a:lvl1pPr>
              <a:defRPr sz="1800" b="0">
                <a:solidFill>
                  <a:schemeClr val="tx1"/>
                </a:solidFill>
              </a:defRPr>
            </a:lvl1pPr>
          </a:lstStyle>
          <a:p>
            <a:pPr lvl="0"/>
            <a:r>
              <a:rPr lang="en-US"/>
              <a:t>Body Text</a:t>
            </a:r>
          </a:p>
        </p:txBody>
      </p:sp>
      <p:sp>
        <p:nvSpPr>
          <p:cNvPr id="12" name="Slide Number Placeholder 5">
            <a:extLst>
              <a:ext uri="{FF2B5EF4-FFF2-40B4-BE49-F238E27FC236}">
                <a16:creationId xmlns:a16="http://schemas.microsoft.com/office/drawing/2014/main" id="{05F74EED-B923-2CCA-99B8-0E1636576876}"/>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2" name="Picture 1" descr="A blue and black logo&#10;&#10;AI-generated content may be incorrect.">
            <a:extLst>
              <a:ext uri="{FF2B5EF4-FFF2-40B4-BE49-F238E27FC236}">
                <a16:creationId xmlns:a16="http://schemas.microsoft.com/office/drawing/2014/main" id="{49C10EF6-C86B-C73D-49FC-D19958251B94}"/>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369886485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Half_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5BBE77-57E1-C83A-49A5-1E133537A276}"/>
              </a:ext>
            </a:extLst>
          </p:cNvPr>
          <p:cNvSpPr/>
          <p:nvPr userDrawn="1"/>
        </p:nvSpPr>
        <p:spPr>
          <a:xfrm>
            <a:off x="0" y="1"/>
            <a:ext cx="6095999"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5430745" cy="472794"/>
          </a:xfrm>
          <a:prstGeom prst="rect">
            <a:avLst/>
          </a:prstGeom>
        </p:spPr>
        <p:txBody>
          <a:bodyPr/>
          <a:lstStyle>
            <a:lvl1pPr>
              <a:defRPr sz="3600" b="1">
                <a:solidFill>
                  <a:schemeClr val="bg1"/>
                </a:solidFill>
              </a:defRPr>
            </a:lvl1pPr>
          </a:lstStyle>
          <a:p>
            <a:pPr lvl="0"/>
            <a:r>
              <a:rPr lang="en-US"/>
              <a:t>HEADER</a:t>
            </a:r>
          </a:p>
        </p:txBody>
      </p:sp>
      <p:sp>
        <p:nvSpPr>
          <p:cNvPr id="5" name="Text Placeholder 3">
            <a:extLst>
              <a:ext uri="{FF2B5EF4-FFF2-40B4-BE49-F238E27FC236}">
                <a16:creationId xmlns:a16="http://schemas.microsoft.com/office/drawing/2014/main" id="{4303C600-FDEF-8BAE-4300-C162C2F1C937}"/>
              </a:ext>
            </a:extLst>
          </p:cNvPr>
          <p:cNvSpPr>
            <a:spLocks noGrp="1"/>
          </p:cNvSpPr>
          <p:nvPr>
            <p:ph type="body" sz="quarter" idx="21" hasCustomPrompt="1"/>
          </p:nvPr>
        </p:nvSpPr>
        <p:spPr>
          <a:xfrm>
            <a:off x="252879" y="850163"/>
            <a:ext cx="5430745" cy="400426"/>
          </a:xfrm>
          <a:prstGeom prst="rect">
            <a:avLst/>
          </a:prstGeom>
        </p:spPr>
        <p:txBody>
          <a:bodyPr/>
          <a:lstStyle>
            <a:lvl1pPr>
              <a:defRPr sz="2000" b="0">
                <a:solidFill>
                  <a:schemeClr val="accent2"/>
                </a:solidFill>
              </a:defRPr>
            </a:lvl1pPr>
          </a:lstStyle>
          <a:p>
            <a:pPr lvl="0"/>
            <a:r>
              <a:rPr lang="en-US" dirty="0"/>
              <a:t>Optional Subheading</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279617"/>
            <a:ext cx="5430745" cy="1302218"/>
          </a:xfrm>
          <a:prstGeom prst="rect">
            <a:avLst/>
          </a:prstGeom>
        </p:spPr>
        <p:txBody>
          <a:bodyPr/>
          <a:lstStyle>
            <a:lvl1pPr>
              <a:defRPr sz="1800" b="0">
                <a:solidFill>
                  <a:schemeClr val="bg1"/>
                </a:solidFill>
              </a:defRPr>
            </a:lvl1pPr>
          </a:lstStyle>
          <a:p>
            <a:pPr lvl="0"/>
            <a:r>
              <a:rPr lang="en-US" dirty="0"/>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283138" y="334029"/>
            <a:ext cx="5430745" cy="1302218"/>
          </a:xfrm>
          <a:prstGeom prst="rect">
            <a:avLst/>
          </a:prstGeom>
        </p:spPr>
        <p:txBody>
          <a:bodyPr/>
          <a:lstStyle>
            <a:lvl1pPr>
              <a:defRPr sz="1800" b="0">
                <a:solidFill>
                  <a:schemeClr val="tx2"/>
                </a:solidFill>
              </a:defRPr>
            </a:lvl1pPr>
          </a:lstStyle>
          <a:p>
            <a:pPr lvl="0"/>
            <a:r>
              <a:rPr lang="en-US"/>
              <a:t>Body Text</a:t>
            </a:r>
          </a:p>
        </p:txBody>
      </p:sp>
      <p:sp>
        <p:nvSpPr>
          <p:cNvPr id="8" name="Slide Number Placeholder 5">
            <a:extLst>
              <a:ext uri="{FF2B5EF4-FFF2-40B4-BE49-F238E27FC236}">
                <a16:creationId xmlns:a16="http://schemas.microsoft.com/office/drawing/2014/main" id="{4FAF7421-B4C7-A41B-DE07-B74A276983C9}"/>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9" name="Picture 8" descr="A blue and black logo&#10;&#10;AI-generated content may be incorrect.">
            <a:extLst>
              <a:ext uri="{FF2B5EF4-FFF2-40B4-BE49-F238E27FC236}">
                <a16:creationId xmlns:a16="http://schemas.microsoft.com/office/drawing/2014/main" id="{EC82B972-7ED2-DF4B-A628-849D131DD7E9}"/>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102080834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Half_Dark_Grey">
    <p:bg>
      <p:bgPr>
        <a:solidFill>
          <a:schemeClr val="bg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5BBE77-57E1-C83A-49A5-1E133537A276}"/>
              </a:ext>
            </a:extLst>
          </p:cNvPr>
          <p:cNvSpPr/>
          <p:nvPr userDrawn="1"/>
        </p:nvSpPr>
        <p:spPr>
          <a:xfrm>
            <a:off x="0" y="1"/>
            <a:ext cx="6095999" cy="6858000"/>
          </a:xfrm>
          <a:prstGeom prst="rect">
            <a:avLst/>
          </a:prstGeom>
          <a:solidFill>
            <a:srgbClr val="051C2C"/>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33A0"/>
              </a:solidFill>
              <a:effectLst/>
              <a:uLnTx/>
              <a:uFillTx/>
              <a:latin typeface="Segoe UI"/>
              <a:ea typeface="+mn-ea"/>
              <a:cs typeface="+mn-cs"/>
            </a:endParaRPr>
          </a:p>
        </p:txBody>
      </p:sp>
      <p:sp>
        <p:nvSpPr>
          <p:cNvPr id="4" name="Text Placeholder 3">
            <a:extLst>
              <a:ext uri="{FF2B5EF4-FFF2-40B4-BE49-F238E27FC236}">
                <a16:creationId xmlns:a16="http://schemas.microsoft.com/office/drawing/2014/main" id="{98B9546B-2A81-FAEA-1971-63CAAE0CA57A}"/>
              </a:ext>
            </a:extLst>
          </p:cNvPr>
          <p:cNvSpPr>
            <a:spLocks noGrp="1"/>
          </p:cNvSpPr>
          <p:nvPr>
            <p:ph type="body" sz="quarter" idx="20" hasCustomPrompt="1"/>
          </p:nvPr>
        </p:nvSpPr>
        <p:spPr>
          <a:xfrm>
            <a:off x="252879" y="334029"/>
            <a:ext cx="5430745" cy="472794"/>
          </a:xfrm>
          <a:prstGeom prst="rect">
            <a:avLst/>
          </a:prstGeom>
        </p:spPr>
        <p:txBody>
          <a:bodyPr/>
          <a:lstStyle>
            <a:lvl1pPr>
              <a:defRPr sz="3600" b="1">
                <a:solidFill>
                  <a:schemeClr val="bg1"/>
                </a:solidFill>
              </a:defRPr>
            </a:lvl1pPr>
          </a:lstStyle>
          <a:p>
            <a:pPr lvl="0"/>
            <a:r>
              <a:rPr lang="en-US"/>
              <a:t>HEADER</a:t>
            </a:r>
          </a:p>
        </p:txBody>
      </p:sp>
      <p:sp>
        <p:nvSpPr>
          <p:cNvPr id="6" name="Text Placeholder 3">
            <a:extLst>
              <a:ext uri="{FF2B5EF4-FFF2-40B4-BE49-F238E27FC236}">
                <a16:creationId xmlns:a16="http://schemas.microsoft.com/office/drawing/2014/main" id="{6A807C4D-F297-A648-D0E5-4BE792A4DF57}"/>
              </a:ext>
            </a:extLst>
          </p:cNvPr>
          <p:cNvSpPr>
            <a:spLocks noGrp="1"/>
          </p:cNvSpPr>
          <p:nvPr>
            <p:ph type="body" sz="quarter" idx="22" hasCustomPrompt="1"/>
          </p:nvPr>
        </p:nvSpPr>
        <p:spPr>
          <a:xfrm>
            <a:off x="252879" y="1279617"/>
            <a:ext cx="5430745" cy="1302218"/>
          </a:xfrm>
          <a:prstGeom prst="rect">
            <a:avLst/>
          </a:prstGeom>
        </p:spPr>
        <p:txBody>
          <a:bodyPr/>
          <a:lstStyle>
            <a:lvl1pPr>
              <a:defRPr sz="1800" b="0">
                <a:solidFill>
                  <a:schemeClr val="bg1"/>
                </a:solidFill>
              </a:defRPr>
            </a:lvl1pPr>
          </a:lstStyle>
          <a:p>
            <a:pPr lvl="0"/>
            <a:r>
              <a:rPr lang="en-US"/>
              <a:t>Body Text</a:t>
            </a:r>
          </a:p>
        </p:txBody>
      </p:sp>
      <p:sp>
        <p:nvSpPr>
          <p:cNvPr id="7" name="Text Placeholder 3">
            <a:extLst>
              <a:ext uri="{FF2B5EF4-FFF2-40B4-BE49-F238E27FC236}">
                <a16:creationId xmlns:a16="http://schemas.microsoft.com/office/drawing/2014/main" id="{158366D3-0CD5-73FA-4AC1-52E0803FAA26}"/>
              </a:ext>
            </a:extLst>
          </p:cNvPr>
          <p:cNvSpPr>
            <a:spLocks noGrp="1"/>
          </p:cNvSpPr>
          <p:nvPr>
            <p:ph type="body" sz="quarter" idx="23" hasCustomPrompt="1"/>
          </p:nvPr>
        </p:nvSpPr>
        <p:spPr>
          <a:xfrm>
            <a:off x="6283138" y="334029"/>
            <a:ext cx="5430745" cy="1302218"/>
          </a:xfrm>
          <a:prstGeom prst="rect">
            <a:avLst/>
          </a:prstGeom>
        </p:spPr>
        <p:txBody>
          <a:bodyPr/>
          <a:lstStyle>
            <a:lvl1pPr>
              <a:defRPr sz="1800" b="0">
                <a:solidFill>
                  <a:schemeClr val="tx2"/>
                </a:solidFill>
              </a:defRPr>
            </a:lvl1pPr>
          </a:lstStyle>
          <a:p>
            <a:pPr lvl="0"/>
            <a:r>
              <a:rPr lang="en-US"/>
              <a:t>Body Text</a:t>
            </a:r>
          </a:p>
        </p:txBody>
      </p:sp>
      <p:sp>
        <p:nvSpPr>
          <p:cNvPr id="8" name="Slide Number Placeholder 5">
            <a:extLst>
              <a:ext uri="{FF2B5EF4-FFF2-40B4-BE49-F238E27FC236}">
                <a16:creationId xmlns:a16="http://schemas.microsoft.com/office/drawing/2014/main" id="{4FAF7421-B4C7-A41B-DE07-B74A276983C9}"/>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9" name="Text Placeholder 3">
            <a:extLst>
              <a:ext uri="{FF2B5EF4-FFF2-40B4-BE49-F238E27FC236}">
                <a16:creationId xmlns:a16="http://schemas.microsoft.com/office/drawing/2014/main" id="{371F0931-B313-CF9D-7BBF-DC0E2CF17C72}"/>
              </a:ext>
            </a:extLst>
          </p:cNvPr>
          <p:cNvSpPr>
            <a:spLocks noGrp="1"/>
          </p:cNvSpPr>
          <p:nvPr>
            <p:ph type="body" sz="quarter" idx="21" hasCustomPrompt="1"/>
          </p:nvPr>
        </p:nvSpPr>
        <p:spPr>
          <a:xfrm>
            <a:off x="252879" y="850163"/>
            <a:ext cx="5430745" cy="400426"/>
          </a:xfrm>
          <a:prstGeom prst="rect">
            <a:avLst/>
          </a:prstGeom>
        </p:spPr>
        <p:txBody>
          <a:bodyPr/>
          <a:lstStyle>
            <a:lvl1pPr>
              <a:defRPr sz="2000" b="0">
                <a:solidFill>
                  <a:schemeClr val="accent2"/>
                </a:solidFill>
              </a:defRPr>
            </a:lvl1pPr>
          </a:lstStyle>
          <a:p>
            <a:pPr lvl="0"/>
            <a:r>
              <a:rPr lang="en-US" dirty="0"/>
              <a:t>Optional Subheading</a:t>
            </a:r>
          </a:p>
        </p:txBody>
      </p:sp>
      <p:pic>
        <p:nvPicPr>
          <p:cNvPr id="5" name="Picture 4" descr="A blue and black logo&#10;&#10;AI-generated content may be incorrect.">
            <a:extLst>
              <a:ext uri="{FF2B5EF4-FFF2-40B4-BE49-F238E27FC236}">
                <a16:creationId xmlns:a16="http://schemas.microsoft.com/office/drawing/2014/main" id="{F9DF855D-8221-19B5-54AF-279834CFEF92}"/>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356244218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hird_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75D79AF4-5ADB-4E5E-A0E8-09488166DD3C}"/>
              </a:ext>
            </a:extLst>
          </p:cNvPr>
          <p:cNvSpPr/>
          <p:nvPr userDrawn="1"/>
        </p:nvSpPr>
        <p:spPr bwMode="ltGray">
          <a:xfrm flipH="1">
            <a:off x="0" y="-1309"/>
            <a:ext cx="4080764" cy="68593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rtl="0"/>
            <a:endParaRPr lang="en-US" sz="1200">
              <a:solidFill>
                <a:schemeClr val="bg1"/>
              </a:solidFill>
              <a:latin typeface="+mn-lt"/>
              <a:ea typeface="+mn-ea"/>
              <a:cs typeface="+mn-cs"/>
              <a:sym typeface="+mn-lt"/>
            </a:endParaRPr>
          </a:p>
        </p:txBody>
      </p:sp>
      <p:sp>
        <p:nvSpPr>
          <p:cNvPr id="7" name="Text Placeholder 3">
            <a:extLst>
              <a:ext uri="{FF2B5EF4-FFF2-40B4-BE49-F238E27FC236}">
                <a16:creationId xmlns:a16="http://schemas.microsoft.com/office/drawing/2014/main" id="{F84AE513-51ED-FF4D-7ACF-910D8A4FD27E}"/>
              </a:ext>
            </a:extLst>
          </p:cNvPr>
          <p:cNvSpPr>
            <a:spLocks noGrp="1"/>
          </p:cNvSpPr>
          <p:nvPr>
            <p:ph type="body" sz="quarter" idx="20" hasCustomPrompt="1"/>
          </p:nvPr>
        </p:nvSpPr>
        <p:spPr>
          <a:xfrm>
            <a:off x="252879" y="334029"/>
            <a:ext cx="3560109" cy="974818"/>
          </a:xfrm>
          <a:prstGeom prst="rect">
            <a:avLst/>
          </a:prstGeom>
        </p:spPr>
        <p:txBody>
          <a:bodyPr/>
          <a:lstStyle>
            <a:lvl1pPr>
              <a:lnSpc>
                <a:spcPts val="3600"/>
              </a:lnSpc>
              <a:defRPr sz="3600" b="1">
                <a:solidFill>
                  <a:schemeClr val="bg1"/>
                </a:solidFill>
              </a:defRPr>
            </a:lvl1pPr>
          </a:lstStyle>
          <a:p>
            <a:pPr lvl="0"/>
            <a:r>
              <a:rPr lang="en-US"/>
              <a:t>HEADER OF SLIDE</a:t>
            </a:r>
          </a:p>
        </p:txBody>
      </p:sp>
      <p:sp>
        <p:nvSpPr>
          <p:cNvPr id="9" name="Text Placeholder 3">
            <a:extLst>
              <a:ext uri="{FF2B5EF4-FFF2-40B4-BE49-F238E27FC236}">
                <a16:creationId xmlns:a16="http://schemas.microsoft.com/office/drawing/2014/main" id="{4C04C409-3DE7-9E7A-4373-1D6F76AEB08B}"/>
              </a:ext>
            </a:extLst>
          </p:cNvPr>
          <p:cNvSpPr>
            <a:spLocks noGrp="1"/>
          </p:cNvSpPr>
          <p:nvPr>
            <p:ph type="body" sz="quarter" idx="21" hasCustomPrompt="1"/>
          </p:nvPr>
        </p:nvSpPr>
        <p:spPr>
          <a:xfrm>
            <a:off x="252879" y="1352187"/>
            <a:ext cx="3560109" cy="400426"/>
          </a:xfrm>
          <a:prstGeom prst="rect">
            <a:avLst/>
          </a:prstGeom>
        </p:spPr>
        <p:txBody>
          <a:bodyPr/>
          <a:lstStyle>
            <a:lvl1pPr>
              <a:defRPr sz="2000" b="0">
                <a:solidFill>
                  <a:schemeClr val="accent2"/>
                </a:solidFill>
              </a:defRPr>
            </a:lvl1pPr>
          </a:lstStyle>
          <a:p>
            <a:pPr lvl="0"/>
            <a:r>
              <a:rPr lang="en-US" dirty="0"/>
              <a:t>Optional Subheading</a:t>
            </a:r>
          </a:p>
        </p:txBody>
      </p:sp>
      <p:sp>
        <p:nvSpPr>
          <p:cNvPr id="11" name="Text Placeholder 3">
            <a:extLst>
              <a:ext uri="{FF2B5EF4-FFF2-40B4-BE49-F238E27FC236}">
                <a16:creationId xmlns:a16="http://schemas.microsoft.com/office/drawing/2014/main" id="{12A7EC06-B15E-1B40-5961-64129BAB31A3}"/>
              </a:ext>
            </a:extLst>
          </p:cNvPr>
          <p:cNvSpPr>
            <a:spLocks noGrp="1"/>
          </p:cNvSpPr>
          <p:nvPr>
            <p:ph type="body" sz="quarter" idx="22" hasCustomPrompt="1"/>
          </p:nvPr>
        </p:nvSpPr>
        <p:spPr>
          <a:xfrm>
            <a:off x="252879" y="1874462"/>
            <a:ext cx="3560109" cy="1553883"/>
          </a:xfrm>
          <a:prstGeom prst="rect">
            <a:avLst/>
          </a:prstGeom>
        </p:spPr>
        <p:txBody>
          <a:bodyPr/>
          <a:lstStyle>
            <a:lvl1pPr>
              <a:defRPr sz="2000" b="0">
                <a:solidFill>
                  <a:schemeClr val="bg1"/>
                </a:solidFill>
              </a:defRPr>
            </a:lvl1pPr>
          </a:lstStyle>
          <a:p>
            <a:pPr lvl="0"/>
            <a:r>
              <a:rPr lang="en-US"/>
              <a:t>Body Text</a:t>
            </a:r>
          </a:p>
        </p:txBody>
      </p:sp>
      <p:sp>
        <p:nvSpPr>
          <p:cNvPr id="12" name="Text Placeholder 3">
            <a:extLst>
              <a:ext uri="{FF2B5EF4-FFF2-40B4-BE49-F238E27FC236}">
                <a16:creationId xmlns:a16="http://schemas.microsoft.com/office/drawing/2014/main" id="{54C36BA8-CAD7-31E1-C3C1-B0FA2C164D1C}"/>
              </a:ext>
            </a:extLst>
          </p:cNvPr>
          <p:cNvSpPr>
            <a:spLocks noGrp="1"/>
          </p:cNvSpPr>
          <p:nvPr>
            <p:ph type="body" sz="quarter" idx="24" hasCustomPrompt="1"/>
          </p:nvPr>
        </p:nvSpPr>
        <p:spPr>
          <a:xfrm>
            <a:off x="8173945" y="334029"/>
            <a:ext cx="3765176" cy="1302218"/>
          </a:xfrm>
          <a:prstGeom prst="rect">
            <a:avLst/>
          </a:prstGeom>
        </p:spPr>
        <p:txBody>
          <a:bodyPr/>
          <a:lstStyle>
            <a:lvl1pPr>
              <a:defRPr sz="1800" b="0">
                <a:solidFill>
                  <a:schemeClr val="tx2"/>
                </a:solidFill>
              </a:defRPr>
            </a:lvl1pPr>
          </a:lstStyle>
          <a:p>
            <a:pPr lvl="0"/>
            <a:r>
              <a:rPr lang="en-US"/>
              <a:t>Body Text</a:t>
            </a:r>
          </a:p>
        </p:txBody>
      </p:sp>
      <p:sp>
        <p:nvSpPr>
          <p:cNvPr id="13" name="Text Placeholder 3">
            <a:extLst>
              <a:ext uri="{FF2B5EF4-FFF2-40B4-BE49-F238E27FC236}">
                <a16:creationId xmlns:a16="http://schemas.microsoft.com/office/drawing/2014/main" id="{F91011BF-2FD9-DBF7-1A06-5399462CB647}"/>
              </a:ext>
            </a:extLst>
          </p:cNvPr>
          <p:cNvSpPr>
            <a:spLocks noGrp="1"/>
          </p:cNvSpPr>
          <p:nvPr>
            <p:ph type="body" sz="quarter" idx="25" hasCustomPrompt="1"/>
          </p:nvPr>
        </p:nvSpPr>
        <p:spPr>
          <a:xfrm>
            <a:off x="4282330" y="334029"/>
            <a:ext cx="3765176" cy="1302218"/>
          </a:xfrm>
          <a:prstGeom prst="rect">
            <a:avLst/>
          </a:prstGeom>
        </p:spPr>
        <p:txBody>
          <a:bodyPr/>
          <a:lstStyle>
            <a:lvl1pPr>
              <a:defRPr sz="1800" b="0">
                <a:solidFill>
                  <a:schemeClr val="tx2"/>
                </a:solidFill>
              </a:defRPr>
            </a:lvl1pPr>
          </a:lstStyle>
          <a:p>
            <a:pPr lvl="0"/>
            <a:r>
              <a:rPr lang="en-US"/>
              <a:t>Body Text</a:t>
            </a:r>
          </a:p>
        </p:txBody>
      </p:sp>
      <p:sp>
        <p:nvSpPr>
          <p:cNvPr id="4" name="Slide Number Placeholder 5">
            <a:extLst>
              <a:ext uri="{FF2B5EF4-FFF2-40B4-BE49-F238E27FC236}">
                <a16:creationId xmlns:a16="http://schemas.microsoft.com/office/drawing/2014/main" id="{6030EDA3-D8B5-A79D-B743-FD068E4E27D6}"/>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3" name="Picture 2" descr="A blue and black logo&#10;&#10;AI-generated content may be incorrect.">
            <a:extLst>
              <a:ext uri="{FF2B5EF4-FFF2-40B4-BE49-F238E27FC236}">
                <a16:creationId xmlns:a16="http://schemas.microsoft.com/office/drawing/2014/main" id="{FFFCB228-8300-BC73-B065-9BACEA253C2A}"/>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181863618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Quarter_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75D79AF4-5ADB-4E5E-A0E8-09488166DD3C}"/>
              </a:ext>
            </a:extLst>
          </p:cNvPr>
          <p:cNvSpPr/>
          <p:nvPr userDrawn="1"/>
        </p:nvSpPr>
        <p:spPr bwMode="ltGray">
          <a:xfrm flipH="1">
            <a:off x="0" y="-1309"/>
            <a:ext cx="3402282" cy="68593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rtl="0"/>
            <a:endParaRPr lang="en-US" sz="1200">
              <a:solidFill>
                <a:schemeClr val="bg1"/>
              </a:solidFill>
              <a:latin typeface="+mn-lt"/>
              <a:ea typeface="+mn-ea"/>
              <a:cs typeface="+mn-cs"/>
              <a:sym typeface="+mn-lt"/>
            </a:endParaRPr>
          </a:p>
        </p:txBody>
      </p:sp>
      <p:sp>
        <p:nvSpPr>
          <p:cNvPr id="12" name="Text Placeholder 3">
            <a:extLst>
              <a:ext uri="{FF2B5EF4-FFF2-40B4-BE49-F238E27FC236}">
                <a16:creationId xmlns:a16="http://schemas.microsoft.com/office/drawing/2014/main" id="{181C9C39-D812-6A1A-50AB-714DB3B5897D}"/>
              </a:ext>
            </a:extLst>
          </p:cNvPr>
          <p:cNvSpPr>
            <a:spLocks noGrp="1"/>
          </p:cNvSpPr>
          <p:nvPr>
            <p:ph type="body" sz="quarter" idx="20" hasCustomPrompt="1"/>
          </p:nvPr>
        </p:nvSpPr>
        <p:spPr>
          <a:xfrm>
            <a:off x="252879" y="334029"/>
            <a:ext cx="2842933" cy="974818"/>
          </a:xfrm>
          <a:prstGeom prst="rect">
            <a:avLst/>
          </a:prstGeom>
        </p:spPr>
        <p:txBody>
          <a:bodyPr/>
          <a:lstStyle>
            <a:lvl1pPr>
              <a:lnSpc>
                <a:spcPts val="3600"/>
              </a:lnSpc>
              <a:defRPr sz="3600" b="1">
                <a:solidFill>
                  <a:schemeClr val="bg1"/>
                </a:solidFill>
              </a:defRPr>
            </a:lvl1pPr>
          </a:lstStyle>
          <a:p>
            <a:pPr lvl="0"/>
            <a:r>
              <a:rPr lang="en-US"/>
              <a:t>HEADER OF SLIDE</a:t>
            </a:r>
          </a:p>
        </p:txBody>
      </p:sp>
      <p:sp>
        <p:nvSpPr>
          <p:cNvPr id="13" name="Text Placeholder 3">
            <a:extLst>
              <a:ext uri="{FF2B5EF4-FFF2-40B4-BE49-F238E27FC236}">
                <a16:creationId xmlns:a16="http://schemas.microsoft.com/office/drawing/2014/main" id="{823DBF7B-19DD-E443-56F7-DA2A3E2A519A}"/>
              </a:ext>
            </a:extLst>
          </p:cNvPr>
          <p:cNvSpPr>
            <a:spLocks noGrp="1"/>
          </p:cNvSpPr>
          <p:nvPr>
            <p:ph type="body" sz="quarter" idx="21" hasCustomPrompt="1"/>
          </p:nvPr>
        </p:nvSpPr>
        <p:spPr>
          <a:xfrm>
            <a:off x="252879" y="1352187"/>
            <a:ext cx="2842933" cy="400426"/>
          </a:xfrm>
          <a:prstGeom prst="rect">
            <a:avLst/>
          </a:prstGeom>
        </p:spPr>
        <p:txBody>
          <a:bodyPr/>
          <a:lstStyle>
            <a:lvl1pPr>
              <a:defRPr sz="2000" b="0">
                <a:solidFill>
                  <a:schemeClr val="accent2"/>
                </a:solidFill>
              </a:defRPr>
            </a:lvl1pPr>
          </a:lstStyle>
          <a:p>
            <a:pPr lvl="0"/>
            <a:r>
              <a:rPr lang="en-US" dirty="0"/>
              <a:t>Optional Subheading</a:t>
            </a:r>
          </a:p>
        </p:txBody>
      </p:sp>
      <p:sp>
        <p:nvSpPr>
          <p:cNvPr id="14" name="Text Placeholder 3">
            <a:extLst>
              <a:ext uri="{FF2B5EF4-FFF2-40B4-BE49-F238E27FC236}">
                <a16:creationId xmlns:a16="http://schemas.microsoft.com/office/drawing/2014/main" id="{C587202D-EED2-0EBA-5011-2CAE596AA406}"/>
              </a:ext>
            </a:extLst>
          </p:cNvPr>
          <p:cNvSpPr>
            <a:spLocks noGrp="1"/>
          </p:cNvSpPr>
          <p:nvPr>
            <p:ph type="body" sz="quarter" idx="22" hasCustomPrompt="1"/>
          </p:nvPr>
        </p:nvSpPr>
        <p:spPr>
          <a:xfrm>
            <a:off x="252879" y="1874462"/>
            <a:ext cx="2842933" cy="1553883"/>
          </a:xfrm>
          <a:prstGeom prst="rect">
            <a:avLst/>
          </a:prstGeom>
        </p:spPr>
        <p:txBody>
          <a:bodyPr/>
          <a:lstStyle>
            <a:lvl1pPr>
              <a:defRPr sz="2000" b="0">
                <a:solidFill>
                  <a:schemeClr val="bg1"/>
                </a:solidFill>
              </a:defRPr>
            </a:lvl1pPr>
          </a:lstStyle>
          <a:p>
            <a:pPr lvl="0"/>
            <a:r>
              <a:rPr lang="en-US"/>
              <a:t>Body Text</a:t>
            </a:r>
          </a:p>
        </p:txBody>
      </p:sp>
      <p:sp>
        <p:nvSpPr>
          <p:cNvPr id="15" name="Text Placeholder 3">
            <a:extLst>
              <a:ext uri="{FF2B5EF4-FFF2-40B4-BE49-F238E27FC236}">
                <a16:creationId xmlns:a16="http://schemas.microsoft.com/office/drawing/2014/main" id="{D2970E52-791B-7AAD-F885-4FF22CB98406}"/>
              </a:ext>
            </a:extLst>
          </p:cNvPr>
          <p:cNvSpPr>
            <a:spLocks noGrp="1"/>
          </p:cNvSpPr>
          <p:nvPr>
            <p:ph type="body" sz="quarter" idx="23" hasCustomPrompt="1"/>
          </p:nvPr>
        </p:nvSpPr>
        <p:spPr>
          <a:xfrm>
            <a:off x="7909886" y="334029"/>
            <a:ext cx="4201459" cy="1302218"/>
          </a:xfrm>
          <a:prstGeom prst="rect">
            <a:avLst/>
          </a:prstGeom>
        </p:spPr>
        <p:txBody>
          <a:bodyPr/>
          <a:lstStyle>
            <a:lvl1pPr>
              <a:defRPr sz="1800" b="0">
                <a:solidFill>
                  <a:schemeClr val="tx1"/>
                </a:solidFill>
              </a:defRPr>
            </a:lvl1pPr>
          </a:lstStyle>
          <a:p>
            <a:pPr lvl="0"/>
            <a:r>
              <a:rPr lang="en-US"/>
              <a:t>Body Text</a:t>
            </a:r>
          </a:p>
        </p:txBody>
      </p:sp>
      <p:sp>
        <p:nvSpPr>
          <p:cNvPr id="16" name="Text Placeholder 3">
            <a:extLst>
              <a:ext uri="{FF2B5EF4-FFF2-40B4-BE49-F238E27FC236}">
                <a16:creationId xmlns:a16="http://schemas.microsoft.com/office/drawing/2014/main" id="{A289F0E2-F193-E474-9C80-C009E98E283C}"/>
              </a:ext>
            </a:extLst>
          </p:cNvPr>
          <p:cNvSpPr>
            <a:spLocks noGrp="1"/>
          </p:cNvSpPr>
          <p:nvPr>
            <p:ph type="body" sz="quarter" idx="24" hasCustomPrompt="1"/>
          </p:nvPr>
        </p:nvSpPr>
        <p:spPr>
          <a:xfrm>
            <a:off x="3542953" y="334029"/>
            <a:ext cx="4201459" cy="1302218"/>
          </a:xfrm>
          <a:prstGeom prst="rect">
            <a:avLst/>
          </a:prstGeom>
        </p:spPr>
        <p:txBody>
          <a:bodyPr/>
          <a:lstStyle>
            <a:lvl1pPr>
              <a:defRPr sz="1800" b="0">
                <a:solidFill>
                  <a:schemeClr val="tx1"/>
                </a:solidFill>
              </a:defRPr>
            </a:lvl1pPr>
          </a:lstStyle>
          <a:p>
            <a:pPr lvl="0"/>
            <a:r>
              <a:rPr lang="en-US"/>
              <a:t>Body Text</a:t>
            </a:r>
          </a:p>
        </p:txBody>
      </p:sp>
      <p:sp>
        <p:nvSpPr>
          <p:cNvPr id="4" name="Slide Number Placeholder 5">
            <a:extLst>
              <a:ext uri="{FF2B5EF4-FFF2-40B4-BE49-F238E27FC236}">
                <a16:creationId xmlns:a16="http://schemas.microsoft.com/office/drawing/2014/main" id="{60FACF0B-F330-5ADF-05E8-A8FDEC3AAB62}"/>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3" name="Picture 2" descr="A blue and black logo&#10;&#10;AI-generated content may be incorrect.">
            <a:extLst>
              <a:ext uri="{FF2B5EF4-FFF2-40B4-BE49-F238E27FC236}">
                <a16:creationId xmlns:a16="http://schemas.microsoft.com/office/drawing/2014/main" id="{48A1FA4F-91FA-9AFB-5C79-01DC2CB945C4}"/>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313136275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op_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7BF4972-3F3A-4DDC-9690-4753E627F1AE}"/>
              </a:ext>
            </a:extLst>
          </p:cNvPr>
          <p:cNvSpPr/>
          <p:nvPr userDrawn="1"/>
        </p:nvSpPr>
        <p:spPr>
          <a:xfrm flipV="1">
            <a:off x="0" y="3406398"/>
            <a:ext cx="12192000" cy="34516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3" name="Text Placeholder 3">
            <a:extLst>
              <a:ext uri="{FF2B5EF4-FFF2-40B4-BE49-F238E27FC236}">
                <a16:creationId xmlns:a16="http://schemas.microsoft.com/office/drawing/2014/main" id="{30DEFD52-3EE4-E374-0FC0-A7063D4E4248}"/>
              </a:ext>
            </a:extLst>
          </p:cNvPr>
          <p:cNvSpPr>
            <a:spLocks noGrp="1"/>
          </p:cNvSpPr>
          <p:nvPr>
            <p:ph type="body" sz="quarter" idx="20" hasCustomPrompt="1"/>
          </p:nvPr>
        </p:nvSpPr>
        <p:spPr>
          <a:xfrm>
            <a:off x="252880" y="334029"/>
            <a:ext cx="11640298" cy="472794"/>
          </a:xfrm>
          <a:prstGeom prst="rect">
            <a:avLst/>
          </a:prstGeom>
        </p:spPr>
        <p:txBody>
          <a:bodyPr/>
          <a:lstStyle>
            <a:lvl1pPr>
              <a:defRPr sz="3600" b="1">
                <a:solidFill>
                  <a:schemeClr val="tx1"/>
                </a:solidFill>
              </a:defRPr>
            </a:lvl1pPr>
          </a:lstStyle>
          <a:p>
            <a:pPr lvl="0"/>
            <a:r>
              <a:rPr lang="en-US"/>
              <a:t>HEADER</a:t>
            </a:r>
          </a:p>
        </p:txBody>
      </p:sp>
      <p:sp>
        <p:nvSpPr>
          <p:cNvPr id="14" name="Text Placeholder 3">
            <a:extLst>
              <a:ext uri="{FF2B5EF4-FFF2-40B4-BE49-F238E27FC236}">
                <a16:creationId xmlns:a16="http://schemas.microsoft.com/office/drawing/2014/main" id="{83B72C79-996A-179B-A6A0-02C745544078}"/>
              </a:ext>
            </a:extLst>
          </p:cNvPr>
          <p:cNvSpPr>
            <a:spLocks noGrp="1"/>
          </p:cNvSpPr>
          <p:nvPr>
            <p:ph type="body" sz="quarter" idx="21" hasCustomPrompt="1"/>
          </p:nvPr>
        </p:nvSpPr>
        <p:spPr>
          <a:xfrm>
            <a:off x="252880" y="806823"/>
            <a:ext cx="11640298" cy="400426"/>
          </a:xfrm>
          <a:prstGeom prst="rect">
            <a:avLst/>
          </a:prstGeom>
        </p:spPr>
        <p:txBody>
          <a:bodyPr/>
          <a:lstStyle>
            <a:lvl1pPr>
              <a:defRPr sz="2000" b="0">
                <a:solidFill>
                  <a:schemeClr val="bg1">
                    <a:lumMod val="50000"/>
                  </a:schemeClr>
                </a:solidFill>
              </a:defRPr>
            </a:lvl1pPr>
          </a:lstStyle>
          <a:p>
            <a:pPr lvl="0"/>
            <a:r>
              <a:rPr lang="en-US" dirty="0"/>
              <a:t>Optional Subheading</a:t>
            </a:r>
          </a:p>
        </p:txBody>
      </p:sp>
      <p:sp>
        <p:nvSpPr>
          <p:cNvPr id="15" name="Text Placeholder 3">
            <a:extLst>
              <a:ext uri="{FF2B5EF4-FFF2-40B4-BE49-F238E27FC236}">
                <a16:creationId xmlns:a16="http://schemas.microsoft.com/office/drawing/2014/main" id="{5FEAE2ED-1CC5-B729-0290-3A111DE2BA26}"/>
              </a:ext>
            </a:extLst>
          </p:cNvPr>
          <p:cNvSpPr>
            <a:spLocks noGrp="1"/>
          </p:cNvSpPr>
          <p:nvPr>
            <p:ph type="body" sz="quarter" idx="22" hasCustomPrompt="1"/>
          </p:nvPr>
        </p:nvSpPr>
        <p:spPr>
          <a:xfrm>
            <a:off x="252879" y="1279617"/>
            <a:ext cx="3751355" cy="1302218"/>
          </a:xfrm>
          <a:prstGeom prst="rect">
            <a:avLst/>
          </a:prstGeom>
        </p:spPr>
        <p:txBody>
          <a:bodyPr/>
          <a:lstStyle>
            <a:lvl1pPr>
              <a:defRPr sz="1800" b="0">
                <a:solidFill>
                  <a:schemeClr val="tx1"/>
                </a:solidFill>
              </a:defRPr>
            </a:lvl1pPr>
          </a:lstStyle>
          <a:p>
            <a:pPr lvl="0"/>
            <a:r>
              <a:rPr lang="en-US"/>
              <a:t>Body Text</a:t>
            </a:r>
          </a:p>
        </p:txBody>
      </p:sp>
      <p:sp>
        <p:nvSpPr>
          <p:cNvPr id="16" name="Text Placeholder 3">
            <a:extLst>
              <a:ext uri="{FF2B5EF4-FFF2-40B4-BE49-F238E27FC236}">
                <a16:creationId xmlns:a16="http://schemas.microsoft.com/office/drawing/2014/main" id="{F2EEC7E8-B659-EA24-8E20-2780B8F63B18}"/>
              </a:ext>
            </a:extLst>
          </p:cNvPr>
          <p:cNvSpPr>
            <a:spLocks noGrp="1"/>
          </p:cNvSpPr>
          <p:nvPr>
            <p:ph type="body" sz="quarter" idx="23" hasCustomPrompt="1"/>
          </p:nvPr>
        </p:nvSpPr>
        <p:spPr>
          <a:xfrm>
            <a:off x="4197351" y="1279617"/>
            <a:ext cx="3751355" cy="1302218"/>
          </a:xfrm>
          <a:prstGeom prst="rect">
            <a:avLst/>
          </a:prstGeom>
        </p:spPr>
        <p:txBody>
          <a:bodyPr/>
          <a:lstStyle>
            <a:lvl1pPr>
              <a:defRPr sz="1800" b="0">
                <a:solidFill>
                  <a:schemeClr val="tx1"/>
                </a:solidFill>
              </a:defRPr>
            </a:lvl1pPr>
          </a:lstStyle>
          <a:p>
            <a:pPr lvl="0"/>
            <a:r>
              <a:rPr lang="en-US"/>
              <a:t>Body Text</a:t>
            </a:r>
          </a:p>
        </p:txBody>
      </p:sp>
      <p:sp>
        <p:nvSpPr>
          <p:cNvPr id="17" name="Text Placeholder 3">
            <a:extLst>
              <a:ext uri="{FF2B5EF4-FFF2-40B4-BE49-F238E27FC236}">
                <a16:creationId xmlns:a16="http://schemas.microsoft.com/office/drawing/2014/main" id="{E36C5900-FACD-FEFE-05BB-77E4BEA3800D}"/>
              </a:ext>
            </a:extLst>
          </p:cNvPr>
          <p:cNvSpPr>
            <a:spLocks noGrp="1"/>
          </p:cNvSpPr>
          <p:nvPr>
            <p:ph type="body" sz="quarter" idx="24" hasCustomPrompt="1"/>
          </p:nvPr>
        </p:nvSpPr>
        <p:spPr>
          <a:xfrm>
            <a:off x="8141823" y="1279617"/>
            <a:ext cx="3751355" cy="1302218"/>
          </a:xfrm>
          <a:prstGeom prst="rect">
            <a:avLst/>
          </a:prstGeom>
        </p:spPr>
        <p:txBody>
          <a:bodyPr/>
          <a:lstStyle>
            <a:lvl1pPr>
              <a:defRPr sz="1800" b="0">
                <a:solidFill>
                  <a:schemeClr val="tx1"/>
                </a:solidFill>
              </a:defRPr>
            </a:lvl1pPr>
          </a:lstStyle>
          <a:p>
            <a:pPr lvl="0"/>
            <a:r>
              <a:rPr lang="en-US"/>
              <a:t>Body Text</a:t>
            </a:r>
          </a:p>
        </p:txBody>
      </p:sp>
      <p:sp>
        <p:nvSpPr>
          <p:cNvPr id="23" name="Text Placeholder 3">
            <a:extLst>
              <a:ext uri="{FF2B5EF4-FFF2-40B4-BE49-F238E27FC236}">
                <a16:creationId xmlns:a16="http://schemas.microsoft.com/office/drawing/2014/main" id="{8D297326-96A9-0999-3DB4-AB75B5973F41}"/>
              </a:ext>
            </a:extLst>
          </p:cNvPr>
          <p:cNvSpPr>
            <a:spLocks noGrp="1"/>
          </p:cNvSpPr>
          <p:nvPr>
            <p:ph type="body" sz="quarter" idx="25" hasCustomPrompt="1"/>
          </p:nvPr>
        </p:nvSpPr>
        <p:spPr>
          <a:xfrm>
            <a:off x="252880" y="3574553"/>
            <a:ext cx="11640298" cy="400426"/>
          </a:xfrm>
          <a:prstGeom prst="rect">
            <a:avLst/>
          </a:prstGeom>
        </p:spPr>
        <p:txBody>
          <a:bodyPr/>
          <a:lstStyle>
            <a:lvl1pPr>
              <a:defRPr sz="2000" b="1">
                <a:solidFill>
                  <a:schemeClr val="accent2"/>
                </a:solidFill>
              </a:defRPr>
            </a:lvl1pPr>
          </a:lstStyle>
          <a:p>
            <a:pPr lvl="0"/>
            <a:r>
              <a:rPr lang="en-US" dirty="0"/>
              <a:t>Second Heading</a:t>
            </a:r>
          </a:p>
        </p:txBody>
      </p:sp>
      <p:sp>
        <p:nvSpPr>
          <p:cNvPr id="24" name="Text Placeholder 3">
            <a:extLst>
              <a:ext uri="{FF2B5EF4-FFF2-40B4-BE49-F238E27FC236}">
                <a16:creationId xmlns:a16="http://schemas.microsoft.com/office/drawing/2014/main" id="{AD4041E6-0CF8-158D-EA44-F113216A87BE}"/>
              </a:ext>
            </a:extLst>
          </p:cNvPr>
          <p:cNvSpPr>
            <a:spLocks noGrp="1"/>
          </p:cNvSpPr>
          <p:nvPr>
            <p:ph type="body" sz="quarter" idx="26" hasCustomPrompt="1"/>
          </p:nvPr>
        </p:nvSpPr>
        <p:spPr>
          <a:xfrm>
            <a:off x="252879" y="4047347"/>
            <a:ext cx="3751355" cy="1302218"/>
          </a:xfrm>
          <a:prstGeom prst="rect">
            <a:avLst/>
          </a:prstGeom>
        </p:spPr>
        <p:txBody>
          <a:bodyPr/>
          <a:lstStyle>
            <a:lvl1pPr>
              <a:defRPr sz="1800" b="0">
                <a:solidFill>
                  <a:schemeClr val="bg1"/>
                </a:solidFill>
              </a:defRPr>
            </a:lvl1pPr>
          </a:lstStyle>
          <a:p>
            <a:pPr lvl="0"/>
            <a:r>
              <a:rPr lang="en-US"/>
              <a:t>Body Text</a:t>
            </a:r>
          </a:p>
        </p:txBody>
      </p:sp>
      <p:sp>
        <p:nvSpPr>
          <p:cNvPr id="25" name="Text Placeholder 3">
            <a:extLst>
              <a:ext uri="{FF2B5EF4-FFF2-40B4-BE49-F238E27FC236}">
                <a16:creationId xmlns:a16="http://schemas.microsoft.com/office/drawing/2014/main" id="{B925471F-4118-DFD3-0DC7-E5D4C80779E1}"/>
              </a:ext>
            </a:extLst>
          </p:cNvPr>
          <p:cNvSpPr>
            <a:spLocks noGrp="1"/>
          </p:cNvSpPr>
          <p:nvPr>
            <p:ph type="body" sz="quarter" idx="27" hasCustomPrompt="1"/>
          </p:nvPr>
        </p:nvSpPr>
        <p:spPr>
          <a:xfrm>
            <a:off x="4197351" y="4047347"/>
            <a:ext cx="3751355" cy="1302218"/>
          </a:xfrm>
          <a:prstGeom prst="rect">
            <a:avLst/>
          </a:prstGeom>
        </p:spPr>
        <p:txBody>
          <a:bodyPr/>
          <a:lstStyle>
            <a:lvl1pPr>
              <a:defRPr sz="1800" b="0">
                <a:solidFill>
                  <a:schemeClr val="bg1"/>
                </a:solidFill>
              </a:defRPr>
            </a:lvl1pPr>
          </a:lstStyle>
          <a:p>
            <a:pPr lvl="0"/>
            <a:r>
              <a:rPr lang="en-US"/>
              <a:t>Body Text</a:t>
            </a:r>
          </a:p>
        </p:txBody>
      </p:sp>
      <p:sp>
        <p:nvSpPr>
          <p:cNvPr id="26" name="Text Placeholder 3">
            <a:extLst>
              <a:ext uri="{FF2B5EF4-FFF2-40B4-BE49-F238E27FC236}">
                <a16:creationId xmlns:a16="http://schemas.microsoft.com/office/drawing/2014/main" id="{BFE58A6E-77AD-55D8-2D29-AAF5BCA4BBCA}"/>
              </a:ext>
            </a:extLst>
          </p:cNvPr>
          <p:cNvSpPr>
            <a:spLocks noGrp="1"/>
          </p:cNvSpPr>
          <p:nvPr>
            <p:ph type="body" sz="quarter" idx="28" hasCustomPrompt="1"/>
          </p:nvPr>
        </p:nvSpPr>
        <p:spPr>
          <a:xfrm>
            <a:off x="8141823" y="4047347"/>
            <a:ext cx="3751355" cy="1302218"/>
          </a:xfrm>
          <a:prstGeom prst="rect">
            <a:avLst/>
          </a:prstGeom>
        </p:spPr>
        <p:txBody>
          <a:bodyPr/>
          <a:lstStyle>
            <a:lvl1pPr>
              <a:defRPr sz="1800" b="0">
                <a:solidFill>
                  <a:schemeClr val="bg1"/>
                </a:solidFill>
              </a:defRPr>
            </a:lvl1pPr>
          </a:lstStyle>
          <a:p>
            <a:pPr lvl="0"/>
            <a:r>
              <a:rPr lang="en-US"/>
              <a:t>Body Text</a:t>
            </a:r>
          </a:p>
        </p:txBody>
      </p:sp>
      <p:pic>
        <p:nvPicPr>
          <p:cNvPr id="2" name="Picture 1" descr="A white letter on a black background&#10;&#10;Description automatically generated">
            <a:extLst>
              <a:ext uri="{FF2B5EF4-FFF2-40B4-BE49-F238E27FC236}">
                <a16:creationId xmlns:a16="http://schemas.microsoft.com/office/drawing/2014/main" id="{C567FA4C-F40C-F68A-568D-CC73679FE46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4" name="Slide Number Placeholder 5">
            <a:extLst>
              <a:ext uri="{FF2B5EF4-FFF2-40B4-BE49-F238E27FC236}">
                <a16:creationId xmlns:a16="http://schemas.microsoft.com/office/drawing/2014/main" id="{94A4EDEB-A63A-9389-3520-C289FECDACC8}"/>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29411418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op_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7BF4972-3F3A-4DDC-9690-4753E627F1AE}"/>
              </a:ext>
            </a:extLst>
          </p:cNvPr>
          <p:cNvSpPr/>
          <p:nvPr userDrawn="1"/>
        </p:nvSpPr>
        <p:spPr>
          <a:xfrm flipV="1">
            <a:off x="0" y="0"/>
            <a:ext cx="12192000" cy="343916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3" name="Text Placeholder 3">
            <a:extLst>
              <a:ext uri="{FF2B5EF4-FFF2-40B4-BE49-F238E27FC236}">
                <a16:creationId xmlns:a16="http://schemas.microsoft.com/office/drawing/2014/main" id="{30DEFD52-3EE4-E374-0FC0-A7063D4E4248}"/>
              </a:ext>
            </a:extLst>
          </p:cNvPr>
          <p:cNvSpPr>
            <a:spLocks noGrp="1"/>
          </p:cNvSpPr>
          <p:nvPr>
            <p:ph type="body" sz="quarter" idx="20" hasCustomPrompt="1"/>
          </p:nvPr>
        </p:nvSpPr>
        <p:spPr>
          <a:xfrm>
            <a:off x="252880" y="334029"/>
            <a:ext cx="11640298" cy="472794"/>
          </a:xfrm>
          <a:prstGeom prst="rect">
            <a:avLst/>
          </a:prstGeom>
        </p:spPr>
        <p:txBody>
          <a:bodyPr/>
          <a:lstStyle>
            <a:lvl1pPr>
              <a:defRPr sz="3600" b="1">
                <a:solidFill>
                  <a:schemeClr val="bg1"/>
                </a:solidFill>
              </a:defRPr>
            </a:lvl1pPr>
          </a:lstStyle>
          <a:p>
            <a:pPr lvl="0"/>
            <a:r>
              <a:rPr lang="en-US"/>
              <a:t>HEADER</a:t>
            </a:r>
          </a:p>
        </p:txBody>
      </p:sp>
      <p:sp>
        <p:nvSpPr>
          <p:cNvPr id="14" name="Text Placeholder 3">
            <a:extLst>
              <a:ext uri="{FF2B5EF4-FFF2-40B4-BE49-F238E27FC236}">
                <a16:creationId xmlns:a16="http://schemas.microsoft.com/office/drawing/2014/main" id="{83B72C79-996A-179B-A6A0-02C745544078}"/>
              </a:ext>
            </a:extLst>
          </p:cNvPr>
          <p:cNvSpPr>
            <a:spLocks noGrp="1"/>
          </p:cNvSpPr>
          <p:nvPr>
            <p:ph type="body" sz="quarter" idx="21" hasCustomPrompt="1"/>
          </p:nvPr>
        </p:nvSpPr>
        <p:spPr>
          <a:xfrm>
            <a:off x="252880" y="806823"/>
            <a:ext cx="11640298" cy="400426"/>
          </a:xfrm>
          <a:prstGeom prst="rect">
            <a:avLst/>
          </a:prstGeom>
        </p:spPr>
        <p:txBody>
          <a:bodyPr/>
          <a:lstStyle>
            <a:lvl1pPr>
              <a:defRPr sz="2000" b="0">
                <a:solidFill>
                  <a:schemeClr val="accent2"/>
                </a:solidFill>
              </a:defRPr>
            </a:lvl1pPr>
          </a:lstStyle>
          <a:p>
            <a:pPr lvl="0"/>
            <a:r>
              <a:rPr lang="en-US" dirty="0"/>
              <a:t>Optional Subheading</a:t>
            </a:r>
          </a:p>
        </p:txBody>
      </p:sp>
      <p:sp>
        <p:nvSpPr>
          <p:cNvPr id="15" name="Text Placeholder 3">
            <a:extLst>
              <a:ext uri="{FF2B5EF4-FFF2-40B4-BE49-F238E27FC236}">
                <a16:creationId xmlns:a16="http://schemas.microsoft.com/office/drawing/2014/main" id="{5FEAE2ED-1CC5-B729-0290-3A111DE2BA26}"/>
              </a:ext>
            </a:extLst>
          </p:cNvPr>
          <p:cNvSpPr>
            <a:spLocks noGrp="1"/>
          </p:cNvSpPr>
          <p:nvPr>
            <p:ph type="body" sz="quarter" idx="22" hasCustomPrompt="1"/>
          </p:nvPr>
        </p:nvSpPr>
        <p:spPr>
          <a:xfrm>
            <a:off x="252879" y="1279617"/>
            <a:ext cx="3751355" cy="1302218"/>
          </a:xfrm>
          <a:prstGeom prst="rect">
            <a:avLst/>
          </a:prstGeom>
        </p:spPr>
        <p:txBody>
          <a:bodyPr/>
          <a:lstStyle>
            <a:lvl1pPr>
              <a:defRPr sz="1800" b="0">
                <a:solidFill>
                  <a:schemeClr val="bg1"/>
                </a:solidFill>
              </a:defRPr>
            </a:lvl1pPr>
          </a:lstStyle>
          <a:p>
            <a:pPr lvl="0"/>
            <a:r>
              <a:rPr lang="en-US"/>
              <a:t>Body Text</a:t>
            </a:r>
          </a:p>
        </p:txBody>
      </p:sp>
      <p:sp>
        <p:nvSpPr>
          <p:cNvPr id="16" name="Text Placeholder 3">
            <a:extLst>
              <a:ext uri="{FF2B5EF4-FFF2-40B4-BE49-F238E27FC236}">
                <a16:creationId xmlns:a16="http://schemas.microsoft.com/office/drawing/2014/main" id="{F2EEC7E8-B659-EA24-8E20-2780B8F63B18}"/>
              </a:ext>
            </a:extLst>
          </p:cNvPr>
          <p:cNvSpPr>
            <a:spLocks noGrp="1"/>
          </p:cNvSpPr>
          <p:nvPr>
            <p:ph type="body" sz="quarter" idx="23" hasCustomPrompt="1"/>
          </p:nvPr>
        </p:nvSpPr>
        <p:spPr>
          <a:xfrm>
            <a:off x="4197351" y="1279617"/>
            <a:ext cx="3751355" cy="1302218"/>
          </a:xfrm>
          <a:prstGeom prst="rect">
            <a:avLst/>
          </a:prstGeom>
        </p:spPr>
        <p:txBody>
          <a:bodyPr/>
          <a:lstStyle>
            <a:lvl1pPr>
              <a:defRPr sz="1800" b="0">
                <a:solidFill>
                  <a:schemeClr val="bg1"/>
                </a:solidFill>
              </a:defRPr>
            </a:lvl1pPr>
          </a:lstStyle>
          <a:p>
            <a:pPr lvl="0"/>
            <a:r>
              <a:rPr lang="en-US"/>
              <a:t>Body Text</a:t>
            </a:r>
          </a:p>
        </p:txBody>
      </p:sp>
      <p:sp>
        <p:nvSpPr>
          <p:cNvPr id="17" name="Text Placeholder 3">
            <a:extLst>
              <a:ext uri="{FF2B5EF4-FFF2-40B4-BE49-F238E27FC236}">
                <a16:creationId xmlns:a16="http://schemas.microsoft.com/office/drawing/2014/main" id="{E36C5900-FACD-FEFE-05BB-77E4BEA3800D}"/>
              </a:ext>
            </a:extLst>
          </p:cNvPr>
          <p:cNvSpPr>
            <a:spLocks noGrp="1"/>
          </p:cNvSpPr>
          <p:nvPr>
            <p:ph type="body" sz="quarter" idx="24" hasCustomPrompt="1"/>
          </p:nvPr>
        </p:nvSpPr>
        <p:spPr>
          <a:xfrm>
            <a:off x="8141823" y="1279617"/>
            <a:ext cx="3751355" cy="1302218"/>
          </a:xfrm>
          <a:prstGeom prst="rect">
            <a:avLst/>
          </a:prstGeom>
        </p:spPr>
        <p:txBody>
          <a:bodyPr/>
          <a:lstStyle>
            <a:lvl1pPr>
              <a:defRPr sz="1800" b="0">
                <a:solidFill>
                  <a:schemeClr val="bg1"/>
                </a:solidFill>
              </a:defRPr>
            </a:lvl1pPr>
          </a:lstStyle>
          <a:p>
            <a:pPr lvl="0"/>
            <a:r>
              <a:rPr lang="en-US"/>
              <a:t>Body Text</a:t>
            </a:r>
          </a:p>
        </p:txBody>
      </p:sp>
      <p:sp>
        <p:nvSpPr>
          <p:cNvPr id="23" name="Text Placeholder 3">
            <a:extLst>
              <a:ext uri="{FF2B5EF4-FFF2-40B4-BE49-F238E27FC236}">
                <a16:creationId xmlns:a16="http://schemas.microsoft.com/office/drawing/2014/main" id="{8D297326-96A9-0999-3DB4-AB75B5973F41}"/>
              </a:ext>
            </a:extLst>
          </p:cNvPr>
          <p:cNvSpPr>
            <a:spLocks noGrp="1"/>
          </p:cNvSpPr>
          <p:nvPr>
            <p:ph type="body" sz="quarter" idx="25" hasCustomPrompt="1"/>
          </p:nvPr>
        </p:nvSpPr>
        <p:spPr>
          <a:xfrm>
            <a:off x="252880" y="3574553"/>
            <a:ext cx="11640298" cy="400426"/>
          </a:xfrm>
          <a:prstGeom prst="rect">
            <a:avLst/>
          </a:prstGeom>
        </p:spPr>
        <p:txBody>
          <a:bodyPr/>
          <a:lstStyle>
            <a:lvl1pPr>
              <a:defRPr sz="2000" b="1">
                <a:solidFill>
                  <a:schemeClr val="tx1"/>
                </a:solidFill>
              </a:defRPr>
            </a:lvl1pPr>
          </a:lstStyle>
          <a:p>
            <a:pPr lvl="0"/>
            <a:r>
              <a:rPr lang="en-US" dirty="0"/>
              <a:t>Second Heading</a:t>
            </a:r>
          </a:p>
        </p:txBody>
      </p:sp>
      <p:sp>
        <p:nvSpPr>
          <p:cNvPr id="24" name="Text Placeholder 3">
            <a:extLst>
              <a:ext uri="{FF2B5EF4-FFF2-40B4-BE49-F238E27FC236}">
                <a16:creationId xmlns:a16="http://schemas.microsoft.com/office/drawing/2014/main" id="{AD4041E6-0CF8-158D-EA44-F113216A87BE}"/>
              </a:ext>
            </a:extLst>
          </p:cNvPr>
          <p:cNvSpPr>
            <a:spLocks noGrp="1"/>
          </p:cNvSpPr>
          <p:nvPr>
            <p:ph type="body" sz="quarter" idx="26" hasCustomPrompt="1"/>
          </p:nvPr>
        </p:nvSpPr>
        <p:spPr>
          <a:xfrm>
            <a:off x="252879" y="4047347"/>
            <a:ext cx="3751355" cy="1302218"/>
          </a:xfrm>
          <a:prstGeom prst="rect">
            <a:avLst/>
          </a:prstGeom>
        </p:spPr>
        <p:txBody>
          <a:bodyPr/>
          <a:lstStyle>
            <a:lvl1pPr>
              <a:defRPr sz="1800" b="0">
                <a:solidFill>
                  <a:schemeClr val="tx1"/>
                </a:solidFill>
              </a:defRPr>
            </a:lvl1pPr>
          </a:lstStyle>
          <a:p>
            <a:pPr lvl="0"/>
            <a:r>
              <a:rPr lang="en-US"/>
              <a:t>Body Text</a:t>
            </a:r>
          </a:p>
        </p:txBody>
      </p:sp>
      <p:sp>
        <p:nvSpPr>
          <p:cNvPr id="25" name="Text Placeholder 3">
            <a:extLst>
              <a:ext uri="{FF2B5EF4-FFF2-40B4-BE49-F238E27FC236}">
                <a16:creationId xmlns:a16="http://schemas.microsoft.com/office/drawing/2014/main" id="{B925471F-4118-DFD3-0DC7-E5D4C80779E1}"/>
              </a:ext>
            </a:extLst>
          </p:cNvPr>
          <p:cNvSpPr>
            <a:spLocks noGrp="1"/>
          </p:cNvSpPr>
          <p:nvPr>
            <p:ph type="body" sz="quarter" idx="27" hasCustomPrompt="1"/>
          </p:nvPr>
        </p:nvSpPr>
        <p:spPr>
          <a:xfrm>
            <a:off x="4197351" y="4047347"/>
            <a:ext cx="3751355" cy="1302218"/>
          </a:xfrm>
          <a:prstGeom prst="rect">
            <a:avLst/>
          </a:prstGeom>
        </p:spPr>
        <p:txBody>
          <a:bodyPr/>
          <a:lstStyle>
            <a:lvl1pPr>
              <a:defRPr sz="1800" b="0">
                <a:solidFill>
                  <a:schemeClr val="tx1"/>
                </a:solidFill>
              </a:defRPr>
            </a:lvl1pPr>
          </a:lstStyle>
          <a:p>
            <a:pPr lvl="0"/>
            <a:r>
              <a:rPr lang="en-US"/>
              <a:t>Body Text</a:t>
            </a:r>
          </a:p>
        </p:txBody>
      </p:sp>
      <p:sp>
        <p:nvSpPr>
          <p:cNvPr id="26" name="Text Placeholder 3">
            <a:extLst>
              <a:ext uri="{FF2B5EF4-FFF2-40B4-BE49-F238E27FC236}">
                <a16:creationId xmlns:a16="http://schemas.microsoft.com/office/drawing/2014/main" id="{BFE58A6E-77AD-55D8-2D29-AAF5BCA4BBCA}"/>
              </a:ext>
            </a:extLst>
          </p:cNvPr>
          <p:cNvSpPr>
            <a:spLocks noGrp="1"/>
          </p:cNvSpPr>
          <p:nvPr>
            <p:ph type="body" sz="quarter" idx="28" hasCustomPrompt="1"/>
          </p:nvPr>
        </p:nvSpPr>
        <p:spPr>
          <a:xfrm>
            <a:off x="8141823" y="4047347"/>
            <a:ext cx="3751355" cy="1302218"/>
          </a:xfrm>
          <a:prstGeom prst="rect">
            <a:avLst/>
          </a:prstGeom>
        </p:spPr>
        <p:txBody>
          <a:bodyPr/>
          <a:lstStyle>
            <a:lvl1pPr>
              <a:defRPr sz="1800" b="0">
                <a:solidFill>
                  <a:schemeClr val="tx1"/>
                </a:solidFill>
              </a:defRPr>
            </a:lvl1pPr>
          </a:lstStyle>
          <a:p>
            <a:pPr lvl="0"/>
            <a:r>
              <a:rPr lang="en-US"/>
              <a:t>Body Text</a:t>
            </a:r>
          </a:p>
        </p:txBody>
      </p:sp>
      <p:sp>
        <p:nvSpPr>
          <p:cNvPr id="3" name="Slide Number Placeholder 5">
            <a:extLst>
              <a:ext uri="{FF2B5EF4-FFF2-40B4-BE49-F238E27FC236}">
                <a16:creationId xmlns:a16="http://schemas.microsoft.com/office/drawing/2014/main" id="{E1E0EAAD-DCAB-C7B9-48B4-AD078E394B3E}"/>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pic>
        <p:nvPicPr>
          <p:cNvPr id="4" name="Picture 3" descr="A blue and black logo&#10;&#10;AI-generated content may be incorrect.">
            <a:extLst>
              <a:ext uri="{FF2B5EF4-FFF2-40B4-BE49-F238E27FC236}">
                <a16:creationId xmlns:a16="http://schemas.microsoft.com/office/drawing/2014/main" id="{5B03F114-1CCA-2BCD-AEB7-33A97C12C505}"/>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148370383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4 Image Layout_light">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A1B8D2E2-076B-F3F0-5D4F-4CFC1574C5AA}"/>
              </a:ext>
            </a:extLst>
          </p:cNvPr>
          <p:cNvSpPr>
            <a:spLocks noGrp="1"/>
          </p:cNvSpPr>
          <p:nvPr>
            <p:ph type="body" sz="quarter" idx="20" hasCustomPrompt="1"/>
          </p:nvPr>
        </p:nvSpPr>
        <p:spPr>
          <a:xfrm>
            <a:off x="252880" y="334029"/>
            <a:ext cx="11640298" cy="472794"/>
          </a:xfrm>
          <a:prstGeom prst="rect">
            <a:avLst/>
          </a:prstGeom>
        </p:spPr>
        <p:txBody>
          <a:bodyPr/>
          <a:lstStyle>
            <a:lvl1pPr>
              <a:defRPr sz="3600" b="1">
                <a:solidFill>
                  <a:schemeClr val="tx1"/>
                </a:solidFill>
              </a:defRPr>
            </a:lvl1pPr>
          </a:lstStyle>
          <a:p>
            <a:pPr lvl="0"/>
            <a:r>
              <a:rPr lang="en-US"/>
              <a:t>HEADER</a:t>
            </a:r>
          </a:p>
        </p:txBody>
      </p:sp>
      <p:sp>
        <p:nvSpPr>
          <p:cNvPr id="7" name="Text Placeholder 3">
            <a:extLst>
              <a:ext uri="{FF2B5EF4-FFF2-40B4-BE49-F238E27FC236}">
                <a16:creationId xmlns:a16="http://schemas.microsoft.com/office/drawing/2014/main" id="{6F1FD4CF-7EC5-E1BB-6828-B4942C11BD55}"/>
              </a:ext>
            </a:extLst>
          </p:cNvPr>
          <p:cNvSpPr>
            <a:spLocks noGrp="1"/>
          </p:cNvSpPr>
          <p:nvPr>
            <p:ph type="body" sz="quarter" idx="21" hasCustomPrompt="1"/>
          </p:nvPr>
        </p:nvSpPr>
        <p:spPr>
          <a:xfrm>
            <a:off x="252880" y="806823"/>
            <a:ext cx="11640298" cy="400426"/>
          </a:xfrm>
          <a:prstGeom prst="rect">
            <a:avLst/>
          </a:prstGeom>
        </p:spPr>
        <p:txBody>
          <a:bodyPr/>
          <a:lstStyle>
            <a:lvl1pPr>
              <a:defRPr sz="2000" b="0">
                <a:solidFill>
                  <a:schemeClr val="bg1">
                    <a:lumMod val="50000"/>
                  </a:schemeClr>
                </a:solidFill>
              </a:defRPr>
            </a:lvl1pPr>
          </a:lstStyle>
          <a:p>
            <a:pPr lvl="0"/>
            <a:r>
              <a:rPr lang="en-US" dirty="0"/>
              <a:t>Optional Subheading</a:t>
            </a:r>
          </a:p>
        </p:txBody>
      </p:sp>
      <p:pic>
        <p:nvPicPr>
          <p:cNvPr id="2" name="Picture 1" descr="A white letter on a black background&#10;&#10;Description automatically generated">
            <a:extLst>
              <a:ext uri="{FF2B5EF4-FFF2-40B4-BE49-F238E27FC236}">
                <a16:creationId xmlns:a16="http://schemas.microsoft.com/office/drawing/2014/main" id="{DB75DC08-AA3D-0B9B-BE10-9FC365A6C05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3" name="Slide Number Placeholder 5">
            <a:extLst>
              <a:ext uri="{FF2B5EF4-FFF2-40B4-BE49-F238E27FC236}">
                <a16:creationId xmlns:a16="http://schemas.microsoft.com/office/drawing/2014/main" id="{BE5E0668-E0F2-65E6-9657-1B52048065B1}"/>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9" name="Picture Placeholder 8">
            <a:extLst>
              <a:ext uri="{FF2B5EF4-FFF2-40B4-BE49-F238E27FC236}">
                <a16:creationId xmlns:a16="http://schemas.microsoft.com/office/drawing/2014/main" id="{1752A340-B81A-13C9-2A4F-A4E14A7ACC9E}"/>
              </a:ext>
            </a:extLst>
          </p:cNvPr>
          <p:cNvSpPr>
            <a:spLocks noGrp="1"/>
          </p:cNvSpPr>
          <p:nvPr>
            <p:ph type="pic" sz="quarter" idx="22"/>
          </p:nvPr>
        </p:nvSpPr>
        <p:spPr>
          <a:xfrm>
            <a:off x="252413" y="1387475"/>
            <a:ext cx="2727455" cy="3641725"/>
          </a:xfrm>
          <a:prstGeom prst="rect">
            <a:avLst/>
          </a:prstGeom>
        </p:spPr>
        <p:txBody>
          <a:bodyPr/>
          <a:lstStyle/>
          <a:p>
            <a:endParaRPr lang="en-US"/>
          </a:p>
        </p:txBody>
      </p:sp>
      <p:sp>
        <p:nvSpPr>
          <p:cNvPr id="16" name="Picture Placeholder 8">
            <a:extLst>
              <a:ext uri="{FF2B5EF4-FFF2-40B4-BE49-F238E27FC236}">
                <a16:creationId xmlns:a16="http://schemas.microsoft.com/office/drawing/2014/main" id="{A03AD0B1-EB01-5145-8BD4-43AF370962A3}"/>
              </a:ext>
            </a:extLst>
          </p:cNvPr>
          <p:cNvSpPr>
            <a:spLocks noGrp="1"/>
          </p:cNvSpPr>
          <p:nvPr>
            <p:ph type="pic" sz="quarter" idx="23"/>
          </p:nvPr>
        </p:nvSpPr>
        <p:spPr>
          <a:xfrm>
            <a:off x="3221224" y="1387475"/>
            <a:ext cx="2727455" cy="3641725"/>
          </a:xfrm>
          <a:prstGeom prst="rect">
            <a:avLst/>
          </a:prstGeom>
        </p:spPr>
        <p:txBody>
          <a:bodyPr/>
          <a:lstStyle/>
          <a:p>
            <a:endParaRPr lang="en-US"/>
          </a:p>
        </p:txBody>
      </p:sp>
      <p:sp>
        <p:nvSpPr>
          <p:cNvPr id="17" name="Picture Placeholder 8">
            <a:extLst>
              <a:ext uri="{FF2B5EF4-FFF2-40B4-BE49-F238E27FC236}">
                <a16:creationId xmlns:a16="http://schemas.microsoft.com/office/drawing/2014/main" id="{AE81C313-CFFE-7242-F236-8C090F189258}"/>
              </a:ext>
            </a:extLst>
          </p:cNvPr>
          <p:cNvSpPr>
            <a:spLocks noGrp="1"/>
          </p:cNvSpPr>
          <p:nvPr>
            <p:ph type="pic" sz="quarter" idx="24"/>
          </p:nvPr>
        </p:nvSpPr>
        <p:spPr>
          <a:xfrm>
            <a:off x="6190035" y="1387475"/>
            <a:ext cx="2727455" cy="3641725"/>
          </a:xfrm>
          <a:prstGeom prst="rect">
            <a:avLst/>
          </a:prstGeom>
        </p:spPr>
        <p:txBody>
          <a:bodyPr/>
          <a:lstStyle/>
          <a:p>
            <a:endParaRPr lang="en-US"/>
          </a:p>
        </p:txBody>
      </p:sp>
      <p:sp>
        <p:nvSpPr>
          <p:cNvPr id="18" name="Picture Placeholder 8">
            <a:extLst>
              <a:ext uri="{FF2B5EF4-FFF2-40B4-BE49-F238E27FC236}">
                <a16:creationId xmlns:a16="http://schemas.microsoft.com/office/drawing/2014/main" id="{13538D4F-C63B-17F8-B0B0-2474A07DA6FE}"/>
              </a:ext>
            </a:extLst>
          </p:cNvPr>
          <p:cNvSpPr>
            <a:spLocks noGrp="1"/>
          </p:cNvSpPr>
          <p:nvPr>
            <p:ph type="pic" sz="quarter" idx="25"/>
          </p:nvPr>
        </p:nvSpPr>
        <p:spPr>
          <a:xfrm>
            <a:off x="9158846" y="1387475"/>
            <a:ext cx="2727455" cy="3641725"/>
          </a:xfrm>
          <a:prstGeom prst="rect">
            <a:avLst/>
          </a:prstGeom>
        </p:spPr>
        <p:txBody>
          <a:bodyPr/>
          <a:lstStyle/>
          <a:p>
            <a:endParaRPr lang="en-US"/>
          </a:p>
        </p:txBody>
      </p:sp>
      <p:sp>
        <p:nvSpPr>
          <p:cNvPr id="4" name="Text Placeholder 10">
            <a:extLst>
              <a:ext uri="{FF2B5EF4-FFF2-40B4-BE49-F238E27FC236}">
                <a16:creationId xmlns:a16="http://schemas.microsoft.com/office/drawing/2014/main" id="{CE8C4259-8339-BC46-91CA-F8A577856251}"/>
              </a:ext>
            </a:extLst>
          </p:cNvPr>
          <p:cNvSpPr>
            <a:spLocks noGrp="1"/>
          </p:cNvSpPr>
          <p:nvPr>
            <p:ph type="body" sz="quarter" idx="26" hasCustomPrompt="1"/>
          </p:nvPr>
        </p:nvSpPr>
        <p:spPr>
          <a:xfrm>
            <a:off x="252283" y="5183188"/>
            <a:ext cx="2727455" cy="1119187"/>
          </a:xfrm>
          <a:prstGeom prst="rect">
            <a:avLst/>
          </a:prstGeom>
        </p:spPr>
        <p:txBody>
          <a:bodyPr/>
          <a:lstStyle>
            <a:lvl1pPr algn="ctr">
              <a:defRPr sz="1800"/>
            </a:lvl1pPr>
          </a:lstStyle>
          <a:p>
            <a:pPr lvl="0"/>
            <a:r>
              <a:rPr lang="en-US" dirty="0"/>
              <a:t>Text</a:t>
            </a:r>
          </a:p>
        </p:txBody>
      </p:sp>
      <p:sp>
        <p:nvSpPr>
          <p:cNvPr id="5" name="Text Placeholder 10">
            <a:extLst>
              <a:ext uri="{FF2B5EF4-FFF2-40B4-BE49-F238E27FC236}">
                <a16:creationId xmlns:a16="http://schemas.microsoft.com/office/drawing/2014/main" id="{4664651E-D0D0-AE67-E2A9-5BE2C3A458A5}"/>
              </a:ext>
            </a:extLst>
          </p:cNvPr>
          <p:cNvSpPr>
            <a:spLocks noGrp="1"/>
          </p:cNvSpPr>
          <p:nvPr>
            <p:ph type="body" sz="quarter" idx="27" hasCustomPrompt="1"/>
          </p:nvPr>
        </p:nvSpPr>
        <p:spPr>
          <a:xfrm>
            <a:off x="3221223" y="5183188"/>
            <a:ext cx="2727455" cy="1119187"/>
          </a:xfrm>
          <a:prstGeom prst="rect">
            <a:avLst/>
          </a:prstGeom>
        </p:spPr>
        <p:txBody>
          <a:bodyPr/>
          <a:lstStyle>
            <a:lvl1pPr algn="ctr">
              <a:defRPr sz="1800"/>
            </a:lvl1pPr>
          </a:lstStyle>
          <a:p>
            <a:pPr lvl="0"/>
            <a:r>
              <a:rPr lang="en-US" dirty="0"/>
              <a:t>Text</a:t>
            </a:r>
          </a:p>
        </p:txBody>
      </p:sp>
      <p:sp>
        <p:nvSpPr>
          <p:cNvPr id="8" name="Text Placeholder 10">
            <a:extLst>
              <a:ext uri="{FF2B5EF4-FFF2-40B4-BE49-F238E27FC236}">
                <a16:creationId xmlns:a16="http://schemas.microsoft.com/office/drawing/2014/main" id="{BD555B14-A48F-B142-B1E5-B9FC446C0489}"/>
              </a:ext>
            </a:extLst>
          </p:cNvPr>
          <p:cNvSpPr>
            <a:spLocks noGrp="1"/>
          </p:cNvSpPr>
          <p:nvPr>
            <p:ph type="body" sz="quarter" idx="28" hasCustomPrompt="1"/>
          </p:nvPr>
        </p:nvSpPr>
        <p:spPr>
          <a:xfrm>
            <a:off x="6190034" y="5183188"/>
            <a:ext cx="2727455" cy="1119187"/>
          </a:xfrm>
          <a:prstGeom prst="rect">
            <a:avLst/>
          </a:prstGeom>
        </p:spPr>
        <p:txBody>
          <a:bodyPr/>
          <a:lstStyle>
            <a:lvl1pPr algn="ctr">
              <a:defRPr sz="1800"/>
            </a:lvl1pPr>
          </a:lstStyle>
          <a:p>
            <a:pPr lvl="0"/>
            <a:r>
              <a:rPr lang="en-US" dirty="0"/>
              <a:t>Text</a:t>
            </a:r>
          </a:p>
        </p:txBody>
      </p:sp>
      <p:sp>
        <p:nvSpPr>
          <p:cNvPr id="10" name="Text Placeholder 10">
            <a:extLst>
              <a:ext uri="{FF2B5EF4-FFF2-40B4-BE49-F238E27FC236}">
                <a16:creationId xmlns:a16="http://schemas.microsoft.com/office/drawing/2014/main" id="{C522591A-690D-94E5-448F-A366290A8B7C}"/>
              </a:ext>
            </a:extLst>
          </p:cNvPr>
          <p:cNvSpPr>
            <a:spLocks noGrp="1"/>
          </p:cNvSpPr>
          <p:nvPr>
            <p:ph type="body" sz="quarter" idx="29" hasCustomPrompt="1"/>
          </p:nvPr>
        </p:nvSpPr>
        <p:spPr>
          <a:xfrm>
            <a:off x="9158845" y="5183188"/>
            <a:ext cx="2727455" cy="1119187"/>
          </a:xfrm>
          <a:prstGeom prst="rect">
            <a:avLst/>
          </a:prstGeom>
        </p:spPr>
        <p:txBody>
          <a:bodyPr/>
          <a:lstStyle>
            <a:lvl1pPr algn="ctr">
              <a:defRPr sz="1800"/>
            </a:lvl1pPr>
          </a:lstStyle>
          <a:p>
            <a:pPr lvl="0"/>
            <a:r>
              <a:rPr lang="en-US" dirty="0"/>
              <a:t>Text</a:t>
            </a:r>
          </a:p>
        </p:txBody>
      </p:sp>
      <p:pic>
        <p:nvPicPr>
          <p:cNvPr id="11" name="Picture 10" descr="A blue and black logo&#10;&#10;AI-generated content may be incorrect.">
            <a:extLst>
              <a:ext uri="{FF2B5EF4-FFF2-40B4-BE49-F238E27FC236}">
                <a16:creationId xmlns:a16="http://schemas.microsoft.com/office/drawing/2014/main" id="{36354173-2455-38A6-D850-9E30EBFAA28A}"/>
              </a:ext>
            </a:extLst>
          </p:cNvPr>
          <p:cNvPicPr>
            <a:picLocks noChangeAspect="1"/>
          </p:cNvPicPr>
          <p:nvPr userDrawn="1"/>
        </p:nvPicPr>
        <p:blipFill>
          <a:blip r:embed="rId3"/>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267821714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4 Image Layout_dark">
    <p:bg>
      <p:bgPr>
        <a:solidFill>
          <a:schemeClr val="tx2"/>
        </a:solidFill>
        <a:effectLst/>
      </p:bgPr>
    </p:bg>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A1B8D2E2-076B-F3F0-5D4F-4CFC1574C5AA}"/>
              </a:ext>
            </a:extLst>
          </p:cNvPr>
          <p:cNvSpPr>
            <a:spLocks noGrp="1"/>
          </p:cNvSpPr>
          <p:nvPr>
            <p:ph type="body" sz="quarter" idx="20" hasCustomPrompt="1"/>
          </p:nvPr>
        </p:nvSpPr>
        <p:spPr>
          <a:xfrm>
            <a:off x="253010" y="334029"/>
            <a:ext cx="11640298" cy="472794"/>
          </a:xfrm>
          <a:prstGeom prst="rect">
            <a:avLst/>
          </a:prstGeom>
        </p:spPr>
        <p:txBody>
          <a:bodyPr/>
          <a:lstStyle>
            <a:lvl1pPr>
              <a:defRPr sz="3600" b="1">
                <a:solidFill>
                  <a:schemeClr val="bg1"/>
                </a:solidFill>
              </a:defRPr>
            </a:lvl1pPr>
          </a:lstStyle>
          <a:p>
            <a:pPr lvl="0"/>
            <a:r>
              <a:rPr lang="en-US" dirty="0"/>
              <a:t>HEADER</a:t>
            </a:r>
          </a:p>
        </p:txBody>
      </p:sp>
      <p:pic>
        <p:nvPicPr>
          <p:cNvPr id="2" name="Picture 1" descr="A white letter on a black background&#10;&#10;Description automatically generated">
            <a:extLst>
              <a:ext uri="{FF2B5EF4-FFF2-40B4-BE49-F238E27FC236}">
                <a16:creationId xmlns:a16="http://schemas.microsoft.com/office/drawing/2014/main" id="{DB75DC08-AA3D-0B9B-BE10-9FC365A6C05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3" name="Slide Number Placeholder 5">
            <a:extLst>
              <a:ext uri="{FF2B5EF4-FFF2-40B4-BE49-F238E27FC236}">
                <a16:creationId xmlns:a16="http://schemas.microsoft.com/office/drawing/2014/main" id="{BE5E0668-E0F2-65E6-9657-1B52048065B1}"/>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4" name="Picture Placeholder 8">
            <a:extLst>
              <a:ext uri="{FF2B5EF4-FFF2-40B4-BE49-F238E27FC236}">
                <a16:creationId xmlns:a16="http://schemas.microsoft.com/office/drawing/2014/main" id="{39185591-C09F-80CF-5976-B859677D247B}"/>
              </a:ext>
            </a:extLst>
          </p:cNvPr>
          <p:cNvSpPr>
            <a:spLocks noGrp="1"/>
          </p:cNvSpPr>
          <p:nvPr>
            <p:ph type="pic" sz="quarter" idx="22"/>
          </p:nvPr>
        </p:nvSpPr>
        <p:spPr>
          <a:xfrm>
            <a:off x="252413" y="1387475"/>
            <a:ext cx="2727455" cy="3641725"/>
          </a:xfrm>
          <a:prstGeom prst="rect">
            <a:avLst/>
          </a:prstGeom>
        </p:spPr>
        <p:txBody>
          <a:bodyPr/>
          <a:lstStyle>
            <a:lvl1pPr>
              <a:defRPr>
                <a:solidFill>
                  <a:schemeClr val="bg1"/>
                </a:solidFill>
              </a:defRPr>
            </a:lvl1pPr>
          </a:lstStyle>
          <a:p>
            <a:endParaRPr lang="en-US"/>
          </a:p>
        </p:txBody>
      </p:sp>
      <p:sp>
        <p:nvSpPr>
          <p:cNvPr id="5" name="Picture Placeholder 8">
            <a:extLst>
              <a:ext uri="{FF2B5EF4-FFF2-40B4-BE49-F238E27FC236}">
                <a16:creationId xmlns:a16="http://schemas.microsoft.com/office/drawing/2014/main" id="{40C57C8E-9AB5-D4EA-A3DF-E0E1B87E3C2E}"/>
              </a:ext>
            </a:extLst>
          </p:cNvPr>
          <p:cNvSpPr>
            <a:spLocks noGrp="1"/>
          </p:cNvSpPr>
          <p:nvPr>
            <p:ph type="pic" sz="quarter" idx="23"/>
          </p:nvPr>
        </p:nvSpPr>
        <p:spPr>
          <a:xfrm>
            <a:off x="3221224" y="1387475"/>
            <a:ext cx="2727455" cy="3641725"/>
          </a:xfrm>
          <a:prstGeom prst="rect">
            <a:avLst/>
          </a:prstGeom>
        </p:spPr>
        <p:txBody>
          <a:bodyPr/>
          <a:lstStyle>
            <a:lvl1pPr>
              <a:defRPr>
                <a:solidFill>
                  <a:schemeClr val="bg1"/>
                </a:solidFill>
              </a:defRPr>
            </a:lvl1pPr>
          </a:lstStyle>
          <a:p>
            <a:endParaRPr lang="en-US"/>
          </a:p>
        </p:txBody>
      </p:sp>
      <p:sp>
        <p:nvSpPr>
          <p:cNvPr id="8" name="Picture Placeholder 8">
            <a:extLst>
              <a:ext uri="{FF2B5EF4-FFF2-40B4-BE49-F238E27FC236}">
                <a16:creationId xmlns:a16="http://schemas.microsoft.com/office/drawing/2014/main" id="{B73AFC4A-4D17-D889-A190-32467451310C}"/>
              </a:ext>
            </a:extLst>
          </p:cNvPr>
          <p:cNvSpPr>
            <a:spLocks noGrp="1"/>
          </p:cNvSpPr>
          <p:nvPr>
            <p:ph type="pic" sz="quarter" idx="24"/>
          </p:nvPr>
        </p:nvSpPr>
        <p:spPr>
          <a:xfrm>
            <a:off x="6190035" y="1387475"/>
            <a:ext cx="2727455" cy="3641725"/>
          </a:xfrm>
          <a:prstGeom prst="rect">
            <a:avLst/>
          </a:prstGeom>
        </p:spPr>
        <p:txBody>
          <a:bodyPr/>
          <a:lstStyle>
            <a:lvl1pPr>
              <a:defRPr>
                <a:solidFill>
                  <a:schemeClr val="bg1"/>
                </a:solidFill>
              </a:defRPr>
            </a:lvl1pPr>
          </a:lstStyle>
          <a:p>
            <a:endParaRPr lang="en-US"/>
          </a:p>
        </p:txBody>
      </p:sp>
      <p:sp>
        <p:nvSpPr>
          <p:cNvPr id="10" name="Picture Placeholder 8">
            <a:extLst>
              <a:ext uri="{FF2B5EF4-FFF2-40B4-BE49-F238E27FC236}">
                <a16:creationId xmlns:a16="http://schemas.microsoft.com/office/drawing/2014/main" id="{8636D1FF-4AC7-B87D-B8D3-D71951DA2168}"/>
              </a:ext>
            </a:extLst>
          </p:cNvPr>
          <p:cNvSpPr>
            <a:spLocks noGrp="1"/>
          </p:cNvSpPr>
          <p:nvPr>
            <p:ph type="pic" sz="quarter" idx="25"/>
          </p:nvPr>
        </p:nvSpPr>
        <p:spPr>
          <a:xfrm>
            <a:off x="9158846" y="1387475"/>
            <a:ext cx="2727455" cy="3641725"/>
          </a:xfrm>
          <a:prstGeom prst="rect">
            <a:avLst/>
          </a:prstGeom>
        </p:spPr>
        <p:txBody>
          <a:bodyPr/>
          <a:lstStyle>
            <a:lvl1pPr>
              <a:defRPr>
                <a:solidFill>
                  <a:schemeClr val="bg1"/>
                </a:solidFill>
              </a:defRPr>
            </a:lvl1pPr>
          </a:lstStyle>
          <a:p>
            <a:endParaRPr lang="en-US"/>
          </a:p>
        </p:txBody>
      </p:sp>
      <p:sp>
        <p:nvSpPr>
          <p:cNvPr id="11" name="Text Placeholder 10">
            <a:extLst>
              <a:ext uri="{FF2B5EF4-FFF2-40B4-BE49-F238E27FC236}">
                <a16:creationId xmlns:a16="http://schemas.microsoft.com/office/drawing/2014/main" id="{34E3C37E-50FF-DEBD-FFE0-12021561C04A}"/>
              </a:ext>
            </a:extLst>
          </p:cNvPr>
          <p:cNvSpPr>
            <a:spLocks noGrp="1"/>
          </p:cNvSpPr>
          <p:nvPr>
            <p:ph type="body" sz="quarter" idx="26" hasCustomPrompt="1"/>
          </p:nvPr>
        </p:nvSpPr>
        <p:spPr>
          <a:xfrm>
            <a:off x="252413" y="5183188"/>
            <a:ext cx="2727455" cy="1119187"/>
          </a:xfrm>
          <a:prstGeom prst="rect">
            <a:avLst/>
          </a:prstGeom>
        </p:spPr>
        <p:txBody>
          <a:bodyPr/>
          <a:lstStyle>
            <a:lvl1pPr algn="ctr">
              <a:defRPr sz="1800">
                <a:solidFill>
                  <a:schemeClr val="bg1"/>
                </a:solidFill>
              </a:defRPr>
            </a:lvl1pPr>
          </a:lstStyle>
          <a:p>
            <a:pPr lvl="0"/>
            <a:r>
              <a:rPr lang="en-US" dirty="0"/>
              <a:t>Text</a:t>
            </a:r>
          </a:p>
        </p:txBody>
      </p:sp>
      <p:sp>
        <p:nvSpPr>
          <p:cNvPr id="12" name="Text Placeholder 10">
            <a:extLst>
              <a:ext uri="{FF2B5EF4-FFF2-40B4-BE49-F238E27FC236}">
                <a16:creationId xmlns:a16="http://schemas.microsoft.com/office/drawing/2014/main" id="{EF90D0CF-C799-F88A-FC57-E0FE4CAB4D62}"/>
              </a:ext>
            </a:extLst>
          </p:cNvPr>
          <p:cNvSpPr>
            <a:spLocks noGrp="1"/>
          </p:cNvSpPr>
          <p:nvPr>
            <p:ph type="body" sz="quarter" idx="27" hasCustomPrompt="1"/>
          </p:nvPr>
        </p:nvSpPr>
        <p:spPr>
          <a:xfrm>
            <a:off x="3221353" y="5183188"/>
            <a:ext cx="2727455" cy="1119187"/>
          </a:xfrm>
          <a:prstGeom prst="rect">
            <a:avLst/>
          </a:prstGeom>
        </p:spPr>
        <p:txBody>
          <a:bodyPr/>
          <a:lstStyle>
            <a:lvl1pPr algn="ctr">
              <a:defRPr sz="1800">
                <a:solidFill>
                  <a:schemeClr val="bg1"/>
                </a:solidFill>
              </a:defRPr>
            </a:lvl1pPr>
          </a:lstStyle>
          <a:p>
            <a:pPr lvl="0"/>
            <a:r>
              <a:rPr lang="en-US" dirty="0"/>
              <a:t>Text</a:t>
            </a:r>
          </a:p>
        </p:txBody>
      </p:sp>
      <p:sp>
        <p:nvSpPr>
          <p:cNvPr id="13" name="Text Placeholder 10">
            <a:extLst>
              <a:ext uri="{FF2B5EF4-FFF2-40B4-BE49-F238E27FC236}">
                <a16:creationId xmlns:a16="http://schemas.microsoft.com/office/drawing/2014/main" id="{5864F0F2-ACC8-ADFB-BFBA-6277B60066A8}"/>
              </a:ext>
            </a:extLst>
          </p:cNvPr>
          <p:cNvSpPr>
            <a:spLocks noGrp="1"/>
          </p:cNvSpPr>
          <p:nvPr>
            <p:ph type="body" sz="quarter" idx="28" hasCustomPrompt="1"/>
          </p:nvPr>
        </p:nvSpPr>
        <p:spPr>
          <a:xfrm>
            <a:off x="6190164" y="5183188"/>
            <a:ext cx="2727455" cy="1119187"/>
          </a:xfrm>
          <a:prstGeom prst="rect">
            <a:avLst/>
          </a:prstGeom>
        </p:spPr>
        <p:txBody>
          <a:bodyPr/>
          <a:lstStyle>
            <a:lvl1pPr algn="ctr">
              <a:defRPr sz="1800">
                <a:solidFill>
                  <a:schemeClr val="bg1"/>
                </a:solidFill>
              </a:defRPr>
            </a:lvl1pPr>
          </a:lstStyle>
          <a:p>
            <a:pPr lvl="0"/>
            <a:r>
              <a:rPr lang="en-US" dirty="0"/>
              <a:t>Text</a:t>
            </a:r>
          </a:p>
        </p:txBody>
      </p:sp>
      <p:sp>
        <p:nvSpPr>
          <p:cNvPr id="14" name="Text Placeholder 10">
            <a:extLst>
              <a:ext uri="{FF2B5EF4-FFF2-40B4-BE49-F238E27FC236}">
                <a16:creationId xmlns:a16="http://schemas.microsoft.com/office/drawing/2014/main" id="{67A2F61D-2980-A3C3-F881-E0913ED0DA48}"/>
              </a:ext>
            </a:extLst>
          </p:cNvPr>
          <p:cNvSpPr>
            <a:spLocks noGrp="1"/>
          </p:cNvSpPr>
          <p:nvPr>
            <p:ph type="body" sz="quarter" idx="29" hasCustomPrompt="1"/>
          </p:nvPr>
        </p:nvSpPr>
        <p:spPr>
          <a:xfrm>
            <a:off x="9158845" y="5183188"/>
            <a:ext cx="2727455" cy="1119187"/>
          </a:xfrm>
          <a:prstGeom prst="rect">
            <a:avLst/>
          </a:prstGeom>
        </p:spPr>
        <p:txBody>
          <a:bodyPr/>
          <a:lstStyle>
            <a:lvl1pPr algn="ctr">
              <a:defRPr sz="1800">
                <a:solidFill>
                  <a:schemeClr val="bg1"/>
                </a:solidFill>
              </a:defRPr>
            </a:lvl1pPr>
          </a:lstStyle>
          <a:p>
            <a:pPr lvl="0"/>
            <a:r>
              <a:rPr lang="en-US" dirty="0"/>
              <a:t>Text</a:t>
            </a:r>
          </a:p>
        </p:txBody>
      </p:sp>
      <p:sp>
        <p:nvSpPr>
          <p:cNvPr id="9" name="Text Placeholder 3">
            <a:extLst>
              <a:ext uri="{FF2B5EF4-FFF2-40B4-BE49-F238E27FC236}">
                <a16:creationId xmlns:a16="http://schemas.microsoft.com/office/drawing/2014/main" id="{3404815E-0A5F-B49B-713F-9CF8370F9482}"/>
              </a:ext>
            </a:extLst>
          </p:cNvPr>
          <p:cNvSpPr>
            <a:spLocks noGrp="1"/>
          </p:cNvSpPr>
          <p:nvPr>
            <p:ph type="body" sz="quarter" idx="21" hasCustomPrompt="1"/>
          </p:nvPr>
        </p:nvSpPr>
        <p:spPr>
          <a:xfrm>
            <a:off x="252879" y="850163"/>
            <a:ext cx="5430745" cy="400426"/>
          </a:xfrm>
          <a:prstGeom prst="rect">
            <a:avLst/>
          </a:prstGeom>
        </p:spPr>
        <p:txBody>
          <a:bodyPr/>
          <a:lstStyle>
            <a:lvl1pPr>
              <a:defRPr sz="2000" b="0">
                <a:solidFill>
                  <a:schemeClr val="accent2"/>
                </a:solidFill>
              </a:defRPr>
            </a:lvl1pPr>
          </a:lstStyle>
          <a:p>
            <a:pPr lvl="0"/>
            <a:r>
              <a:rPr lang="en-US" dirty="0"/>
              <a:t>Optional Subheading</a:t>
            </a:r>
          </a:p>
        </p:txBody>
      </p:sp>
    </p:spTree>
    <p:extLst>
      <p:ext uri="{BB962C8B-B14F-4D97-AF65-F5344CB8AC3E}">
        <p14:creationId xmlns:p14="http://schemas.microsoft.com/office/powerpoint/2010/main" val="3029234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llage Slide_light">
    <p:spTree>
      <p:nvGrpSpPr>
        <p:cNvPr id="1" name=""/>
        <p:cNvGrpSpPr/>
        <p:nvPr/>
      </p:nvGrpSpPr>
      <p:grpSpPr>
        <a:xfrm>
          <a:off x="0" y="0"/>
          <a:ext cx="0" cy="0"/>
          <a:chOff x="0" y="0"/>
          <a:chExt cx="0" cy="0"/>
        </a:xfrm>
      </p:grpSpPr>
      <p:sp>
        <p:nvSpPr>
          <p:cNvPr id="27" name="Picture Placeholder 25">
            <a:extLst>
              <a:ext uri="{FF2B5EF4-FFF2-40B4-BE49-F238E27FC236}">
                <a16:creationId xmlns:a16="http://schemas.microsoft.com/office/drawing/2014/main" id="{45C81B5F-74BC-C6ED-0A15-A71F5CD5DA1C}"/>
              </a:ext>
            </a:extLst>
          </p:cNvPr>
          <p:cNvSpPr>
            <a:spLocks noGrp="1"/>
          </p:cNvSpPr>
          <p:nvPr>
            <p:ph type="pic" sz="quarter" idx="11"/>
          </p:nvPr>
        </p:nvSpPr>
        <p:spPr>
          <a:xfrm>
            <a:off x="5209504" y="408216"/>
            <a:ext cx="3101382" cy="2269671"/>
          </a:xfrm>
          <a:prstGeom prst="rect">
            <a:avLst/>
          </a:prstGeom>
        </p:spPr>
        <p:txBody>
          <a:bodyPr/>
          <a:lstStyle/>
          <a:p>
            <a:endParaRPr lang="en-US"/>
          </a:p>
        </p:txBody>
      </p:sp>
      <p:sp>
        <p:nvSpPr>
          <p:cNvPr id="28" name="Picture Placeholder 25">
            <a:extLst>
              <a:ext uri="{FF2B5EF4-FFF2-40B4-BE49-F238E27FC236}">
                <a16:creationId xmlns:a16="http://schemas.microsoft.com/office/drawing/2014/main" id="{2763E18B-9447-4AE0-06BF-160B2E51AC83}"/>
              </a:ext>
            </a:extLst>
          </p:cNvPr>
          <p:cNvSpPr>
            <a:spLocks noGrp="1"/>
          </p:cNvSpPr>
          <p:nvPr>
            <p:ph type="pic" sz="quarter" idx="12"/>
          </p:nvPr>
        </p:nvSpPr>
        <p:spPr>
          <a:xfrm>
            <a:off x="8614014" y="408216"/>
            <a:ext cx="3101382" cy="2269671"/>
          </a:xfrm>
          <a:prstGeom prst="rect">
            <a:avLst/>
          </a:prstGeom>
        </p:spPr>
        <p:txBody>
          <a:bodyPr/>
          <a:lstStyle/>
          <a:p>
            <a:endParaRPr lang="en-US"/>
          </a:p>
        </p:txBody>
      </p:sp>
      <p:sp>
        <p:nvSpPr>
          <p:cNvPr id="29" name="Picture Placeholder 25">
            <a:extLst>
              <a:ext uri="{FF2B5EF4-FFF2-40B4-BE49-F238E27FC236}">
                <a16:creationId xmlns:a16="http://schemas.microsoft.com/office/drawing/2014/main" id="{05A91090-36DC-C40C-23EF-E4F0ADBCB709}"/>
              </a:ext>
            </a:extLst>
          </p:cNvPr>
          <p:cNvSpPr>
            <a:spLocks noGrp="1"/>
          </p:cNvSpPr>
          <p:nvPr>
            <p:ph type="pic" sz="quarter" idx="13"/>
          </p:nvPr>
        </p:nvSpPr>
        <p:spPr>
          <a:xfrm>
            <a:off x="8614014" y="3559627"/>
            <a:ext cx="3101382" cy="2269671"/>
          </a:xfrm>
          <a:prstGeom prst="rect">
            <a:avLst/>
          </a:prstGeom>
        </p:spPr>
        <p:txBody>
          <a:bodyPr/>
          <a:lstStyle/>
          <a:p>
            <a:endParaRPr lang="en-US"/>
          </a:p>
        </p:txBody>
      </p:sp>
      <p:sp>
        <p:nvSpPr>
          <p:cNvPr id="30" name="Picture Placeholder 25">
            <a:extLst>
              <a:ext uri="{FF2B5EF4-FFF2-40B4-BE49-F238E27FC236}">
                <a16:creationId xmlns:a16="http://schemas.microsoft.com/office/drawing/2014/main" id="{ADC38324-7A5A-395D-1E9A-DABA5AADD182}"/>
              </a:ext>
            </a:extLst>
          </p:cNvPr>
          <p:cNvSpPr>
            <a:spLocks noGrp="1"/>
          </p:cNvSpPr>
          <p:nvPr>
            <p:ph type="pic" sz="quarter" idx="14"/>
          </p:nvPr>
        </p:nvSpPr>
        <p:spPr>
          <a:xfrm>
            <a:off x="5220467" y="3559627"/>
            <a:ext cx="3101382" cy="2269671"/>
          </a:xfrm>
          <a:prstGeom prst="rect">
            <a:avLst/>
          </a:prstGeom>
        </p:spPr>
        <p:txBody>
          <a:bodyPr/>
          <a:lstStyle/>
          <a:p>
            <a:endParaRPr lang="en-US"/>
          </a:p>
        </p:txBody>
      </p:sp>
      <p:sp>
        <p:nvSpPr>
          <p:cNvPr id="26" name="Picture Placeholder 25">
            <a:extLst>
              <a:ext uri="{FF2B5EF4-FFF2-40B4-BE49-F238E27FC236}">
                <a16:creationId xmlns:a16="http://schemas.microsoft.com/office/drawing/2014/main" id="{4CC86894-E309-7F69-1A6C-93D55016E626}"/>
              </a:ext>
            </a:extLst>
          </p:cNvPr>
          <p:cNvSpPr>
            <a:spLocks noGrp="1"/>
          </p:cNvSpPr>
          <p:nvPr>
            <p:ph type="pic" sz="quarter" idx="10"/>
          </p:nvPr>
        </p:nvSpPr>
        <p:spPr>
          <a:xfrm>
            <a:off x="476604" y="2678113"/>
            <a:ext cx="4429771" cy="3151187"/>
          </a:xfrm>
          <a:prstGeom prst="rect">
            <a:avLst/>
          </a:prstGeom>
        </p:spPr>
        <p:txBody>
          <a:bodyPr/>
          <a:lstStyle/>
          <a:p>
            <a:endParaRPr lang="en-US"/>
          </a:p>
        </p:txBody>
      </p:sp>
      <p:sp>
        <p:nvSpPr>
          <p:cNvPr id="2" name="Rectangle 1">
            <a:extLst>
              <a:ext uri="{FF2B5EF4-FFF2-40B4-BE49-F238E27FC236}">
                <a16:creationId xmlns:a16="http://schemas.microsoft.com/office/drawing/2014/main" id="{A3D2C1CF-8CDF-CF82-0573-F131FAF156EC}"/>
              </a:ext>
            </a:extLst>
          </p:cNvPr>
          <p:cNvSpPr/>
          <p:nvPr userDrawn="1"/>
        </p:nvSpPr>
        <p:spPr>
          <a:xfrm>
            <a:off x="476603" y="408216"/>
            <a:ext cx="4429771" cy="1972916"/>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solidFill>
                <a:schemeClr val="accent1"/>
              </a:solidFill>
            </a:endParaRPr>
          </a:p>
        </p:txBody>
      </p:sp>
      <p:sp>
        <p:nvSpPr>
          <p:cNvPr id="3" name="Slide Number Placeholder 1">
            <a:extLst>
              <a:ext uri="{FF2B5EF4-FFF2-40B4-BE49-F238E27FC236}">
                <a16:creationId xmlns:a16="http://schemas.microsoft.com/office/drawing/2014/main" id="{35FF3B76-99EC-4A8B-41BD-A2FA39A2C1F5}"/>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marL="0" algn="r" rtl="0" latinLnBrk="0">
              <a:defRPr sz="800" kern="1200">
                <a:solidFill>
                  <a:schemeClr val="bg1">
                    <a:lumMod val="50000"/>
                  </a:schemeClr>
                </a:solidFill>
                <a:latin typeface="+mn-lt"/>
                <a:ea typeface="+mn-ea"/>
                <a:cs typeface="+mn-cs"/>
              </a:defRPr>
            </a:lvl1pPr>
            <a:lvl2pPr marL="457200" algn="l" rtl="0" latinLnBrk="0">
              <a:defRPr sz="1800" kern="1200">
                <a:solidFill>
                  <a:schemeClr val="tx1"/>
                </a:solidFill>
                <a:latin typeface="+mn-lt"/>
                <a:ea typeface="+mn-ea"/>
                <a:cs typeface="+mn-cs"/>
              </a:defRPr>
            </a:lvl2pPr>
            <a:lvl3pPr marL="914400" algn="l" rtl="0" latinLnBrk="0">
              <a:defRPr sz="1800" kern="1200">
                <a:solidFill>
                  <a:schemeClr val="tx1"/>
                </a:solidFill>
                <a:latin typeface="+mn-lt"/>
                <a:ea typeface="+mn-ea"/>
                <a:cs typeface="+mn-cs"/>
              </a:defRPr>
            </a:lvl3pPr>
            <a:lvl4pPr marL="1371600" algn="l" rtl="0" latinLnBrk="0">
              <a:defRPr sz="1800" kern="1200">
                <a:solidFill>
                  <a:schemeClr val="tx1"/>
                </a:solidFill>
                <a:latin typeface="+mn-lt"/>
                <a:ea typeface="+mn-ea"/>
                <a:cs typeface="+mn-cs"/>
              </a:defRPr>
            </a:lvl4pPr>
            <a:lvl5pPr marL="1828800" algn="l" rtl="0" latinLnBrk="0">
              <a:defRPr sz="1800" kern="1200">
                <a:solidFill>
                  <a:schemeClr val="tx1"/>
                </a:solidFill>
                <a:latin typeface="+mn-lt"/>
                <a:ea typeface="+mn-ea"/>
                <a:cs typeface="+mn-cs"/>
              </a:defRPr>
            </a:lvl5pPr>
            <a:lvl6pPr marL="2286000" algn="l" rtl="0" latinLnBrk="0">
              <a:defRPr sz="1800" kern="1200">
                <a:solidFill>
                  <a:schemeClr val="tx1"/>
                </a:solidFill>
                <a:latin typeface="+mn-lt"/>
                <a:ea typeface="+mn-ea"/>
                <a:cs typeface="+mn-cs"/>
              </a:defRPr>
            </a:lvl6pPr>
            <a:lvl7pPr marL="2743200" algn="l" rtl="0" latinLnBrk="0">
              <a:defRPr sz="1800" kern="1200">
                <a:solidFill>
                  <a:schemeClr val="tx1"/>
                </a:solidFill>
                <a:latin typeface="+mn-lt"/>
                <a:ea typeface="+mn-ea"/>
                <a:cs typeface="+mn-cs"/>
              </a:defRPr>
            </a:lvl7pPr>
            <a:lvl8pPr marL="3200400" algn="l" rtl="0" latinLnBrk="0">
              <a:defRPr sz="1800" kern="1200">
                <a:solidFill>
                  <a:schemeClr val="tx1"/>
                </a:solidFill>
                <a:latin typeface="+mn-lt"/>
                <a:ea typeface="+mn-ea"/>
                <a:cs typeface="+mn-cs"/>
              </a:defRPr>
            </a:lvl8pPr>
            <a:lvl9pPr marL="3657600" algn="l" rtl="0" latinLnBrk="0">
              <a:defRPr sz="1800" kern="1200">
                <a:solidFill>
                  <a:schemeClr val="tx1"/>
                </a:solidFill>
                <a:latin typeface="+mn-lt"/>
                <a:ea typeface="+mn-ea"/>
                <a:cs typeface="+mn-cs"/>
              </a:defRPr>
            </a:lvl9pPr>
          </a:lstStyle>
          <a:p>
            <a:pPr>
              <a:defRPr/>
            </a:pPr>
            <a:fld id="{FEA2E03D-9F5B-5343-B21F-62525800774A}" type="slidenum">
              <a:rPr lang="en-US" smtClean="0"/>
              <a:pPr>
                <a:defRPr/>
              </a:pPr>
              <a:t>‹#›</a:t>
            </a:fld>
            <a:endParaRPr lang="en-US"/>
          </a:p>
        </p:txBody>
      </p:sp>
      <p:cxnSp>
        <p:nvCxnSpPr>
          <p:cNvPr id="12" name="Straight Connector 11">
            <a:extLst>
              <a:ext uri="{FF2B5EF4-FFF2-40B4-BE49-F238E27FC236}">
                <a16:creationId xmlns:a16="http://schemas.microsoft.com/office/drawing/2014/main" id="{F3F346DA-4135-4E6F-CEF4-7453E64F1572}"/>
              </a:ext>
            </a:extLst>
          </p:cNvPr>
          <p:cNvCxnSpPr>
            <a:cxnSpLocks/>
          </p:cNvCxnSpPr>
          <p:nvPr userDrawn="1"/>
        </p:nvCxnSpPr>
        <p:spPr>
          <a:xfrm>
            <a:off x="5258490" y="2768903"/>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15" name="Straight Connector 14">
            <a:extLst>
              <a:ext uri="{FF2B5EF4-FFF2-40B4-BE49-F238E27FC236}">
                <a16:creationId xmlns:a16="http://schemas.microsoft.com/office/drawing/2014/main" id="{C5D346EE-506C-E76D-89D6-D1609B84D44D}"/>
              </a:ext>
            </a:extLst>
          </p:cNvPr>
          <p:cNvCxnSpPr>
            <a:cxnSpLocks/>
          </p:cNvCxnSpPr>
          <p:nvPr userDrawn="1"/>
        </p:nvCxnSpPr>
        <p:spPr>
          <a:xfrm>
            <a:off x="8662058" y="2768903"/>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18" name="Straight Connector 17">
            <a:extLst>
              <a:ext uri="{FF2B5EF4-FFF2-40B4-BE49-F238E27FC236}">
                <a16:creationId xmlns:a16="http://schemas.microsoft.com/office/drawing/2014/main" id="{1025CFE0-2DF9-2E57-F4DA-DDC51A1002C3}"/>
              </a:ext>
            </a:extLst>
          </p:cNvPr>
          <p:cNvCxnSpPr>
            <a:cxnSpLocks/>
          </p:cNvCxnSpPr>
          <p:nvPr userDrawn="1"/>
        </p:nvCxnSpPr>
        <p:spPr>
          <a:xfrm>
            <a:off x="8662058" y="5982121"/>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21" name="Straight Connector 20">
            <a:extLst>
              <a:ext uri="{FF2B5EF4-FFF2-40B4-BE49-F238E27FC236}">
                <a16:creationId xmlns:a16="http://schemas.microsoft.com/office/drawing/2014/main" id="{ED07A882-82DD-ABBD-9DD3-2B862067A27D}"/>
              </a:ext>
            </a:extLst>
          </p:cNvPr>
          <p:cNvCxnSpPr>
            <a:cxnSpLocks/>
          </p:cNvCxnSpPr>
          <p:nvPr userDrawn="1"/>
        </p:nvCxnSpPr>
        <p:spPr>
          <a:xfrm>
            <a:off x="5258490" y="5982121"/>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24" name="Straight Connector 23">
            <a:extLst>
              <a:ext uri="{FF2B5EF4-FFF2-40B4-BE49-F238E27FC236}">
                <a16:creationId xmlns:a16="http://schemas.microsoft.com/office/drawing/2014/main" id="{B1525FE9-38C9-AD62-AC30-A752E7853E6F}"/>
              </a:ext>
            </a:extLst>
          </p:cNvPr>
          <p:cNvCxnSpPr>
            <a:cxnSpLocks/>
          </p:cNvCxnSpPr>
          <p:nvPr userDrawn="1"/>
        </p:nvCxnSpPr>
        <p:spPr>
          <a:xfrm>
            <a:off x="476604" y="5982121"/>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sp>
        <p:nvSpPr>
          <p:cNvPr id="5" name="Text Placeholder 4">
            <a:extLst>
              <a:ext uri="{FF2B5EF4-FFF2-40B4-BE49-F238E27FC236}">
                <a16:creationId xmlns:a16="http://schemas.microsoft.com/office/drawing/2014/main" id="{4101A612-EEEF-C011-34E4-1B6F741CA934}"/>
              </a:ext>
            </a:extLst>
          </p:cNvPr>
          <p:cNvSpPr>
            <a:spLocks noGrp="1"/>
          </p:cNvSpPr>
          <p:nvPr>
            <p:ph type="body" sz="quarter" idx="15" hasCustomPrompt="1"/>
          </p:nvPr>
        </p:nvSpPr>
        <p:spPr>
          <a:xfrm>
            <a:off x="583454" y="487122"/>
            <a:ext cx="4195980" cy="1792258"/>
          </a:xfrm>
          <a:prstGeom prst="rect">
            <a:avLst/>
          </a:prstGeom>
        </p:spPr>
        <p:txBody>
          <a:bodyPr/>
          <a:lstStyle>
            <a:lvl1pPr>
              <a:defRPr sz="4000" b="1">
                <a:solidFill>
                  <a:schemeClr val="tx1"/>
                </a:solidFill>
              </a:defRPr>
            </a:lvl1pPr>
          </a:lstStyle>
          <a:p>
            <a:pPr lvl="0"/>
            <a:r>
              <a:rPr lang="en-US"/>
              <a:t>TEXT TITLE</a:t>
            </a:r>
          </a:p>
        </p:txBody>
      </p:sp>
      <p:sp>
        <p:nvSpPr>
          <p:cNvPr id="7" name="Text Placeholder 6">
            <a:extLst>
              <a:ext uri="{FF2B5EF4-FFF2-40B4-BE49-F238E27FC236}">
                <a16:creationId xmlns:a16="http://schemas.microsoft.com/office/drawing/2014/main" id="{3D2F4131-8DBD-80E6-6FF2-00461C5457F6}"/>
              </a:ext>
            </a:extLst>
          </p:cNvPr>
          <p:cNvSpPr>
            <a:spLocks noGrp="1"/>
          </p:cNvSpPr>
          <p:nvPr>
            <p:ph type="body" sz="quarter" idx="16" hasCustomPrompt="1"/>
          </p:nvPr>
        </p:nvSpPr>
        <p:spPr>
          <a:xfrm>
            <a:off x="5318440" y="2661941"/>
            <a:ext cx="1788750" cy="392103"/>
          </a:xfrm>
          <a:prstGeom prst="rect">
            <a:avLst/>
          </a:prstGeom>
        </p:spPr>
        <p:txBody>
          <a:bodyPr/>
          <a:lstStyle>
            <a:lvl1pPr>
              <a:defRPr sz="2400" b="1"/>
            </a:lvl1pPr>
          </a:lstStyle>
          <a:p>
            <a:pPr lvl="0"/>
            <a:r>
              <a:rPr lang="en-US"/>
              <a:t>SUBTITLE</a:t>
            </a:r>
          </a:p>
        </p:txBody>
      </p:sp>
      <p:sp>
        <p:nvSpPr>
          <p:cNvPr id="8" name="Text Placeholder 6">
            <a:extLst>
              <a:ext uri="{FF2B5EF4-FFF2-40B4-BE49-F238E27FC236}">
                <a16:creationId xmlns:a16="http://schemas.microsoft.com/office/drawing/2014/main" id="{2D883F05-5BB0-F688-00E2-D5B1C52BD39D}"/>
              </a:ext>
            </a:extLst>
          </p:cNvPr>
          <p:cNvSpPr>
            <a:spLocks noGrp="1"/>
          </p:cNvSpPr>
          <p:nvPr>
            <p:ph type="body" sz="quarter" idx="17" hasCustomPrompt="1"/>
          </p:nvPr>
        </p:nvSpPr>
        <p:spPr>
          <a:xfrm>
            <a:off x="5318440" y="3000643"/>
            <a:ext cx="1453834" cy="347285"/>
          </a:xfrm>
          <a:prstGeom prst="rect">
            <a:avLst/>
          </a:prstGeom>
        </p:spPr>
        <p:txBody>
          <a:bodyPr/>
          <a:lstStyle>
            <a:lvl1pPr>
              <a:defRPr sz="2000" b="1"/>
            </a:lvl1pPr>
          </a:lstStyle>
          <a:p>
            <a:pPr lvl="0"/>
            <a:r>
              <a:rPr lang="en-US"/>
              <a:t>Sep. 12-13</a:t>
            </a:r>
          </a:p>
        </p:txBody>
      </p:sp>
      <p:sp>
        <p:nvSpPr>
          <p:cNvPr id="25" name="Text Placeholder 6">
            <a:extLst>
              <a:ext uri="{FF2B5EF4-FFF2-40B4-BE49-F238E27FC236}">
                <a16:creationId xmlns:a16="http://schemas.microsoft.com/office/drawing/2014/main" id="{2A3D994B-0856-4125-D3AA-1100FAA17E76}"/>
              </a:ext>
            </a:extLst>
          </p:cNvPr>
          <p:cNvSpPr>
            <a:spLocks noGrp="1"/>
          </p:cNvSpPr>
          <p:nvPr>
            <p:ph type="body" sz="quarter" idx="18" hasCustomPrompt="1"/>
          </p:nvPr>
        </p:nvSpPr>
        <p:spPr>
          <a:xfrm>
            <a:off x="6649868" y="3010057"/>
            <a:ext cx="1671981" cy="347285"/>
          </a:xfrm>
          <a:prstGeom prst="rect">
            <a:avLst/>
          </a:prstGeom>
        </p:spPr>
        <p:txBody>
          <a:bodyPr/>
          <a:lstStyle>
            <a:lvl1pPr>
              <a:defRPr sz="1800" b="0" i="1"/>
            </a:lvl1pPr>
          </a:lstStyle>
          <a:p>
            <a:pPr lvl="0"/>
            <a:r>
              <a:rPr lang="en-US"/>
              <a:t>| location</a:t>
            </a:r>
          </a:p>
        </p:txBody>
      </p:sp>
      <p:sp>
        <p:nvSpPr>
          <p:cNvPr id="31" name="Text Placeholder 6">
            <a:extLst>
              <a:ext uri="{FF2B5EF4-FFF2-40B4-BE49-F238E27FC236}">
                <a16:creationId xmlns:a16="http://schemas.microsoft.com/office/drawing/2014/main" id="{4C53947B-8D12-3689-2C84-E94526166297}"/>
              </a:ext>
            </a:extLst>
          </p:cNvPr>
          <p:cNvSpPr>
            <a:spLocks noGrp="1"/>
          </p:cNvSpPr>
          <p:nvPr>
            <p:ph type="body" sz="quarter" idx="19" hasCustomPrompt="1"/>
          </p:nvPr>
        </p:nvSpPr>
        <p:spPr>
          <a:xfrm>
            <a:off x="8733914" y="2661941"/>
            <a:ext cx="1788750" cy="392103"/>
          </a:xfrm>
          <a:prstGeom prst="rect">
            <a:avLst/>
          </a:prstGeom>
        </p:spPr>
        <p:txBody>
          <a:bodyPr/>
          <a:lstStyle>
            <a:lvl1pPr>
              <a:defRPr sz="2400" b="1"/>
            </a:lvl1pPr>
          </a:lstStyle>
          <a:p>
            <a:pPr lvl="0"/>
            <a:r>
              <a:rPr lang="en-US"/>
              <a:t>SUBTITLE</a:t>
            </a:r>
          </a:p>
        </p:txBody>
      </p:sp>
      <p:sp>
        <p:nvSpPr>
          <p:cNvPr id="32" name="Text Placeholder 6">
            <a:extLst>
              <a:ext uri="{FF2B5EF4-FFF2-40B4-BE49-F238E27FC236}">
                <a16:creationId xmlns:a16="http://schemas.microsoft.com/office/drawing/2014/main" id="{99466189-8148-F155-A0DF-FD15E69EDA63}"/>
              </a:ext>
            </a:extLst>
          </p:cNvPr>
          <p:cNvSpPr>
            <a:spLocks noGrp="1"/>
          </p:cNvSpPr>
          <p:nvPr>
            <p:ph type="body" sz="quarter" idx="20" hasCustomPrompt="1"/>
          </p:nvPr>
        </p:nvSpPr>
        <p:spPr>
          <a:xfrm>
            <a:off x="8733914" y="3000643"/>
            <a:ext cx="1453834" cy="347285"/>
          </a:xfrm>
          <a:prstGeom prst="rect">
            <a:avLst/>
          </a:prstGeom>
        </p:spPr>
        <p:txBody>
          <a:bodyPr/>
          <a:lstStyle>
            <a:lvl1pPr>
              <a:defRPr sz="2000" b="1"/>
            </a:lvl1pPr>
          </a:lstStyle>
          <a:p>
            <a:pPr lvl="0"/>
            <a:r>
              <a:rPr lang="en-US"/>
              <a:t>Sep. 12-13</a:t>
            </a:r>
          </a:p>
        </p:txBody>
      </p:sp>
      <p:sp>
        <p:nvSpPr>
          <p:cNvPr id="33" name="Text Placeholder 6">
            <a:extLst>
              <a:ext uri="{FF2B5EF4-FFF2-40B4-BE49-F238E27FC236}">
                <a16:creationId xmlns:a16="http://schemas.microsoft.com/office/drawing/2014/main" id="{35B2BE68-84AB-1D04-B910-80B9E16E3054}"/>
              </a:ext>
            </a:extLst>
          </p:cNvPr>
          <p:cNvSpPr>
            <a:spLocks noGrp="1"/>
          </p:cNvSpPr>
          <p:nvPr>
            <p:ph type="body" sz="quarter" idx="21" hasCustomPrompt="1"/>
          </p:nvPr>
        </p:nvSpPr>
        <p:spPr>
          <a:xfrm>
            <a:off x="10065342" y="3010057"/>
            <a:ext cx="1671981" cy="347285"/>
          </a:xfrm>
          <a:prstGeom prst="rect">
            <a:avLst/>
          </a:prstGeom>
        </p:spPr>
        <p:txBody>
          <a:bodyPr/>
          <a:lstStyle>
            <a:lvl1pPr>
              <a:defRPr sz="1800" b="0" i="1"/>
            </a:lvl1pPr>
          </a:lstStyle>
          <a:p>
            <a:pPr lvl="0"/>
            <a:r>
              <a:rPr lang="en-US"/>
              <a:t>| location</a:t>
            </a:r>
          </a:p>
        </p:txBody>
      </p:sp>
      <p:sp>
        <p:nvSpPr>
          <p:cNvPr id="34" name="Text Placeholder 6">
            <a:extLst>
              <a:ext uri="{FF2B5EF4-FFF2-40B4-BE49-F238E27FC236}">
                <a16:creationId xmlns:a16="http://schemas.microsoft.com/office/drawing/2014/main" id="{1AC011BE-3DDB-6ABA-B3DA-8125AE1C5B61}"/>
              </a:ext>
            </a:extLst>
          </p:cNvPr>
          <p:cNvSpPr>
            <a:spLocks noGrp="1"/>
          </p:cNvSpPr>
          <p:nvPr>
            <p:ph type="body" sz="quarter" idx="22" hasCustomPrompt="1"/>
          </p:nvPr>
        </p:nvSpPr>
        <p:spPr>
          <a:xfrm>
            <a:off x="5318440" y="5879414"/>
            <a:ext cx="1788750" cy="392103"/>
          </a:xfrm>
          <a:prstGeom prst="rect">
            <a:avLst/>
          </a:prstGeom>
        </p:spPr>
        <p:txBody>
          <a:bodyPr/>
          <a:lstStyle>
            <a:lvl1pPr>
              <a:defRPr sz="2400" b="1"/>
            </a:lvl1pPr>
          </a:lstStyle>
          <a:p>
            <a:pPr lvl="0"/>
            <a:r>
              <a:rPr lang="en-US"/>
              <a:t>SUBTITLE</a:t>
            </a:r>
          </a:p>
        </p:txBody>
      </p:sp>
      <p:sp>
        <p:nvSpPr>
          <p:cNvPr id="35" name="Text Placeholder 6">
            <a:extLst>
              <a:ext uri="{FF2B5EF4-FFF2-40B4-BE49-F238E27FC236}">
                <a16:creationId xmlns:a16="http://schemas.microsoft.com/office/drawing/2014/main" id="{96BCFF4D-02A4-7E2E-0227-CA88E8DBC472}"/>
              </a:ext>
            </a:extLst>
          </p:cNvPr>
          <p:cNvSpPr>
            <a:spLocks noGrp="1"/>
          </p:cNvSpPr>
          <p:nvPr>
            <p:ph type="body" sz="quarter" idx="23" hasCustomPrompt="1"/>
          </p:nvPr>
        </p:nvSpPr>
        <p:spPr>
          <a:xfrm>
            <a:off x="5318440" y="6218116"/>
            <a:ext cx="1453834" cy="347285"/>
          </a:xfrm>
          <a:prstGeom prst="rect">
            <a:avLst/>
          </a:prstGeom>
        </p:spPr>
        <p:txBody>
          <a:bodyPr/>
          <a:lstStyle>
            <a:lvl1pPr>
              <a:defRPr sz="2000" b="1"/>
            </a:lvl1pPr>
          </a:lstStyle>
          <a:p>
            <a:pPr lvl="0"/>
            <a:r>
              <a:rPr lang="en-US"/>
              <a:t>Sep. 12-13</a:t>
            </a:r>
          </a:p>
        </p:txBody>
      </p:sp>
      <p:sp>
        <p:nvSpPr>
          <p:cNvPr id="36" name="Text Placeholder 6">
            <a:extLst>
              <a:ext uri="{FF2B5EF4-FFF2-40B4-BE49-F238E27FC236}">
                <a16:creationId xmlns:a16="http://schemas.microsoft.com/office/drawing/2014/main" id="{4C7AE61A-892F-A7C6-5EBB-627CC0242446}"/>
              </a:ext>
            </a:extLst>
          </p:cNvPr>
          <p:cNvSpPr>
            <a:spLocks noGrp="1"/>
          </p:cNvSpPr>
          <p:nvPr>
            <p:ph type="body" sz="quarter" idx="24" hasCustomPrompt="1"/>
          </p:nvPr>
        </p:nvSpPr>
        <p:spPr>
          <a:xfrm>
            <a:off x="6649868" y="6227530"/>
            <a:ext cx="1671981" cy="347285"/>
          </a:xfrm>
          <a:prstGeom prst="rect">
            <a:avLst/>
          </a:prstGeom>
        </p:spPr>
        <p:txBody>
          <a:bodyPr/>
          <a:lstStyle>
            <a:lvl1pPr>
              <a:defRPr sz="1800" b="0" i="1"/>
            </a:lvl1pPr>
          </a:lstStyle>
          <a:p>
            <a:pPr lvl="0"/>
            <a:r>
              <a:rPr lang="en-US"/>
              <a:t>| location</a:t>
            </a:r>
          </a:p>
        </p:txBody>
      </p:sp>
      <p:sp>
        <p:nvSpPr>
          <p:cNvPr id="37" name="Text Placeholder 6">
            <a:extLst>
              <a:ext uri="{FF2B5EF4-FFF2-40B4-BE49-F238E27FC236}">
                <a16:creationId xmlns:a16="http://schemas.microsoft.com/office/drawing/2014/main" id="{1ADBE6B6-0EA3-E2A7-A38C-1472DB89508E}"/>
              </a:ext>
            </a:extLst>
          </p:cNvPr>
          <p:cNvSpPr>
            <a:spLocks noGrp="1"/>
          </p:cNvSpPr>
          <p:nvPr>
            <p:ph type="body" sz="quarter" idx="25" hasCustomPrompt="1"/>
          </p:nvPr>
        </p:nvSpPr>
        <p:spPr>
          <a:xfrm>
            <a:off x="8733914" y="5879414"/>
            <a:ext cx="1788750" cy="392103"/>
          </a:xfrm>
          <a:prstGeom prst="rect">
            <a:avLst/>
          </a:prstGeom>
        </p:spPr>
        <p:txBody>
          <a:bodyPr/>
          <a:lstStyle>
            <a:lvl1pPr>
              <a:defRPr sz="2400" b="1"/>
            </a:lvl1pPr>
          </a:lstStyle>
          <a:p>
            <a:pPr lvl="0"/>
            <a:r>
              <a:rPr lang="en-US"/>
              <a:t>SUBTITLE</a:t>
            </a:r>
          </a:p>
        </p:txBody>
      </p:sp>
      <p:sp>
        <p:nvSpPr>
          <p:cNvPr id="38" name="Text Placeholder 6">
            <a:extLst>
              <a:ext uri="{FF2B5EF4-FFF2-40B4-BE49-F238E27FC236}">
                <a16:creationId xmlns:a16="http://schemas.microsoft.com/office/drawing/2014/main" id="{5649F813-6984-AB45-6AA9-1BE62E2AD706}"/>
              </a:ext>
            </a:extLst>
          </p:cNvPr>
          <p:cNvSpPr>
            <a:spLocks noGrp="1"/>
          </p:cNvSpPr>
          <p:nvPr>
            <p:ph type="body" sz="quarter" idx="26" hasCustomPrompt="1"/>
          </p:nvPr>
        </p:nvSpPr>
        <p:spPr>
          <a:xfrm>
            <a:off x="8733914" y="6218116"/>
            <a:ext cx="1453834" cy="347285"/>
          </a:xfrm>
          <a:prstGeom prst="rect">
            <a:avLst/>
          </a:prstGeom>
        </p:spPr>
        <p:txBody>
          <a:bodyPr/>
          <a:lstStyle>
            <a:lvl1pPr>
              <a:defRPr sz="2000" b="1"/>
            </a:lvl1pPr>
          </a:lstStyle>
          <a:p>
            <a:pPr lvl="0"/>
            <a:r>
              <a:rPr lang="en-US"/>
              <a:t>Sep. 12-13</a:t>
            </a:r>
          </a:p>
        </p:txBody>
      </p:sp>
      <p:sp>
        <p:nvSpPr>
          <p:cNvPr id="39" name="Text Placeholder 6">
            <a:extLst>
              <a:ext uri="{FF2B5EF4-FFF2-40B4-BE49-F238E27FC236}">
                <a16:creationId xmlns:a16="http://schemas.microsoft.com/office/drawing/2014/main" id="{A5731EA4-2326-8EDC-0DDB-A4BFB36F1FFB}"/>
              </a:ext>
            </a:extLst>
          </p:cNvPr>
          <p:cNvSpPr>
            <a:spLocks noGrp="1"/>
          </p:cNvSpPr>
          <p:nvPr>
            <p:ph type="body" sz="quarter" idx="27" hasCustomPrompt="1"/>
          </p:nvPr>
        </p:nvSpPr>
        <p:spPr>
          <a:xfrm>
            <a:off x="10065342" y="6227530"/>
            <a:ext cx="1671981" cy="347285"/>
          </a:xfrm>
          <a:prstGeom prst="rect">
            <a:avLst/>
          </a:prstGeom>
        </p:spPr>
        <p:txBody>
          <a:bodyPr/>
          <a:lstStyle>
            <a:lvl1pPr>
              <a:defRPr sz="1800" b="0" i="1"/>
            </a:lvl1pPr>
          </a:lstStyle>
          <a:p>
            <a:pPr lvl="0"/>
            <a:r>
              <a:rPr lang="en-US"/>
              <a:t>| location</a:t>
            </a:r>
          </a:p>
        </p:txBody>
      </p:sp>
      <p:sp>
        <p:nvSpPr>
          <p:cNvPr id="40" name="Text Placeholder 6">
            <a:extLst>
              <a:ext uri="{FF2B5EF4-FFF2-40B4-BE49-F238E27FC236}">
                <a16:creationId xmlns:a16="http://schemas.microsoft.com/office/drawing/2014/main" id="{D9B7CBC9-88EC-DEFE-FAE5-C4E3A19CC601}"/>
              </a:ext>
            </a:extLst>
          </p:cNvPr>
          <p:cNvSpPr>
            <a:spLocks noGrp="1"/>
          </p:cNvSpPr>
          <p:nvPr>
            <p:ph type="body" sz="quarter" idx="28" hasCustomPrompt="1"/>
          </p:nvPr>
        </p:nvSpPr>
        <p:spPr>
          <a:xfrm>
            <a:off x="534280" y="5879414"/>
            <a:ext cx="1788750" cy="392103"/>
          </a:xfrm>
          <a:prstGeom prst="rect">
            <a:avLst/>
          </a:prstGeom>
        </p:spPr>
        <p:txBody>
          <a:bodyPr/>
          <a:lstStyle>
            <a:lvl1pPr>
              <a:defRPr sz="2400" b="1"/>
            </a:lvl1pPr>
          </a:lstStyle>
          <a:p>
            <a:pPr lvl="0"/>
            <a:r>
              <a:rPr lang="en-US"/>
              <a:t>SUBTITLE</a:t>
            </a:r>
          </a:p>
        </p:txBody>
      </p:sp>
      <p:sp>
        <p:nvSpPr>
          <p:cNvPr id="41" name="Text Placeholder 6">
            <a:extLst>
              <a:ext uri="{FF2B5EF4-FFF2-40B4-BE49-F238E27FC236}">
                <a16:creationId xmlns:a16="http://schemas.microsoft.com/office/drawing/2014/main" id="{D74A993D-AD41-984F-950F-BA6E80528B54}"/>
              </a:ext>
            </a:extLst>
          </p:cNvPr>
          <p:cNvSpPr>
            <a:spLocks noGrp="1"/>
          </p:cNvSpPr>
          <p:nvPr>
            <p:ph type="body" sz="quarter" idx="29" hasCustomPrompt="1"/>
          </p:nvPr>
        </p:nvSpPr>
        <p:spPr>
          <a:xfrm>
            <a:off x="534280" y="6218116"/>
            <a:ext cx="1453834" cy="347285"/>
          </a:xfrm>
          <a:prstGeom prst="rect">
            <a:avLst/>
          </a:prstGeom>
        </p:spPr>
        <p:txBody>
          <a:bodyPr/>
          <a:lstStyle>
            <a:lvl1pPr>
              <a:defRPr sz="2000" b="1"/>
            </a:lvl1pPr>
          </a:lstStyle>
          <a:p>
            <a:pPr lvl="0"/>
            <a:r>
              <a:rPr lang="en-US"/>
              <a:t>Sep. 12-13</a:t>
            </a:r>
          </a:p>
        </p:txBody>
      </p:sp>
      <p:sp>
        <p:nvSpPr>
          <p:cNvPr id="42" name="Text Placeholder 6">
            <a:extLst>
              <a:ext uri="{FF2B5EF4-FFF2-40B4-BE49-F238E27FC236}">
                <a16:creationId xmlns:a16="http://schemas.microsoft.com/office/drawing/2014/main" id="{93952CFC-4D8A-5739-D810-DD1814C78D94}"/>
              </a:ext>
            </a:extLst>
          </p:cNvPr>
          <p:cNvSpPr>
            <a:spLocks noGrp="1"/>
          </p:cNvSpPr>
          <p:nvPr>
            <p:ph type="body" sz="quarter" idx="30" hasCustomPrompt="1"/>
          </p:nvPr>
        </p:nvSpPr>
        <p:spPr>
          <a:xfrm>
            <a:off x="1865708" y="6227530"/>
            <a:ext cx="1671981" cy="347285"/>
          </a:xfrm>
          <a:prstGeom prst="rect">
            <a:avLst/>
          </a:prstGeom>
        </p:spPr>
        <p:txBody>
          <a:bodyPr/>
          <a:lstStyle>
            <a:lvl1pPr>
              <a:defRPr sz="1800" b="0" i="1"/>
            </a:lvl1pPr>
          </a:lstStyle>
          <a:p>
            <a:pPr lvl="0"/>
            <a:r>
              <a:rPr lang="en-US"/>
              <a:t>| location</a:t>
            </a:r>
          </a:p>
        </p:txBody>
      </p:sp>
      <p:pic>
        <p:nvPicPr>
          <p:cNvPr id="4" name="Picture 3" descr="A blue and black logo&#10;&#10;AI-generated content may be incorrect.">
            <a:extLst>
              <a:ext uri="{FF2B5EF4-FFF2-40B4-BE49-F238E27FC236}">
                <a16:creationId xmlns:a16="http://schemas.microsoft.com/office/drawing/2014/main" id="{98D312D0-93DB-D17C-BB62-2372DC1D319A}"/>
              </a:ext>
            </a:extLst>
          </p:cNvPr>
          <p:cNvPicPr>
            <a:picLocks noChangeAspect="1"/>
          </p:cNvPicPr>
          <p:nvPr userDrawn="1"/>
        </p:nvPicPr>
        <p:blipFill>
          <a:blip r:embed="rId2"/>
          <a:stretch>
            <a:fillRect/>
          </a:stretch>
        </p:blipFill>
        <p:spPr>
          <a:xfrm>
            <a:off x="10983861" y="6549780"/>
            <a:ext cx="924065" cy="357025"/>
          </a:xfrm>
          <a:prstGeom prst="rect">
            <a:avLst/>
          </a:prstGeom>
        </p:spPr>
      </p:pic>
    </p:spTree>
    <p:extLst>
      <p:ext uri="{BB962C8B-B14F-4D97-AF65-F5344CB8AC3E}">
        <p14:creationId xmlns:p14="http://schemas.microsoft.com/office/powerpoint/2010/main" val="35758302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llage Slide_dark">
    <p:bg>
      <p:bgRef idx="1001">
        <a:schemeClr val="bg2"/>
      </p:bgRef>
    </p:bg>
    <p:spTree>
      <p:nvGrpSpPr>
        <p:cNvPr id="1" name=""/>
        <p:cNvGrpSpPr/>
        <p:nvPr/>
      </p:nvGrpSpPr>
      <p:grpSpPr>
        <a:xfrm>
          <a:off x="0" y="0"/>
          <a:ext cx="0" cy="0"/>
          <a:chOff x="0" y="0"/>
          <a:chExt cx="0" cy="0"/>
        </a:xfrm>
      </p:grpSpPr>
      <p:sp>
        <p:nvSpPr>
          <p:cNvPr id="27" name="Picture Placeholder 25">
            <a:extLst>
              <a:ext uri="{FF2B5EF4-FFF2-40B4-BE49-F238E27FC236}">
                <a16:creationId xmlns:a16="http://schemas.microsoft.com/office/drawing/2014/main" id="{45C81B5F-74BC-C6ED-0A15-A71F5CD5DA1C}"/>
              </a:ext>
            </a:extLst>
          </p:cNvPr>
          <p:cNvSpPr>
            <a:spLocks noGrp="1"/>
          </p:cNvSpPr>
          <p:nvPr>
            <p:ph type="pic" sz="quarter" idx="11"/>
          </p:nvPr>
        </p:nvSpPr>
        <p:spPr>
          <a:xfrm>
            <a:off x="5209504" y="408216"/>
            <a:ext cx="3101382" cy="2269671"/>
          </a:xfrm>
          <a:prstGeom prst="rect">
            <a:avLst/>
          </a:prstGeom>
        </p:spPr>
        <p:txBody>
          <a:bodyPr/>
          <a:lstStyle/>
          <a:p>
            <a:endParaRPr lang="en-US"/>
          </a:p>
        </p:txBody>
      </p:sp>
      <p:sp>
        <p:nvSpPr>
          <p:cNvPr id="28" name="Picture Placeholder 25">
            <a:extLst>
              <a:ext uri="{FF2B5EF4-FFF2-40B4-BE49-F238E27FC236}">
                <a16:creationId xmlns:a16="http://schemas.microsoft.com/office/drawing/2014/main" id="{2763E18B-9447-4AE0-06BF-160B2E51AC83}"/>
              </a:ext>
            </a:extLst>
          </p:cNvPr>
          <p:cNvSpPr>
            <a:spLocks noGrp="1"/>
          </p:cNvSpPr>
          <p:nvPr>
            <p:ph type="pic" sz="quarter" idx="12"/>
          </p:nvPr>
        </p:nvSpPr>
        <p:spPr>
          <a:xfrm>
            <a:off x="8614014" y="408216"/>
            <a:ext cx="3101382" cy="2269671"/>
          </a:xfrm>
          <a:prstGeom prst="rect">
            <a:avLst/>
          </a:prstGeom>
        </p:spPr>
        <p:txBody>
          <a:bodyPr/>
          <a:lstStyle/>
          <a:p>
            <a:endParaRPr lang="en-US"/>
          </a:p>
        </p:txBody>
      </p:sp>
      <p:sp>
        <p:nvSpPr>
          <p:cNvPr id="29" name="Picture Placeholder 25">
            <a:extLst>
              <a:ext uri="{FF2B5EF4-FFF2-40B4-BE49-F238E27FC236}">
                <a16:creationId xmlns:a16="http://schemas.microsoft.com/office/drawing/2014/main" id="{05A91090-36DC-C40C-23EF-E4F0ADBCB709}"/>
              </a:ext>
            </a:extLst>
          </p:cNvPr>
          <p:cNvSpPr>
            <a:spLocks noGrp="1"/>
          </p:cNvSpPr>
          <p:nvPr>
            <p:ph type="pic" sz="quarter" idx="13"/>
          </p:nvPr>
        </p:nvSpPr>
        <p:spPr>
          <a:xfrm>
            <a:off x="8614014" y="3559627"/>
            <a:ext cx="3101382" cy="2269671"/>
          </a:xfrm>
          <a:prstGeom prst="rect">
            <a:avLst/>
          </a:prstGeom>
        </p:spPr>
        <p:txBody>
          <a:bodyPr/>
          <a:lstStyle/>
          <a:p>
            <a:endParaRPr lang="en-US"/>
          </a:p>
        </p:txBody>
      </p:sp>
      <p:sp>
        <p:nvSpPr>
          <p:cNvPr id="30" name="Picture Placeholder 25">
            <a:extLst>
              <a:ext uri="{FF2B5EF4-FFF2-40B4-BE49-F238E27FC236}">
                <a16:creationId xmlns:a16="http://schemas.microsoft.com/office/drawing/2014/main" id="{ADC38324-7A5A-395D-1E9A-DABA5AADD182}"/>
              </a:ext>
            </a:extLst>
          </p:cNvPr>
          <p:cNvSpPr>
            <a:spLocks noGrp="1"/>
          </p:cNvSpPr>
          <p:nvPr>
            <p:ph type="pic" sz="quarter" idx="14"/>
          </p:nvPr>
        </p:nvSpPr>
        <p:spPr>
          <a:xfrm>
            <a:off x="5220467" y="3559627"/>
            <a:ext cx="3101382" cy="2269671"/>
          </a:xfrm>
          <a:prstGeom prst="rect">
            <a:avLst/>
          </a:prstGeom>
        </p:spPr>
        <p:txBody>
          <a:bodyPr/>
          <a:lstStyle/>
          <a:p>
            <a:endParaRPr lang="en-US"/>
          </a:p>
        </p:txBody>
      </p:sp>
      <p:sp>
        <p:nvSpPr>
          <p:cNvPr id="26" name="Picture Placeholder 25">
            <a:extLst>
              <a:ext uri="{FF2B5EF4-FFF2-40B4-BE49-F238E27FC236}">
                <a16:creationId xmlns:a16="http://schemas.microsoft.com/office/drawing/2014/main" id="{4CC86894-E309-7F69-1A6C-93D55016E626}"/>
              </a:ext>
            </a:extLst>
          </p:cNvPr>
          <p:cNvSpPr>
            <a:spLocks noGrp="1"/>
          </p:cNvSpPr>
          <p:nvPr>
            <p:ph type="pic" sz="quarter" idx="10"/>
          </p:nvPr>
        </p:nvSpPr>
        <p:spPr>
          <a:xfrm>
            <a:off x="476604" y="2678113"/>
            <a:ext cx="4429771" cy="3151187"/>
          </a:xfrm>
          <a:prstGeom prst="rect">
            <a:avLst/>
          </a:prstGeom>
        </p:spPr>
        <p:txBody>
          <a:bodyPr/>
          <a:lstStyle/>
          <a:p>
            <a:endParaRPr lang="en-US"/>
          </a:p>
        </p:txBody>
      </p:sp>
      <p:sp>
        <p:nvSpPr>
          <p:cNvPr id="2" name="Rectangle 1">
            <a:extLst>
              <a:ext uri="{FF2B5EF4-FFF2-40B4-BE49-F238E27FC236}">
                <a16:creationId xmlns:a16="http://schemas.microsoft.com/office/drawing/2014/main" id="{A3D2C1CF-8CDF-CF82-0573-F131FAF156EC}"/>
              </a:ext>
            </a:extLst>
          </p:cNvPr>
          <p:cNvSpPr/>
          <p:nvPr userDrawn="1"/>
        </p:nvSpPr>
        <p:spPr>
          <a:xfrm>
            <a:off x="476603" y="408216"/>
            <a:ext cx="4429771" cy="1972916"/>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solidFill>
                <a:schemeClr val="accent1"/>
              </a:solidFill>
            </a:endParaRPr>
          </a:p>
        </p:txBody>
      </p:sp>
      <p:sp>
        <p:nvSpPr>
          <p:cNvPr id="3" name="Slide Number Placeholder 1">
            <a:extLst>
              <a:ext uri="{FF2B5EF4-FFF2-40B4-BE49-F238E27FC236}">
                <a16:creationId xmlns:a16="http://schemas.microsoft.com/office/drawing/2014/main" id="{35FF3B76-99EC-4A8B-41BD-A2FA39A2C1F5}"/>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marL="0" algn="r" rtl="0" latinLnBrk="0">
              <a:defRPr sz="800" kern="1200">
                <a:solidFill>
                  <a:schemeClr val="bg1">
                    <a:lumMod val="50000"/>
                  </a:schemeClr>
                </a:solidFill>
                <a:latin typeface="+mn-lt"/>
                <a:ea typeface="+mn-ea"/>
                <a:cs typeface="+mn-cs"/>
              </a:defRPr>
            </a:lvl1pPr>
            <a:lvl2pPr marL="457200" algn="l" rtl="0" latinLnBrk="0">
              <a:defRPr sz="1800" kern="1200">
                <a:solidFill>
                  <a:schemeClr val="tx1"/>
                </a:solidFill>
                <a:latin typeface="+mn-lt"/>
                <a:ea typeface="+mn-ea"/>
                <a:cs typeface="+mn-cs"/>
              </a:defRPr>
            </a:lvl2pPr>
            <a:lvl3pPr marL="914400" algn="l" rtl="0" latinLnBrk="0">
              <a:defRPr sz="1800" kern="1200">
                <a:solidFill>
                  <a:schemeClr val="tx1"/>
                </a:solidFill>
                <a:latin typeface="+mn-lt"/>
                <a:ea typeface="+mn-ea"/>
                <a:cs typeface="+mn-cs"/>
              </a:defRPr>
            </a:lvl3pPr>
            <a:lvl4pPr marL="1371600" algn="l" rtl="0" latinLnBrk="0">
              <a:defRPr sz="1800" kern="1200">
                <a:solidFill>
                  <a:schemeClr val="tx1"/>
                </a:solidFill>
                <a:latin typeface="+mn-lt"/>
                <a:ea typeface="+mn-ea"/>
                <a:cs typeface="+mn-cs"/>
              </a:defRPr>
            </a:lvl4pPr>
            <a:lvl5pPr marL="1828800" algn="l" rtl="0" latinLnBrk="0">
              <a:defRPr sz="1800" kern="1200">
                <a:solidFill>
                  <a:schemeClr val="tx1"/>
                </a:solidFill>
                <a:latin typeface="+mn-lt"/>
                <a:ea typeface="+mn-ea"/>
                <a:cs typeface="+mn-cs"/>
              </a:defRPr>
            </a:lvl5pPr>
            <a:lvl6pPr marL="2286000" algn="l" rtl="0" latinLnBrk="0">
              <a:defRPr sz="1800" kern="1200">
                <a:solidFill>
                  <a:schemeClr val="tx1"/>
                </a:solidFill>
                <a:latin typeface="+mn-lt"/>
                <a:ea typeface="+mn-ea"/>
                <a:cs typeface="+mn-cs"/>
              </a:defRPr>
            </a:lvl6pPr>
            <a:lvl7pPr marL="2743200" algn="l" rtl="0" latinLnBrk="0">
              <a:defRPr sz="1800" kern="1200">
                <a:solidFill>
                  <a:schemeClr val="tx1"/>
                </a:solidFill>
                <a:latin typeface="+mn-lt"/>
                <a:ea typeface="+mn-ea"/>
                <a:cs typeface="+mn-cs"/>
              </a:defRPr>
            </a:lvl7pPr>
            <a:lvl8pPr marL="3200400" algn="l" rtl="0" latinLnBrk="0">
              <a:defRPr sz="1800" kern="1200">
                <a:solidFill>
                  <a:schemeClr val="tx1"/>
                </a:solidFill>
                <a:latin typeface="+mn-lt"/>
                <a:ea typeface="+mn-ea"/>
                <a:cs typeface="+mn-cs"/>
              </a:defRPr>
            </a:lvl8pPr>
            <a:lvl9pPr marL="3657600" algn="l" rtl="0" latinLnBrk="0">
              <a:defRPr sz="1800" kern="1200">
                <a:solidFill>
                  <a:schemeClr val="tx1"/>
                </a:solidFill>
                <a:latin typeface="+mn-lt"/>
                <a:ea typeface="+mn-ea"/>
                <a:cs typeface="+mn-cs"/>
              </a:defRPr>
            </a:lvl9pPr>
          </a:lstStyle>
          <a:p>
            <a:pPr>
              <a:defRPr/>
            </a:pPr>
            <a:fld id="{FEA2E03D-9F5B-5343-B21F-62525800774A}" type="slidenum">
              <a:rPr lang="en-US" smtClean="0"/>
              <a:pPr>
                <a:defRPr/>
              </a:pPr>
              <a:t>‹#›</a:t>
            </a:fld>
            <a:endParaRPr lang="en-US"/>
          </a:p>
        </p:txBody>
      </p:sp>
      <p:cxnSp>
        <p:nvCxnSpPr>
          <p:cNvPr id="12" name="Straight Connector 11">
            <a:extLst>
              <a:ext uri="{FF2B5EF4-FFF2-40B4-BE49-F238E27FC236}">
                <a16:creationId xmlns:a16="http://schemas.microsoft.com/office/drawing/2014/main" id="{F3F346DA-4135-4E6F-CEF4-7453E64F1572}"/>
              </a:ext>
            </a:extLst>
          </p:cNvPr>
          <p:cNvCxnSpPr>
            <a:cxnSpLocks/>
          </p:cNvCxnSpPr>
          <p:nvPr userDrawn="1"/>
        </p:nvCxnSpPr>
        <p:spPr>
          <a:xfrm>
            <a:off x="5258490" y="2768903"/>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15" name="Straight Connector 14">
            <a:extLst>
              <a:ext uri="{FF2B5EF4-FFF2-40B4-BE49-F238E27FC236}">
                <a16:creationId xmlns:a16="http://schemas.microsoft.com/office/drawing/2014/main" id="{C5D346EE-506C-E76D-89D6-D1609B84D44D}"/>
              </a:ext>
            </a:extLst>
          </p:cNvPr>
          <p:cNvCxnSpPr>
            <a:cxnSpLocks/>
          </p:cNvCxnSpPr>
          <p:nvPr userDrawn="1"/>
        </p:nvCxnSpPr>
        <p:spPr>
          <a:xfrm>
            <a:off x="8662058" y="2768903"/>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18" name="Straight Connector 17">
            <a:extLst>
              <a:ext uri="{FF2B5EF4-FFF2-40B4-BE49-F238E27FC236}">
                <a16:creationId xmlns:a16="http://schemas.microsoft.com/office/drawing/2014/main" id="{1025CFE0-2DF9-2E57-F4DA-DDC51A1002C3}"/>
              </a:ext>
            </a:extLst>
          </p:cNvPr>
          <p:cNvCxnSpPr>
            <a:cxnSpLocks/>
          </p:cNvCxnSpPr>
          <p:nvPr userDrawn="1"/>
        </p:nvCxnSpPr>
        <p:spPr>
          <a:xfrm>
            <a:off x="8662058" y="5982121"/>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21" name="Straight Connector 20">
            <a:extLst>
              <a:ext uri="{FF2B5EF4-FFF2-40B4-BE49-F238E27FC236}">
                <a16:creationId xmlns:a16="http://schemas.microsoft.com/office/drawing/2014/main" id="{ED07A882-82DD-ABBD-9DD3-2B862067A27D}"/>
              </a:ext>
            </a:extLst>
          </p:cNvPr>
          <p:cNvCxnSpPr>
            <a:cxnSpLocks/>
          </p:cNvCxnSpPr>
          <p:nvPr userDrawn="1"/>
        </p:nvCxnSpPr>
        <p:spPr>
          <a:xfrm>
            <a:off x="5258490" y="5982121"/>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cxnSp>
        <p:nvCxnSpPr>
          <p:cNvPr id="24" name="Straight Connector 23">
            <a:extLst>
              <a:ext uri="{FF2B5EF4-FFF2-40B4-BE49-F238E27FC236}">
                <a16:creationId xmlns:a16="http://schemas.microsoft.com/office/drawing/2014/main" id="{B1525FE9-38C9-AD62-AC30-A752E7853E6F}"/>
              </a:ext>
            </a:extLst>
          </p:cNvPr>
          <p:cNvCxnSpPr>
            <a:cxnSpLocks/>
          </p:cNvCxnSpPr>
          <p:nvPr userDrawn="1"/>
        </p:nvCxnSpPr>
        <p:spPr>
          <a:xfrm>
            <a:off x="476604" y="5982121"/>
            <a:ext cx="0" cy="545798"/>
          </a:xfrm>
          <a:prstGeom prst="line">
            <a:avLst/>
          </a:prstGeom>
          <a:ln w="57150">
            <a:solidFill>
              <a:schemeClr val="accent2"/>
            </a:solidFill>
          </a:ln>
        </p:spPr>
        <p:style>
          <a:lnRef idx="1">
            <a:schemeClr val="accent6"/>
          </a:lnRef>
          <a:fillRef idx="0">
            <a:schemeClr val="accent6"/>
          </a:fillRef>
          <a:effectRef idx="0">
            <a:schemeClr val="accent6"/>
          </a:effectRef>
          <a:fontRef idx="minor">
            <a:schemeClr val="tx1"/>
          </a:fontRef>
        </p:style>
      </p:cxnSp>
      <p:sp>
        <p:nvSpPr>
          <p:cNvPr id="5" name="Text Placeholder 4">
            <a:extLst>
              <a:ext uri="{FF2B5EF4-FFF2-40B4-BE49-F238E27FC236}">
                <a16:creationId xmlns:a16="http://schemas.microsoft.com/office/drawing/2014/main" id="{4101A612-EEEF-C011-34E4-1B6F741CA934}"/>
              </a:ext>
            </a:extLst>
          </p:cNvPr>
          <p:cNvSpPr>
            <a:spLocks noGrp="1"/>
          </p:cNvSpPr>
          <p:nvPr>
            <p:ph type="body" sz="quarter" idx="15" hasCustomPrompt="1"/>
          </p:nvPr>
        </p:nvSpPr>
        <p:spPr>
          <a:xfrm>
            <a:off x="583454" y="487122"/>
            <a:ext cx="4195980" cy="1792258"/>
          </a:xfrm>
          <a:prstGeom prst="rect">
            <a:avLst/>
          </a:prstGeom>
        </p:spPr>
        <p:txBody>
          <a:bodyPr/>
          <a:lstStyle>
            <a:lvl1pPr>
              <a:defRPr sz="4000" b="1">
                <a:solidFill>
                  <a:schemeClr val="bg2"/>
                </a:solidFill>
              </a:defRPr>
            </a:lvl1pPr>
          </a:lstStyle>
          <a:p>
            <a:pPr lvl="0"/>
            <a:r>
              <a:rPr lang="en-US" dirty="0"/>
              <a:t>TEXT TITLE</a:t>
            </a:r>
          </a:p>
        </p:txBody>
      </p:sp>
      <p:sp>
        <p:nvSpPr>
          <p:cNvPr id="7" name="Text Placeholder 6">
            <a:extLst>
              <a:ext uri="{FF2B5EF4-FFF2-40B4-BE49-F238E27FC236}">
                <a16:creationId xmlns:a16="http://schemas.microsoft.com/office/drawing/2014/main" id="{3D2F4131-8DBD-80E6-6FF2-00461C5457F6}"/>
              </a:ext>
            </a:extLst>
          </p:cNvPr>
          <p:cNvSpPr>
            <a:spLocks noGrp="1"/>
          </p:cNvSpPr>
          <p:nvPr>
            <p:ph type="body" sz="quarter" idx="16" hasCustomPrompt="1"/>
          </p:nvPr>
        </p:nvSpPr>
        <p:spPr>
          <a:xfrm>
            <a:off x="5318440" y="2661941"/>
            <a:ext cx="1788750" cy="392103"/>
          </a:xfrm>
          <a:prstGeom prst="rect">
            <a:avLst/>
          </a:prstGeom>
        </p:spPr>
        <p:txBody>
          <a:bodyPr/>
          <a:lstStyle>
            <a:lvl1pPr>
              <a:defRPr sz="2400" b="1"/>
            </a:lvl1pPr>
          </a:lstStyle>
          <a:p>
            <a:pPr lvl="0"/>
            <a:r>
              <a:rPr lang="en-US"/>
              <a:t>SUBTITLE</a:t>
            </a:r>
          </a:p>
        </p:txBody>
      </p:sp>
      <p:sp>
        <p:nvSpPr>
          <p:cNvPr id="8" name="Text Placeholder 6">
            <a:extLst>
              <a:ext uri="{FF2B5EF4-FFF2-40B4-BE49-F238E27FC236}">
                <a16:creationId xmlns:a16="http://schemas.microsoft.com/office/drawing/2014/main" id="{2D883F05-5BB0-F688-00E2-D5B1C52BD39D}"/>
              </a:ext>
            </a:extLst>
          </p:cNvPr>
          <p:cNvSpPr>
            <a:spLocks noGrp="1"/>
          </p:cNvSpPr>
          <p:nvPr>
            <p:ph type="body" sz="quarter" idx="17" hasCustomPrompt="1"/>
          </p:nvPr>
        </p:nvSpPr>
        <p:spPr>
          <a:xfrm>
            <a:off x="5318440" y="3000643"/>
            <a:ext cx="1453834" cy="347285"/>
          </a:xfrm>
          <a:prstGeom prst="rect">
            <a:avLst/>
          </a:prstGeom>
        </p:spPr>
        <p:txBody>
          <a:bodyPr/>
          <a:lstStyle>
            <a:lvl1pPr>
              <a:defRPr sz="2000" b="1"/>
            </a:lvl1pPr>
          </a:lstStyle>
          <a:p>
            <a:pPr lvl="0"/>
            <a:r>
              <a:rPr lang="en-US"/>
              <a:t>Sep. 12-13</a:t>
            </a:r>
          </a:p>
        </p:txBody>
      </p:sp>
      <p:sp>
        <p:nvSpPr>
          <p:cNvPr id="25" name="Text Placeholder 6">
            <a:extLst>
              <a:ext uri="{FF2B5EF4-FFF2-40B4-BE49-F238E27FC236}">
                <a16:creationId xmlns:a16="http://schemas.microsoft.com/office/drawing/2014/main" id="{2A3D994B-0856-4125-D3AA-1100FAA17E76}"/>
              </a:ext>
            </a:extLst>
          </p:cNvPr>
          <p:cNvSpPr>
            <a:spLocks noGrp="1"/>
          </p:cNvSpPr>
          <p:nvPr>
            <p:ph type="body" sz="quarter" idx="18" hasCustomPrompt="1"/>
          </p:nvPr>
        </p:nvSpPr>
        <p:spPr>
          <a:xfrm>
            <a:off x="6649868" y="3010057"/>
            <a:ext cx="1671981" cy="347285"/>
          </a:xfrm>
          <a:prstGeom prst="rect">
            <a:avLst/>
          </a:prstGeom>
        </p:spPr>
        <p:txBody>
          <a:bodyPr/>
          <a:lstStyle>
            <a:lvl1pPr>
              <a:defRPr sz="1800" b="0" i="1"/>
            </a:lvl1pPr>
          </a:lstStyle>
          <a:p>
            <a:pPr lvl="0"/>
            <a:r>
              <a:rPr lang="en-US"/>
              <a:t>| location</a:t>
            </a:r>
          </a:p>
        </p:txBody>
      </p:sp>
      <p:sp>
        <p:nvSpPr>
          <p:cNvPr id="31" name="Text Placeholder 6">
            <a:extLst>
              <a:ext uri="{FF2B5EF4-FFF2-40B4-BE49-F238E27FC236}">
                <a16:creationId xmlns:a16="http://schemas.microsoft.com/office/drawing/2014/main" id="{4C53947B-8D12-3689-2C84-E94526166297}"/>
              </a:ext>
            </a:extLst>
          </p:cNvPr>
          <p:cNvSpPr>
            <a:spLocks noGrp="1"/>
          </p:cNvSpPr>
          <p:nvPr>
            <p:ph type="body" sz="quarter" idx="19" hasCustomPrompt="1"/>
          </p:nvPr>
        </p:nvSpPr>
        <p:spPr>
          <a:xfrm>
            <a:off x="8733914" y="2661941"/>
            <a:ext cx="1788750" cy="392103"/>
          </a:xfrm>
          <a:prstGeom prst="rect">
            <a:avLst/>
          </a:prstGeom>
        </p:spPr>
        <p:txBody>
          <a:bodyPr/>
          <a:lstStyle>
            <a:lvl1pPr>
              <a:defRPr sz="2400" b="1"/>
            </a:lvl1pPr>
          </a:lstStyle>
          <a:p>
            <a:pPr lvl="0"/>
            <a:r>
              <a:rPr lang="en-US"/>
              <a:t>SUBTITLE</a:t>
            </a:r>
          </a:p>
        </p:txBody>
      </p:sp>
      <p:sp>
        <p:nvSpPr>
          <p:cNvPr id="32" name="Text Placeholder 6">
            <a:extLst>
              <a:ext uri="{FF2B5EF4-FFF2-40B4-BE49-F238E27FC236}">
                <a16:creationId xmlns:a16="http://schemas.microsoft.com/office/drawing/2014/main" id="{99466189-8148-F155-A0DF-FD15E69EDA63}"/>
              </a:ext>
            </a:extLst>
          </p:cNvPr>
          <p:cNvSpPr>
            <a:spLocks noGrp="1"/>
          </p:cNvSpPr>
          <p:nvPr>
            <p:ph type="body" sz="quarter" idx="20" hasCustomPrompt="1"/>
          </p:nvPr>
        </p:nvSpPr>
        <p:spPr>
          <a:xfrm>
            <a:off x="8733914" y="3000643"/>
            <a:ext cx="1453834" cy="347285"/>
          </a:xfrm>
          <a:prstGeom prst="rect">
            <a:avLst/>
          </a:prstGeom>
        </p:spPr>
        <p:txBody>
          <a:bodyPr/>
          <a:lstStyle>
            <a:lvl1pPr>
              <a:defRPr sz="2000" b="1"/>
            </a:lvl1pPr>
          </a:lstStyle>
          <a:p>
            <a:pPr lvl="0"/>
            <a:r>
              <a:rPr lang="en-US"/>
              <a:t>Sep. 12-13</a:t>
            </a:r>
          </a:p>
        </p:txBody>
      </p:sp>
      <p:sp>
        <p:nvSpPr>
          <p:cNvPr id="33" name="Text Placeholder 6">
            <a:extLst>
              <a:ext uri="{FF2B5EF4-FFF2-40B4-BE49-F238E27FC236}">
                <a16:creationId xmlns:a16="http://schemas.microsoft.com/office/drawing/2014/main" id="{35B2BE68-84AB-1D04-B910-80B9E16E3054}"/>
              </a:ext>
            </a:extLst>
          </p:cNvPr>
          <p:cNvSpPr>
            <a:spLocks noGrp="1"/>
          </p:cNvSpPr>
          <p:nvPr>
            <p:ph type="body" sz="quarter" idx="21" hasCustomPrompt="1"/>
          </p:nvPr>
        </p:nvSpPr>
        <p:spPr>
          <a:xfrm>
            <a:off x="10065342" y="3010057"/>
            <a:ext cx="1671981" cy="347285"/>
          </a:xfrm>
          <a:prstGeom prst="rect">
            <a:avLst/>
          </a:prstGeom>
        </p:spPr>
        <p:txBody>
          <a:bodyPr/>
          <a:lstStyle>
            <a:lvl1pPr>
              <a:defRPr sz="1800" b="0" i="1"/>
            </a:lvl1pPr>
          </a:lstStyle>
          <a:p>
            <a:pPr lvl="0"/>
            <a:r>
              <a:rPr lang="en-US"/>
              <a:t>| location</a:t>
            </a:r>
          </a:p>
        </p:txBody>
      </p:sp>
      <p:sp>
        <p:nvSpPr>
          <p:cNvPr id="34" name="Text Placeholder 6">
            <a:extLst>
              <a:ext uri="{FF2B5EF4-FFF2-40B4-BE49-F238E27FC236}">
                <a16:creationId xmlns:a16="http://schemas.microsoft.com/office/drawing/2014/main" id="{1AC011BE-3DDB-6ABA-B3DA-8125AE1C5B61}"/>
              </a:ext>
            </a:extLst>
          </p:cNvPr>
          <p:cNvSpPr>
            <a:spLocks noGrp="1"/>
          </p:cNvSpPr>
          <p:nvPr>
            <p:ph type="body" sz="quarter" idx="22" hasCustomPrompt="1"/>
          </p:nvPr>
        </p:nvSpPr>
        <p:spPr>
          <a:xfrm>
            <a:off x="5318440" y="5879414"/>
            <a:ext cx="1788750" cy="392103"/>
          </a:xfrm>
          <a:prstGeom prst="rect">
            <a:avLst/>
          </a:prstGeom>
        </p:spPr>
        <p:txBody>
          <a:bodyPr/>
          <a:lstStyle>
            <a:lvl1pPr>
              <a:defRPr sz="2400" b="1"/>
            </a:lvl1pPr>
          </a:lstStyle>
          <a:p>
            <a:pPr lvl="0"/>
            <a:r>
              <a:rPr lang="en-US"/>
              <a:t>SUBTITLE</a:t>
            </a:r>
          </a:p>
        </p:txBody>
      </p:sp>
      <p:sp>
        <p:nvSpPr>
          <p:cNvPr id="35" name="Text Placeholder 6">
            <a:extLst>
              <a:ext uri="{FF2B5EF4-FFF2-40B4-BE49-F238E27FC236}">
                <a16:creationId xmlns:a16="http://schemas.microsoft.com/office/drawing/2014/main" id="{96BCFF4D-02A4-7E2E-0227-CA88E8DBC472}"/>
              </a:ext>
            </a:extLst>
          </p:cNvPr>
          <p:cNvSpPr>
            <a:spLocks noGrp="1"/>
          </p:cNvSpPr>
          <p:nvPr>
            <p:ph type="body" sz="quarter" idx="23" hasCustomPrompt="1"/>
          </p:nvPr>
        </p:nvSpPr>
        <p:spPr>
          <a:xfrm>
            <a:off x="5318440" y="6218116"/>
            <a:ext cx="1453834" cy="347285"/>
          </a:xfrm>
          <a:prstGeom prst="rect">
            <a:avLst/>
          </a:prstGeom>
        </p:spPr>
        <p:txBody>
          <a:bodyPr/>
          <a:lstStyle>
            <a:lvl1pPr>
              <a:defRPr sz="2000" b="1"/>
            </a:lvl1pPr>
          </a:lstStyle>
          <a:p>
            <a:pPr lvl="0"/>
            <a:r>
              <a:rPr lang="en-US"/>
              <a:t>Sep. 12-13</a:t>
            </a:r>
          </a:p>
        </p:txBody>
      </p:sp>
      <p:sp>
        <p:nvSpPr>
          <p:cNvPr id="36" name="Text Placeholder 6">
            <a:extLst>
              <a:ext uri="{FF2B5EF4-FFF2-40B4-BE49-F238E27FC236}">
                <a16:creationId xmlns:a16="http://schemas.microsoft.com/office/drawing/2014/main" id="{4C7AE61A-892F-A7C6-5EBB-627CC0242446}"/>
              </a:ext>
            </a:extLst>
          </p:cNvPr>
          <p:cNvSpPr>
            <a:spLocks noGrp="1"/>
          </p:cNvSpPr>
          <p:nvPr>
            <p:ph type="body" sz="quarter" idx="24" hasCustomPrompt="1"/>
          </p:nvPr>
        </p:nvSpPr>
        <p:spPr>
          <a:xfrm>
            <a:off x="6649868" y="6227530"/>
            <a:ext cx="1671981" cy="347285"/>
          </a:xfrm>
          <a:prstGeom prst="rect">
            <a:avLst/>
          </a:prstGeom>
        </p:spPr>
        <p:txBody>
          <a:bodyPr/>
          <a:lstStyle>
            <a:lvl1pPr>
              <a:defRPr sz="1800" b="0" i="1"/>
            </a:lvl1pPr>
          </a:lstStyle>
          <a:p>
            <a:pPr lvl="0"/>
            <a:r>
              <a:rPr lang="en-US"/>
              <a:t>| location</a:t>
            </a:r>
          </a:p>
        </p:txBody>
      </p:sp>
      <p:sp>
        <p:nvSpPr>
          <p:cNvPr id="37" name="Text Placeholder 6">
            <a:extLst>
              <a:ext uri="{FF2B5EF4-FFF2-40B4-BE49-F238E27FC236}">
                <a16:creationId xmlns:a16="http://schemas.microsoft.com/office/drawing/2014/main" id="{1ADBE6B6-0EA3-E2A7-A38C-1472DB89508E}"/>
              </a:ext>
            </a:extLst>
          </p:cNvPr>
          <p:cNvSpPr>
            <a:spLocks noGrp="1"/>
          </p:cNvSpPr>
          <p:nvPr>
            <p:ph type="body" sz="quarter" idx="25" hasCustomPrompt="1"/>
          </p:nvPr>
        </p:nvSpPr>
        <p:spPr>
          <a:xfrm>
            <a:off x="8733914" y="5879414"/>
            <a:ext cx="1788750" cy="392103"/>
          </a:xfrm>
          <a:prstGeom prst="rect">
            <a:avLst/>
          </a:prstGeom>
        </p:spPr>
        <p:txBody>
          <a:bodyPr/>
          <a:lstStyle>
            <a:lvl1pPr>
              <a:defRPr sz="2400" b="1"/>
            </a:lvl1pPr>
          </a:lstStyle>
          <a:p>
            <a:pPr lvl="0"/>
            <a:r>
              <a:rPr lang="en-US"/>
              <a:t>SUBTITLE</a:t>
            </a:r>
          </a:p>
        </p:txBody>
      </p:sp>
      <p:sp>
        <p:nvSpPr>
          <p:cNvPr id="38" name="Text Placeholder 6">
            <a:extLst>
              <a:ext uri="{FF2B5EF4-FFF2-40B4-BE49-F238E27FC236}">
                <a16:creationId xmlns:a16="http://schemas.microsoft.com/office/drawing/2014/main" id="{5649F813-6984-AB45-6AA9-1BE62E2AD706}"/>
              </a:ext>
            </a:extLst>
          </p:cNvPr>
          <p:cNvSpPr>
            <a:spLocks noGrp="1"/>
          </p:cNvSpPr>
          <p:nvPr>
            <p:ph type="body" sz="quarter" idx="26" hasCustomPrompt="1"/>
          </p:nvPr>
        </p:nvSpPr>
        <p:spPr>
          <a:xfrm>
            <a:off x="8733914" y="6218116"/>
            <a:ext cx="1453834" cy="347285"/>
          </a:xfrm>
          <a:prstGeom prst="rect">
            <a:avLst/>
          </a:prstGeom>
        </p:spPr>
        <p:txBody>
          <a:bodyPr/>
          <a:lstStyle>
            <a:lvl1pPr>
              <a:defRPr sz="2000" b="1"/>
            </a:lvl1pPr>
          </a:lstStyle>
          <a:p>
            <a:pPr lvl="0"/>
            <a:r>
              <a:rPr lang="en-US"/>
              <a:t>Sep. 12-13</a:t>
            </a:r>
          </a:p>
        </p:txBody>
      </p:sp>
      <p:sp>
        <p:nvSpPr>
          <p:cNvPr id="39" name="Text Placeholder 6">
            <a:extLst>
              <a:ext uri="{FF2B5EF4-FFF2-40B4-BE49-F238E27FC236}">
                <a16:creationId xmlns:a16="http://schemas.microsoft.com/office/drawing/2014/main" id="{A5731EA4-2326-8EDC-0DDB-A4BFB36F1FFB}"/>
              </a:ext>
            </a:extLst>
          </p:cNvPr>
          <p:cNvSpPr>
            <a:spLocks noGrp="1"/>
          </p:cNvSpPr>
          <p:nvPr>
            <p:ph type="body" sz="quarter" idx="27" hasCustomPrompt="1"/>
          </p:nvPr>
        </p:nvSpPr>
        <p:spPr>
          <a:xfrm>
            <a:off x="10065342" y="6227530"/>
            <a:ext cx="1671981" cy="347285"/>
          </a:xfrm>
          <a:prstGeom prst="rect">
            <a:avLst/>
          </a:prstGeom>
        </p:spPr>
        <p:txBody>
          <a:bodyPr/>
          <a:lstStyle>
            <a:lvl1pPr>
              <a:defRPr sz="1800" b="0" i="1"/>
            </a:lvl1pPr>
          </a:lstStyle>
          <a:p>
            <a:pPr lvl="0"/>
            <a:r>
              <a:rPr lang="en-US"/>
              <a:t>| location</a:t>
            </a:r>
          </a:p>
        </p:txBody>
      </p:sp>
      <p:sp>
        <p:nvSpPr>
          <p:cNvPr id="40" name="Text Placeholder 6">
            <a:extLst>
              <a:ext uri="{FF2B5EF4-FFF2-40B4-BE49-F238E27FC236}">
                <a16:creationId xmlns:a16="http://schemas.microsoft.com/office/drawing/2014/main" id="{D9B7CBC9-88EC-DEFE-FAE5-C4E3A19CC601}"/>
              </a:ext>
            </a:extLst>
          </p:cNvPr>
          <p:cNvSpPr>
            <a:spLocks noGrp="1"/>
          </p:cNvSpPr>
          <p:nvPr>
            <p:ph type="body" sz="quarter" idx="28" hasCustomPrompt="1"/>
          </p:nvPr>
        </p:nvSpPr>
        <p:spPr>
          <a:xfrm>
            <a:off x="534280" y="5879414"/>
            <a:ext cx="1788750" cy="392103"/>
          </a:xfrm>
          <a:prstGeom prst="rect">
            <a:avLst/>
          </a:prstGeom>
        </p:spPr>
        <p:txBody>
          <a:bodyPr/>
          <a:lstStyle>
            <a:lvl1pPr>
              <a:defRPr sz="2400" b="1"/>
            </a:lvl1pPr>
          </a:lstStyle>
          <a:p>
            <a:pPr lvl="0"/>
            <a:r>
              <a:rPr lang="en-US"/>
              <a:t>SUBTITLE</a:t>
            </a:r>
          </a:p>
        </p:txBody>
      </p:sp>
      <p:sp>
        <p:nvSpPr>
          <p:cNvPr id="41" name="Text Placeholder 6">
            <a:extLst>
              <a:ext uri="{FF2B5EF4-FFF2-40B4-BE49-F238E27FC236}">
                <a16:creationId xmlns:a16="http://schemas.microsoft.com/office/drawing/2014/main" id="{D74A993D-AD41-984F-950F-BA6E80528B54}"/>
              </a:ext>
            </a:extLst>
          </p:cNvPr>
          <p:cNvSpPr>
            <a:spLocks noGrp="1"/>
          </p:cNvSpPr>
          <p:nvPr>
            <p:ph type="body" sz="quarter" idx="29" hasCustomPrompt="1"/>
          </p:nvPr>
        </p:nvSpPr>
        <p:spPr>
          <a:xfrm>
            <a:off x="534280" y="6218116"/>
            <a:ext cx="1453834" cy="347285"/>
          </a:xfrm>
          <a:prstGeom prst="rect">
            <a:avLst/>
          </a:prstGeom>
        </p:spPr>
        <p:txBody>
          <a:bodyPr/>
          <a:lstStyle>
            <a:lvl1pPr>
              <a:defRPr sz="2000" b="1"/>
            </a:lvl1pPr>
          </a:lstStyle>
          <a:p>
            <a:pPr lvl="0"/>
            <a:r>
              <a:rPr lang="en-US"/>
              <a:t>Sep. 12-13</a:t>
            </a:r>
          </a:p>
        </p:txBody>
      </p:sp>
      <p:sp>
        <p:nvSpPr>
          <p:cNvPr id="42" name="Text Placeholder 6">
            <a:extLst>
              <a:ext uri="{FF2B5EF4-FFF2-40B4-BE49-F238E27FC236}">
                <a16:creationId xmlns:a16="http://schemas.microsoft.com/office/drawing/2014/main" id="{93952CFC-4D8A-5739-D810-DD1814C78D94}"/>
              </a:ext>
            </a:extLst>
          </p:cNvPr>
          <p:cNvSpPr>
            <a:spLocks noGrp="1"/>
          </p:cNvSpPr>
          <p:nvPr>
            <p:ph type="body" sz="quarter" idx="30" hasCustomPrompt="1"/>
          </p:nvPr>
        </p:nvSpPr>
        <p:spPr>
          <a:xfrm>
            <a:off x="1865708" y="6227530"/>
            <a:ext cx="1671981" cy="347285"/>
          </a:xfrm>
          <a:prstGeom prst="rect">
            <a:avLst/>
          </a:prstGeom>
        </p:spPr>
        <p:txBody>
          <a:bodyPr/>
          <a:lstStyle>
            <a:lvl1pPr>
              <a:defRPr sz="1800" b="0" i="1"/>
            </a:lvl1pPr>
          </a:lstStyle>
          <a:p>
            <a:pPr lvl="0"/>
            <a:r>
              <a:rPr lang="en-US"/>
              <a:t>| location</a:t>
            </a:r>
          </a:p>
        </p:txBody>
      </p:sp>
      <p:pic>
        <p:nvPicPr>
          <p:cNvPr id="4" name="Picture 3" descr="A white letter on a black background&#10;&#10;Description automatically generated">
            <a:extLst>
              <a:ext uri="{FF2B5EF4-FFF2-40B4-BE49-F238E27FC236}">
                <a16:creationId xmlns:a16="http://schemas.microsoft.com/office/drawing/2014/main" id="{DF55263D-9D78-FC22-5F6A-F61B7653615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Tree>
    <p:extLst>
      <p:ext uri="{BB962C8B-B14F-4D97-AF65-F5344CB8AC3E}">
        <p14:creationId xmlns:p14="http://schemas.microsoft.com/office/powerpoint/2010/main" val="3378025184"/>
      </p:ext>
    </p:extLst>
  </p:cSld>
  <p:clrMapOvr>
    <a:overrideClrMapping bg1="dk1" tx1="lt1" bg2="dk2" tx2="lt2" accent1="accent1" accent2="accent2" accent3="accent3" accent4="accent4" accent5="accent5" accent6="accent6" hlink="hlink" folHlink="folHlink"/>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losing Slide">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BF2C4E05-5B96-4FE8-9203-E062EA1E7D14}"/>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p:blipFill>
        <p:spPr>
          <a:xfrm>
            <a:off x="4087967" y="3103321"/>
            <a:ext cx="4016065" cy="651358"/>
          </a:xfrm>
          <a:prstGeom prst="rect">
            <a:avLst/>
          </a:prstGeom>
        </p:spPr>
      </p:pic>
      <p:pic>
        <p:nvPicPr>
          <p:cNvPr id="7" name="Picture 6" descr="A white letter on a black background&#10;&#10;Description automatically generated">
            <a:extLst>
              <a:ext uri="{FF2B5EF4-FFF2-40B4-BE49-F238E27FC236}">
                <a16:creationId xmlns:a16="http://schemas.microsoft.com/office/drawing/2014/main" id="{EF58CFE9-0B12-315B-7360-BE3DBD9924DF}"/>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10994795" y="6640504"/>
            <a:ext cx="895667" cy="145267"/>
          </a:xfrm>
          <a:prstGeom prst="rect">
            <a:avLst/>
          </a:prstGeom>
        </p:spPr>
      </p:pic>
      <p:sp>
        <p:nvSpPr>
          <p:cNvPr id="8" name="Slide Number Placeholder 5">
            <a:extLst>
              <a:ext uri="{FF2B5EF4-FFF2-40B4-BE49-F238E27FC236}">
                <a16:creationId xmlns:a16="http://schemas.microsoft.com/office/drawing/2014/main" id="{19D0AEEA-67CD-CEFB-EC74-DD960DA502B5}"/>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271471732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85BAC64B-FDA5-2AA6-6FE8-FFAFF209BE2B}"/>
              </a:ext>
            </a:extLst>
          </p:cNvPr>
          <p:cNvSpPr>
            <a:spLocks noGrp="1"/>
          </p:cNvSpPr>
          <p:nvPr>
            <p:ph type="sldNum" sz="quarter" idx="4"/>
          </p:nvPr>
        </p:nvSpPr>
        <p:spPr>
          <a:xfrm>
            <a:off x="11580603" y="6645842"/>
            <a:ext cx="611397" cy="212148"/>
          </a:xfrm>
          <a:prstGeom prst="rect">
            <a:avLst/>
          </a:prstGeom>
        </p:spPr>
        <p:txBody>
          <a:bodyPr vert="horz" lIns="91440" tIns="45720" rIns="91440" bIns="45720" rtlCol="0" anchor="ctr"/>
          <a:lstStyle>
            <a:lvl1pPr algn="r">
              <a:defRPr sz="800">
                <a:solidFill>
                  <a:schemeClr val="bg1">
                    <a:lumMod val="50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765424114"/>
      </p:ext>
    </p:extLst>
  </p:cSld>
  <p:clrMap bg1="lt1" tx1="dk1" bg2="lt2" tx2="dk2" accent1="accent1" accent2="accent2" accent3="accent3" accent4="accent4" accent5="accent5" accent6="accent6" hlink="hlink" folHlink="folHlink"/>
  <p:sldLayoutIdLst>
    <p:sldLayoutId id="2147484311" r:id="rId1"/>
    <p:sldLayoutId id="2147484294" r:id="rId2"/>
    <p:sldLayoutId id="2147484293" r:id="rId3"/>
    <p:sldLayoutId id="2147484315" r:id="rId4"/>
    <p:sldLayoutId id="2147484316" r:id="rId5"/>
    <p:sldLayoutId id="2147484296" r:id="rId6"/>
    <p:sldLayoutId id="2147484324" r:id="rId7"/>
    <p:sldLayoutId id="2147484322" r:id="rId8"/>
    <p:sldLayoutId id="2147484323" r:id="rId9"/>
    <p:sldLayoutId id="2147484295" r:id="rId10"/>
    <p:sldLayoutId id="2147484320" r:id="rId11"/>
    <p:sldLayoutId id="2147484298" r:id="rId12"/>
    <p:sldLayoutId id="2147484299" r:id="rId13"/>
    <p:sldLayoutId id="2147484326" r:id="rId14"/>
    <p:sldLayoutId id="2147484312" r:id="rId15"/>
    <p:sldLayoutId id="2147484321" r:id="rId16"/>
    <p:sldLayoutId id="2147484300" r:id="rId17"/>
    <p:sldLayoutId id="2147484301" r:id="rId18"/>
    <p:sldLayoutId id="2147484303" r:id="rId19"/>
    <p:sldLayoutId id="2147484313" r:id="rId20"/>
    <p:sldLayoutId id="2147484317" r:id="rId21"/>
    <p:sldLayoutId id="2147484318" r:id="rId22"/>
    <p:sldLayoutId id="2147484319" r:id="rId23"/>
    <p:sldLayoutId id="2147484325" r:id="rId24"/>
    <p:sldLayoutId id="2147484292" r:id="rId25"/>
  </p:sldLayoutIdLst>
  <p:hf hdr="0" dt="0"/>
  <p:txStyles>
    <p:titleStyle>
      <a:lvl1pPr algn="l" defTabSz="342882"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0" indent="0" algn="l" defTabSz="342882" rtl="0" eaLnBrk="1" latinLnBrk="0" hangingPunct="1">
        <a:spcBef>
          <a:spcPct val="20000"/>
        </a:spcBef>
        <a:buClr>
          <a:schemeClr val="tx1"/>
        </a:buClr>
        <a:buSzPct val="110000"/>
        <a:buFontTx/>
        <a:buNone/>
        <a:defRPr sz="2200" b="0" kern="1200">
          <a:solidFill>
            <a:schemeClr val="tx1"/>
          </a:solidFill>
          <a:latin typeface="+mn-lt"/>
          <a:ea typeface="+mn-ea"/>
          <a:cs typeface="+mn-cs"/>
        </a:defRPr>
      </a:lvl1pPr>
      <a:lvl2pPr marL="568325" indent="-225425" algn="l" defTabSz="342882" rtl="0" eaLnBrk="1" latinLnBrk="0" hangingPunct="1">
        <a:spcBef>
          <a:spcPct val="20000"/>
        </a:spcBef>
        <a:buClr>
          <a:schemeClr val="tx1"/>
        </a:buClr>
        <a:buSzPct val="110000"/>
        <a:buFont typeface="Arial" panose="020B0604020202020204" pitchFamily="34" charset="0"/>
        <a:buChar char="•"/>
        <a:defRPr sz="1800" kern="1200">
          <a:solidFill>
            <a:schemeClr val="tx1"/>
          </a:solidFill>
          <a:latin typeface="+mn-lt"/>
          <a:ea typeface="+mn-ea"/>
          <a:cs typeface="+mn-cs"/>
        </a:defRPr>
      </a:lvl2pPr>
      <a:lvl3pPr marL="914400" indent="-185738" algn="l" defTabSz="342882" rtl="0" eaLnBrk="1" latinLnBrk="0" hangingPunct="1">
        <a:spcBef>
          <a:spcPct val="20000"/>
        </a:spcBef>
        <a:buClr>
          <a:schemeClr val="tx1"/>
        </a:buClr>
        <a:buSzPct val="110000"/>
        <a:buFont typeface="Arial" panose="020B0604020202020204" pitchFamily="34" charset="0"/>
        <a:buChar char="•"/>
        <a:defRPr sz="1600" kern="1200">
          <a:solidFill>
            <a:schemeClr val="tx1"/>
          </a:solidFill>
          <a:latin typeface="+mn-lt"/>
          <a:ea typeface="+mn-ea"/>
          <a:cs typeface="+mn-cs"/>
        </a:defRPr>
      </a:lvl3pPr>
      <a:lvl4pPr marL="1200091" indent="-171442" algn="l" defTabSz="342882" rtl="0" eaLnBrk="1" latinLnBrk="0" hangingPunct="1">
        <a:spcBef>
          <a:spcPct val="20000"/>
        </a:spcBef>
        <a:buClr>
          <a:schemeClr val="tx1"/>
        </a:buClr>
        <a:buSzPct val="110000"/>
        <a:buFont typeface="Arial" panose="020B0604020202020204" pitchFamily="34" charset="0"/>
        <a:buChar char="•"/>
        <a:defRPr sz="1200" kern="1200">
          <a:solidFill>
            <a:schemeClr val="tx1"/>
          </a:solidFill>
          <a:latin typeface="+mn-lt"/>
          <a:ea typeface="+mn-ea"/>
          <a:cs typeface="+mn-cs"/>
        </a:defRPr>
      </a:lvl4pPr>
      <a:lvl5pPr marL="1542973" indent="-133343" algn="l" defTabSz="342882" rtl="0" eaLnBrk="1" latinLnBrk="0" hangingPunct="1">
        <a:spcBef>
          <a:spcPct val="20000"/>
        </a:spcBef>
        <a:buClr>
          <a:schemeClr val="tx1"/>
        </a:buClr>
        <a:buSzPct val="110000"/>
        <a:buFont typeface="Arial" panose="020B0604020202020204" pitchFamily="34" charset="0"/>
        <a:buChar char="•"/>
        <a:defRPr sz="1051" kern="1200">
          <a:solidFill>
            <a:schemeClr val="tx1"/>
          </a:solidFill>
          <a:latin typeface="+mn-lt"/>
          <a:ea typeface="+mn-ea"/>
          <a:cs typeface="+mn-cs"/>
        </a:defRPr>
      </a:lvl5pPr>
      <a:lvl6pPr marL="1885857" indent="-171442" algn="l" defTabSz="342882" rtl="0" eaLnBrk="1" latinLnBrk="0" hangingPunct="1">
        <a:spcBef>
          <a:spcPct val="20000"/>
        </a:spcBef>
        <a:buFont typeface="Arial"/>
        <a:buChar char="•"/>
        <a:defRPr sz="1500" kern="1200">
          <a:solidFill>
            <a:schemeClr val="tx1"/>
          </a:solidFill>
          <a:latin typeface="+mn-lt"/>
          <a:ea typeface="+mn-ea"/>
          <a:cs typeface="+mn-cs"/>
        </a:defRPr>
      </a:lvl6pPr>
      <a:lvl7pPr marL="2228739" indent="-171442" algn="l" defTabSz="342882" rtl="0" eaLnBrk="1" latinLnBrk="0" hangingPunct="1">
        <a:spcBef>
          <a:spcPct val="20000"/>
        </a:spcBef>
        <a:buFont typeface="Arial"/>
        <a:buChar char="•"/>
        <a:defRPr sz="1500" kern="1200">
          <a:solidFill>
            <a:schemeClr val="tx1"/>
          </a:solidFill>
          <a:latin typeface="+mn-lt"/>
          <a:ea typeface="+mn-ea"/>
          <a:cs typeface="+mn-cs"/>
        </a:defRPr>
      </a:lvl7pPr>
      <a:lvl8pPr marL="2571622" indent="-171442" algn="l" defTabSz="342882" rtl="0" eaLnBrk="1" latinLnBrk="0" hangingPunct="1">
        <a:spcBef>
          <a:spcPct val="20000"/>
        </a:spcBef>
        <a:buFont typeface="Arial"/>
        <a:buChar char="•"/>
        <a:defRPr sz="1500" kern="1200">
          <a:solidFill>
            <a:schemeClr val="tx1"/>
          </a:solidFill>
          <a:latin typeface="+mn-lt"/>
          <a:ea typeface="+mn-ea"/>
          <a:cs typeface="+mn-cs"/>
        </a:defRPr>
      </a:lvl8pPr>
      <a:lvl9pPr marL="2914506" indent="-171442" algn="l" defTabSz="342882" rtl="0" eaLnBrk="1" latinLnBrk="0" hangingPunct="1">
        <a:spcBef>
          <a:spcPct val="20000"/>
        </a:spcBef>
        <a:buFont typeface="Arial"/>
        <a:buChar char="•"/>
        <a:defRPr sz="1500" kern="1200">
          <a:solidFill>
            <a:schemeClr val="tx1"/>
          </a:solidFill>
          <a:latin typeface="+mn-lt"/>
          <a:ea typeface="+mn-ea"/>
          <a:cs typeface="+mn-cs"/>
        </a:defRPr>
      </a:lvl9pPr>
    </p:bodyStyle>
    <p:otherStyle>
      <a:defPPr>
        <a:defRPr lang="en-US"/>
      </a:defPPr>
      <a:lvl1pPr marL="0" algn="l" defTabSz="342882" rtl="0" eaLnBrk="1" latinLnBrk="0" hangingPunct="1">
        <a:defRPr sz="1351" kern="1200">
          <a:solidFill>
            <a:schemeClr val="tx1"/>
          </a:solidFill>
          <a:latin typeface="+mn-lt"/>
          <a:ea typeface="+mn-ea"/>
          <a:cs typeface="+mn-cs"/>
        </a:defRPr>
      </a:lvl1pPr>
      <a:lvl2pPr marL="342882" algn="l" defTabSz="342882" rtl="0" eaLnBrk="1" latinLnBrk="0" hangingPunct="1">
        <a:defRPr sz="1351" kern="1200">
          <a:solidFill>
            <a:schemeClr val="tx1"/>
          </a:solidFill>
          <a:latin typeface="+mn-lt"/>
          <a:ea typeface="+mn-ea"/>
          <a:cs typeface="+mn-cs"/>
        </a:defRPr>
      </a:lvl2pPr>
      <a:lvl3pPr marL="685766" algn="l" defTabSz="342882" rtl="0" eaLnBrk="1" latinLnBrk="0" hangingPunct="1">
        <a:defRPr sz="1351" kern="1200">
          <a:solidFill>
            <a:schemeClr val="tx1"/>
          </a:solidFill>
          <a:latin typeface="+mn-lt"/>
          <a:ea typeface="+mn-ea"/>
          <a:cs typeface="+mn-cs"/>
        </a:defRPr>
      </a:lvl3pPr>
      <a:lvl4pPr marL="1028649" algn="l" defTabSz="342882" rtl="0" eaLnBrk="1" latinLnBrk="0" hangingPunct="1">
        <a:defRPr sz="1351" kern="1200">
          <a:solidFill>
            <a:schemeClr val="tx1"/>
          </a:solidFill>
          <a:latin typeface="+mn-lt"/>
          <a:ea typeface="+mn-ea"/>
          <a:cs typeface="+mn-cs"/>
        </a:defRPr>
      </a:lvl4pPr>
      <a:lvl5pPr marL="1371532" algn="l" defTabSz="342882" rtl="0" eaLnBrk="1" latinLnBrk="0" hangingPunct="1">
        <a:defRPr sz="1351" kern="1200">
          <a:solidFill>
            <a:schemeClr val="tx1"/>
          </a:solidFill>
          <a:latin typeface="+mn-lt"/>
          <a:ea typeface="+mn-ea"/>
          <a:cs typeface="+mn-cs"/>
        </a:defRPr>
      </a:lvl5pPr>
      <a:lvl6pPr marL="1714414" algn="l" defTabSz="342882" rtl="0" eaLnBrk="1" latinLnBrk="0" hangingPunct="1">
        <a:defRPr sz="1351" kern="1200">
          <a:solidFill>
            <a:schemeClr val="tx1"/>
          </a:solidFill>
          <a:latin typeface="+mn-lt"/>
          <a:ea typeface="+mn-ea"/>
          <a:cs typeface="+mn-cs"/>
        </a:defRPr>
      </a:lvl6pPr>
      <a:lvl7pPr marL="2057298" algn="l" defTabSz="342882" rtl="0" eaLnBrk="1" latinLnBrk="0" hangingPunct="1">
        <a:defRPr sz="1351" kern="1200">
          <a:solidFill>
            <a:schemeClr val="tx1"/>
          </a:solidFill>
          <a:latin typeface="+mn-lt"/>
          <a:ea typeface="+mn-ea"/>
          <a:cs typeface="+mn-cs"/>
        </a:defRPr>
      </a:lvl7pPr>
      <a:lvl8pPr marL="2400180" algn="l" defTabSz="342882" rtl="0" eaLnBrk="1" latinLnBrk="0" hangingPunct="1">
        <a:defRPr sz="1351" kern="1200">
          <a:solidFill>
            <a:schemeClr val="tx1"/>
          </a:solidFill>
          <a:latin typeface="+mn-lt"/>
          <a:ea typeface="+mn-ea"/>
          <a:cs typeface="+mn-cs"/>
        </a:defRPr>
      </a:lvl8pPr>
      <a:lvl9pPr marL="2743062" algn="l" defTabSz="342882" rtl="0" eaLnBrk="1" latinLnBrk="0" hangingPunct="1">
        <a:defRPr sz="1351"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CA6A653-9EE1-F684-49B1-D5FFD8C784A1}"/>
              </a:ext>
            </a:extLst>
          </p:cNvPr>
          <p:cNvSpPr>
            <a:spLocks noGrp="1"/>
          </p:cNvSpPr>
          <p:nvPr>
            <p:ph type="sldNum" sz="quarter" idx="4"/>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EA2E03D-9F5B-5343-B21F-62525800774A}" type="slidenum">
              <a:rPr kumimoji="0" lang="en-US" sz="800" b="0" i="0" u="none" strike="noStrike" kern="1200" cap="none" spc="0" normalizeH="0" baseline="0" noProof="0" smtClean="0">
                <a:ln>
                  <a:noFill/>
                </a:ln>
                <a:solidFill>
                  <a:srgbClr val="FFFFFF">
                    <a:lumMod val="50000"/>
                  </a:srgbClr>
                </a:solidFill>
                <a:effectLst/>
                <a:uLnTx/>
                <a:uFillTx/>
                <a:latin typeface="Segoe U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800" b="0" i="0" u="none" strike="noStrike" kern="1200" cap="none" spc="0" normalizeH="0" baseline="0" noProof="0">
              <a:ln>
                <a:noFill/>
              </a:ln>
              <a:solidFill>
                <a:srgbClr val="FFFFFF">
                  <a:lumMod val="50000"/>
                </a:srgbClr>
              </a:solidFill>
              <a:effectLst/>
              <a:uLnTx/>
              <a:uFillTx/>
              <a:latin typeface="Segoe UI"/>
              <a:ea typeface="+mn-ea"/>
              <a:cs typeface="+mn-cs"/>
            </a:endParaRPr>
          </a:p>
        </p:txBody>
      </p:sp>
      <p:sp>
        <p:nvSpPr>
          <p:cNvPr id="6" name="Text Placeholder 5">
            <a:extLst>
              <a:ext uri="{FF2B5EF4-FFF2-40B4-BE49-F238E27FC236}">
                <a16:creationId xmlns:a16="http://schemas.microsoft.com/office/drawing/2014/main" id="{2E054E45-0021-0B6F-5B04-75AFBE03365D}"/>
              </a:ext>
            </a:extLst>
          </p:cNvPr>
          <p:cNvSpPr>
            <a:spLocks noGrp="1"/>
          </p:cNvSpPr>
          <p:nvPr>
            <p:ph type="body" sz="quarter" idx="13"/>
          </p:nvPr>
        </p:nvSpPr>
        <p:spPr/>
        <p:txBody>
          <a:bodyPr/>
          <a:lstStyle/>
          <a:p>
            <a:r>
              <a:rPr lang="en-US" dirty="0"/>
              <a:t>Technical Setter Interns</a:t>
            </a:r>
            <a:endParaRPr lang="en-US" dirty="0"/>
          </a:p>
        </p:txBody>
      </p:sp>
      <p:sp>
        <p:nvSpPr>
          <p:cNvPr id="7" name="Text Placeholder 6">
            <a:extLst>
              <a:ext uri="{FF2B5EF4-FFF2-40B4-BE49-F238E27FC236}">
                <a16:creationId xmlns:a16="http://schemas.microsoft.com/office/drawing/2014/main" id="{AE501EE7-4F47-7AE3-2560-0933E285B85E}"/>
              </a:ext>
            </a:extLst>
          </p:cNvPr>
          <p:cNvSpPr>
            <a:spLocks noGrp="1"/>
          </p:cNvSpPr>
          <p:nvPr>
            <p:ph type="body" sz="quarter" idx="14"/>
          </p:nvPr>
        </p:nvSpPr>
        <p:spPr/>
        <p:txBody>
          <a:bodyPr/>
          <a:lstStyle/>
          <a:p>
            <a:r>
              <a:rPr lang="en-US" dirty="0"/>
              <a:t>Diego Adair de León Márquez</a:t>
            </a:r>
            <a:endParaRPr lang="en-US" dirty="0"/>
          </a:p>
        </p:txBody>
      </p:sp>
      <p:sp>
        <p:nvSpPr>
          <p:cNvPr id="11" name="Text Placeholder 10">
            <a:extLst>
              <a:ext uri="{FF2B5EF4-FFF2-40B4-BE49-F238E27FC236}">
                <a16:creationId xmlns:a16="http://schemas.microsoft.com/office/drawing/2014/main" id="{80435D6C-4908-8A25-4E0A-94761E2DE643}"/>
              </a:ext>
            </a:extLst>
          </p:cNvPr>
          <p:cNvSpPr>
            <a:spLocks noGrp="1"/>
          </p:cNvSpPr>
          <p:nvPr>
            <p:ph type="body" sz="quarter" idx="15"/>
          </p:nvPr>
        </p:nvSpPr>
        <p:spPr/>
        <p:txBody>
          <a:bodyPr/>
          <a:lstStyle/>
          <a:p>
            <a:pPr/>
            <a:r>
              <a:rPr lang="en-US" dirty="0"/>
              <a:t>Universidad Politécnica de Aguascalientes</a:t>
            </a:r>
            <a:endParaRPr lang="en-US" dirty="0"/>
          </a:p>
          <a:p>
            <a:pPr/>
            <a:r>
              <a:rPr sz="1400">
                <a:solidFill>
                  <a:srgbClr val="C6CDD1"/>
                </a:solidFill>
                <a:latin typeface="Segoe UI"/>
              </a:rPr>
              <a:t>Mechatronics Engineering  ·  9th term</a:t>
            </a:r>
          </a:p>
        </p:txBody>
      </p:sp>
      <p:sp>
        <p:nvSpPr>
          <p:cNvPr id="12" name="TextBox 11"/>
          <p:cNvSpPr txBox="1"/>
          <p:nvPr/>
        </p:nvSpPr>
        <p:spPr>
          <a:xfrm>
            <a:off x="0" y="1847088"/>
            <a:ext cx="12191695" cy="274320"/>
          </a:xfrm>
          <a:prstGeom prst="rect">
            <a:avLst/>
          </a:prstGeom>
          <a:noFill/>
        </p:spPr>
        <p:txBody>
          <a:bodyPr wrap="square" lIns="0" rIns="0" tIns="0" bIns="0" anchor="t">
            <a:spAutoFit/>
          </a:bodyPr>
          <a:lstStyle/>
          <a:p>
            <a:pPr algn="ctr">
              <a:spcBef>
                <a:spcPts val="0"/>
              </a:spcBef>
              <a:spcAft>
                <a:spcPts val="0"/>
              </a:spcAft>
            </a:pPr>
            <a:r>
              <a:rPr sz="1200" b="1" i="0">
                <a:solidFill>
                  <a:srgbClr val="D5FB00"/>
                </a:solidFill>
                <a:latin typeface="Segoe UI"/>
              </a:rPr>
              <a:t>ROBOTIC WELDING   ·   ILUO SKILL PATH</a:t>
            </a:r>
          </a:p>
        </p:txBody>
      </p:sp>
      <p:sp>
        <p:nvSpPr>
          <p:cNvPr id="13" name="TextBox 12"/>
          <p:cNvSpPr txBox="1"/>
          <p:nvPr/>
        </p:nvSpPr>
        <p:spPr>
          <a:xfrm>
            <a:off x="0" y="5047488"/>
            <a:ext cx="12191695" cy="256032"/>
          </a:xfrm>
          <a:prstGeom prst="rect">
            <a:avLst/>
          </a:prstGeom>
          <a:noFill/>
        </p:spPr>
        <p:txBody>
          <a:bodyPr wrap="square" lIns="0" rIns="0" tIns="0" bIns="0" anchor="t">
            <a:spAutoFit/>
          </a:bodyPr>
          <a:lstStyle/>
          <a:p>
            <a:pPr algn="ctr">
              <a:spcBef>
                <a:spcPts val="0"/>
              </a:spcBef>
              <a:spcAft>
                <a:spcPts val="0"/>
              </a:spcAft>
            </a:pPr>
            <a:r>
              <a:rPr sz="1300" b="0" i="0">
                <a:solidFill>
                  <a:srgbClr val="FFFFFF"/>
                </a:solidFill>
                <a:latin typeface="Segoe UI"/>
              </a:rPr>
              <a:t>Plant tutor:  Fernando Robledo</a:t>
            </a:r>
          </a:p>
        </p:txBody>
      </p:sp>
      <p:sp>
        <p:nvSpPr>
          <p:cNvPr id="14" name="TextBox 13"/>
          <p:cNvSpPr txBox="1"/>
          <p:nvPr/>
        </p:nvSpPr>
        <p:spPr>
          <a:xfrm>
            <a:off x="0" y="5431536"/>
            <a:ext cx="12191695" cy="256032"/>
          </a:xfrm>
          <a:prstGeom prst="rect">
            <a:avLst/>
          </a:prstGeom>
          <a:noFill/>
        </p:spPr>
        <p:txBody>
          <a:bodyPr wrap="square" lIns="0" rIns="0" tIns="0" bIns="0" anchor="t">
            <a:spAutoFit/>
          </a:bodyPr>
          <a:lstStyle/>
          <a:p>
            <a:pPr algn="ctr">
              <a:spcBef>
                <a:spcPts val="0"/>
              </a:spcBef>
              <a:spcAft>
                <a:spcPts val="0"/>
              </a:spcAft>
            </a:pPr>
            <a:r>
              <a:rPr sz="1100" b="0" i="0">
                <a:solidFill>
                  <a:srgbClr val="C6CDD1"/>
                </a:solidFill>
                <a:latin typeface="Segoe UI"/>
              </a:rPr>
              <a:t>Tenneco Aguascalientes  ·  Clean Air  ·  September 25, 2026</a:t>
            </a:r>
          </a:p>
        </p:txBody>
      </p:sp>
    </p:spTree>
    <p:extLst>
      <p:ext uri="{BB962C8B-B14F-4D97-AF65-F5344CB8AC3E}">
        <p14:creationId xmlns:p14="http://schemas.microsoft.com/office/powerpoint/2010/main" val="400179657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9FAFBA"/>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9FAFBA"/>
                </a:solidFill>
                <a:latin typeface="Segoe UI"/>
              </a:rPr>
              <a:t>2</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OUR VALUES</a:t>
            </a:r>
          </a:p>
        </p:txBody>
      </p:sp>
      <p:pic>
        <p:nvPicPr>
          <p:cNvPr id="6" name="Picture 5" descr="valores_tenneco.png"/>
          <p:cNvPicPr>
            <a:picLocks noChangeAspect="1"/>
          </p:cNvPicPr>
          <p:nvPr/>
        </p:nvPicPr>
        <p:blipFill>
          <a:blip r:embed="rId2"/>
          <a:stretch>
            <a:fillRect/>
          </a:stretch>
        </p:blipFill>
        <p:spPr>
          <a:xfrm>
            <a:off x="8613648" y="1298448"/>
            <a:ext cx="2987040" cy="4480560"/>
          </a:xfrm>
          <a:prstGeom prst="rect">
            <a:avLst/>
          </a:prstGeom>
        </p:spPr>
      </p:pic>
      <p:sp>
        <p:nvSpPr>
          <p:cNvPr id="7" name="TextBox 6"/>
          <p:cNvSpPr txBox="1"/>
          <p:nvPr/>
        </p:nvSpPr>
        <p:spPr>
          <a:xfrm>
            <a:off x="457200" y="1444752"/>
            <a:ext cx="7315200" cy="1463040"/>
          </a:xfrm>
          <a:prstGeom prst="rect">
            <a:avLst/>
          </a:prstGeom>
          <a:noFill/>
        </p:spPr>
        <p:txBody>
          <a:bodyPr wrap="square" lIns="0" rIns="0" tIns="0" bIns="0" anchor="t">
            <a:spAutoFit/>
          </a:bodyPr>
          <a:lstStyle/>
          <a:p>
            <a:pPr algn="l">
              <a:spcBef>
                <a:spcPts val="0"/>
              </a:spcBef>
              <a:spcAft>
                <a:spcPts val="0"/>
              </a:spcAft>
            </a:pPr>
            <a:r>
              <a:rPr sz="10800" b="1" i="0">
                <a:solidFill>
                  <a:srgbClr val="D5FB00"/>
                </a:solidFill>
                <a:latin typeface="Segoe UI"/>
              </a:rPr>
              <a:t>WIN</a:t>
            </a:r>
          </a:p>
        </p:txBody>
      </p:sp>
      <p:sp>
        <p:nvSpPr>
          <p:cNvPr id="8" name="TextBox 7"/>
          <p:cNvSpPr txBox="1"/>
          <p:nvPr/>
        </p:nvSpPr>
        <p:spPr>
          <a:xfrm>
            <a:off x="512064" y="3200400"/>
            <a:ext cx="7680960" cy="365760"/>
          </a:xfrm>
          <a:prstGeom prst="rect">
            <a:avLst/>
          </a:prstGeom>
          <a:noFill/>
        </p:spPr>
        <p:txBody>
          <a:bodyPr wrap="square" lIns="0" rIns="0" tIns="0" bIns="0" anchor="t">
            <a:spAutoFit/>
          </a:bodyPr>
          <a:lstStyle/>
          <a:p>
            <a:pPr algn="l">
              <a:spcBef>
                <a:spcPts val="0"/>
              </a:spcBef>
              <a:spcAft>
                <a:spcPts val="0"/>
              </a:spcAft>
            </a:pPr>
            <a:r>
              <a:rPr sz="1700" b="0" i="1">
                <a:solidFill>
                  <a:srgbClr val="C6CDD1"/>
                </a:solidFill>
                <a:latin typeface="Segoe UI"/>
              </a:rPr>
              <a:t>“We must earn the trust of our employees and customers.”</a:t>
            </a:r>
          </a:p>
        </p:txBody>
      </p:sp>
      <p:sp>
        <p:nvSpPr>
          <p:cNvPr id="9" name="Rectangle 8"/>
          <p:cNvSpPr/>
          <p:nvPr/>
        </p:nvSpPr>
        <p:spPr>
          <a:xfrm>
            <a:off x="457200" y="4114800"/>
            <a:ext cx="7863840" cy="18288"/>
          </a:xfrm>
          <a:prstGeom prst="rect">
            <a:avLst/>
          </a:prstGeom>
          <a:solidFill>
            <a:srgbClr val="1B384A"/>
          </a:solidFill>
          <a:ln>
            <a:noFill/>
          </a:ln>
          <a:effectLst/>
        </p:spPr>
        <p:txBody>
          <a:bodyPr rtlCol="0" anchor="ctr" wrap="square" lIns="0" rIns="0" tIns="0" bIns="0"/>
          <a:lstStyle/>
          <a:p>
            <a:pPr algn="ctr"/>
          </a:p>
        </p:txBody>
      </p:sp>
      <p:sp>
        <p:nvSpPr>
          <p:cNvPr id="10" name="TextBox 9"/>
          <p:cNvSpPr txBox="1"/>
          <p:nvPr/>
        </p:nvSpPr>
        <p:spPr>
          <a:xfrm>
            <a:off x="512064" y="4535424"/>
            <a:ext cx="7772400" cy="822960"/>
          </a:xfrm>
          <a:prstGeom prst="rect">
            <a:avLst/>
          </a:prstGeom>
          <a:noFill/>
        </p:spPr>
        <p:txBody>
          <a:bodyPr wrap="square" lIns="0" rIns="0" tIns="0" bIns="0" anchor="t">
            <a:spAutoFit/>
          </a:bodyPr>
          <a:lstStyle/>
          <a:p>
            <a:pPr algn="l">
              <a:spcBef>
                <a:spcPts val="0"/>
              </a:spcBef>
              <a:spcAft>
                <a:spcPts val="0"/>
              </a:spcAft>
            </a:pPr>
            <a:r>
              <a:rPr sz="2600" b="1" i="0">
                <a:solidFill>
                  <a:srgbClr val="FFFFFF"/>
                </a:solidFill>
                <a:latin typeface="Segoe UI"/>
              </a:rPr>
              <a:t>Nobody hands an intern a welding torch.</a:t>
            </a:r>
          </a:p>
          <a:p>
            <a:pPr>
              <a:spcBef>
                <a:spcPts val="600"/>
              </a:spcBef>
              <a:spcAft>
                <a:spcPts val="0"/>
              </a:spcAft>
            </a:pPr>
            <a:r>
              <a:rPr sz="2600" b="1" i="0">
                <a:solidFill>
                  <a:srgbClr val="D5FB00"/>
                </a:solidFill>
                <a:latin typeface="Segoe UI"/>
              </a:rPr>
              <a:t>You earn it.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3</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EXECUTIVE SUMMARY</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Capable on the floor, not yet on paper</a:t>
            </a:r>
          </a:p>
        </p:txBody>
      </p:sp>
      <p:sp>
        <p:nvSpPr>
          <p:cNvPr id="7" name="Rectangle 6"/>
          <p:cNvSpPr/>
          <p:nvPr/>
        </p:nvSpPr>
        <p:spPr>
          <a:xfrm>
            <a:off x="457200" y="2048256"/>
            <a:ext cx="3611880" cy="2103120"/>
          </a:xfrm>
          <a:prstGeom prst="rect">
            <a:avLst/>
          </a:prstGeom>
          <a:solidFill>
            <a:srgbClr val="051C2C"/>
          </a:solidFill>
          <a:ln>
            <a:noFill/>
          </a:ln>
          <a:effectLst/>
        </p:spPr>
        <p:txBody>
          <a:bodyPr rtlCol="0" anchor="ctr" wrap="square" lIns="0" rIns="0" tIns="0" bIns="0"/>
          <a:lstStyle/>
          <a:p>
            <a:pPr algn="ctr"/>
          </a:p>
        </p:txBody>
      </p:sp>
      <p:sp>
        <p:nvSpPr>
          <p:cNvPr id="8" name="TextBox 7"/>
          <p:cNvSpPr txBox="1"/>
          <p:nvPr/>
        </p:nvSpPr>
        <p:spPr>
          <a:xfrm>
            <a:off x="786384" y="2340864"/>
            <a:ext cx="2953512" cy="1554480"/>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WHAT I LEARNED</a:t>
            </a:r>
          </a:p>
          <a:p>
            <a:pPr>
              <a:spcBef>
                <a:spcPts val="1000"/>
              </a:spcBef>
              <a:spcAft>
                <a:spcPts val="0"/>
              </a:spcAft>
            </a:pPr>
            <a:r>
              <a:rPr sz="4000" b="1" i="0">
                <a:solidFill>
                  <a:srgbClr val="D5FB00"/>
                </a:solidFill>
                <a:latin typeface="Segoe UI"/>
              </a:rPr>
              <a:t>9 of 9</a:t>
            </a:r>
          </a:p>
          <a:p>
            <a:pPr>
              <a:lnSpc>
                <a:spcPct val="120000"/>
              </a:lnSpc>
              <a:spcBef>
                <a:spcPts val="1400"/>
              </a:spcBef>
              <a:spcAft>
                <a:spcPts val="0"/>
              </a:spcAft>
            </a:pPr>
            <a:r>
              <a:rPr sz="1400" b="0" i="0">
                <a:solidFill>
                  <a:srgbClr val="C6CDD1"/>
                </a:solidFill>
                <a:latin typeface="Segoe UI"/>
              </a:rPr>
              <a:t>Level I topics studied, none of them validated yet</a:t>
            </a:r>
          </a:p>
        </p:txBody>
      </p:sp>
      <p:sp>
        <p:nvSpPr>
          <p:cNvPr id="9" name="Rectangle 8"/>
          <p:cNvSpPr/>
          <p:nvPr/>
        </p:nvSpPr>
        <p:spPr>
          <a:xfrm>
            <a:off x="4288536" y="2048256"/>
            <a:ext cx="3611880" cy="2103120"/>
          </a:xfrm>
          <a:prstGeom prst="rect">
            <a:avLst/>
          </a:prstGeom>
          <a:solidFill>
            <a:srgbClr val="051C2C"/>
          </a:solidFill>
          <a:ln>
            <a:noFill/>
          </a:ln>
          <a:effectLst/>
        </p:spPr>
        <p:txBody>
          <a:bodyPr rtlCol="0" anchor="ctr" wrap="square" lIns="0" rIns="0" tIns="0" bIns="0"/>
          <a:lstStyle/>
          <a:p>
            <a:pPr algn="ctr"/>
          </a:p>
        </p:txBody>
      </p:sp>
      <p:sp>
        <p:nvSpPr>
          <p:cNvPr id="10" name="TextBox 9"/>
          <p:cNvSpPr txBox="1"/>
          <p:nvPr/>
        </p:nvSpPr>
        <p:spPr>
          <a:xfrm>
            <a:off x="4617720" y="2340864"/>
            <a:ext cx="2953512" cy="1554480"/>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WHERE IT CAME FROM</a:t>
            </a:r>
          </a:p>
          <a:p>
            <a:pPr>
              <a:spcBef>
                <a:spcPts val="1000"/>
              </a:spcBef>
              <a:spcAft>
                <a:spcPts val="0"/>
              </a:spcAft>
            </a:pPr>
            <a:r>
              <a:rPr sz="4000" b="1" i="0">
                <a:solidFill>
                  <a:srgbClr val="D5FB00"/>
                </a:solidFill>
                <a:latin typeface="Segoe UI"/>
              </a:rPr>
              <a:t>616</a:t>
            </a:r>
          </a:p>
          <a:p>
            <a:pPr>
              <a:lnSpc>
                <a:spcPct val="120000"/>
              </a:lnSpc>
              <a:spcBef>
                <a:spcPts val="1400"/>
              </a:spcBef>
              <a:spcAft>
                <a:spcPts val="0"/>
              </a:spcAft>
            </a:pPr>
            <a:r>
              <a:rPr sz="1400" b="0" i="0">
                <a:solidFill>
                  <a:srgbClr val="C6CDD1"/>
                </a:solidFill>
                <a:latin typeface="Segoe UI"/>
              </a:rPr>
              <a:t>pages of manual and customer standard, audited page by page</a:t>
            </a:r>
          </a:p>
        </p:txBody>
      </p:sp>
      <p:sp>
        <p:nvSpPr>
          <p:cNvPr id="11" name="Rectangle 10"/>
          <p:cNvSpPr/>
          <p:nvPr/>
        </p:nvSpPr>
        <p:spPr>
          <a:xfrm>
            <a:off x="8119872" y="2048256"/>
            <a:ext cx="3611880" cy="2103120"/>
          </a:xfrm>
          <a:prstGeom prst="rect">
            <a:avLst/>
          </a:prstGeom>
          <a:solidFill>
            <a:srgbClr val="051C2C"/>
          </a:solidFill>
          <a:ln>
            <a:noFill/>
          </a:ln>
          <a:effectLst/>
        </p:spPr>
        <p:txBody>
          <a:bodyPr rtlCol="0" anchor="ctr" wrap="square" lIns="0" rIns="0" tIns="0" bIns="0"/>
          <a:lstStyle/>
          <a:p>
            <a:pPr algn="ctr"/>
          </a:p>
        </p:txBody>
      </p:sp>
      <p:sp>
        <p:nvSpPr>
          <p:cNvPr id="12" name="TextBox 11"/>
          <p:cNvSpPr txBox="1"/>
          <p:nvPr/>
        </p:nvSpPr>
        <p:spPr>
          <a:xfrm>
            <a:off x="8449056" y="2340864"/>
            <a:ext cx="2953512" cy="1554480"/>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WHAT I NEED</a:t>
            </a:r>
          </a:p>
          <a:p>
            <a:pPr>
              <a:spcBef>
                <a:spcPts val="1000"/>
              </a:spcBef>
              <a:spcAft>
                <a:spcPts val="0"/>
              </a:spcAft>
            </a:pPr>
            <a:r>
              <a:rPr sz="4000" b="1" i="0">
                <a:solidFill>
                  <a:srgbClr val="D5FB00"/>
                </a:solidFill>
                <a:latin typeface="Segoe UI"/>
              </a:rPr>
              <a:t>4</a:t>
            </a:r>
          </a:p>
          <a:p>
            <a:pPr>
              <a:lnSpc>
                <a:spcPct val="120000"/>
              </a:lnSpc>
              <a:spcBef>
                <a:spcPts val="1400"/>
              </a:spcBef>
              <a:spcAft>
                <a:spcPts val="0"/>
              </a:spcAft>
            </a:pPr>
            <a:r>
              <a:rPr sz="1400" b="0" i="0">
                <a:solidFill>
                  <a:srgbClr val="C6CDD1"/>
                </a:solidFill>
                <a:latin typeface="Segoe UI"/>
              </a:rPr>
              <a:t>commitments, and none of them cost money</a:t>
            </a:r>
          </a:p>
        </p:txBody>
      </p:sp>
      <p:sp>
        <p:nvSpPr>
          <p:cNvPr id="13" name="Rectangle 12"/>
          <p:cNvSpPr/>
          <p:nvPr/>
        </p:nvSpPr>
        <p:spPr>
          <a:xfrm>
            <a:off x="457200" y="4626864"/>
            <a:ext cx="11274552" cy="1005840"/>
          </a:xfrm>
          <a:prstGeom prst="rect">
            <a:avLst/>
          </a:prstGeom>
          <a:solidFill>
            <a:srgbClr val="D5FB00"/>
          </a:solidFill>
          <a:ln>
            <a:noFill/>
          </a:ln>
          <a:effectLst/>
        </p:spPr>
        <p:txBody>
          <a:bodyPr rtlCol="0" anchor="ctr" wrap="square" lIns="0" rIns="0" tIns="0" bIns="0"/>
          <a:lstStyle/>
          <a:p>
            <a:pPr algn="ctr"/>
          </a:p>
        </p:txBody>
      </p:sp>
      <p:sp>
        <p:nvSpPr>
          <p:cNvPr id="14" name="TextBox 13"/>
          <p:cNvSpPr txBox="1"/>
          <p:nvPr/>
        </p:nvSpPr>
        <p:spPr>
          <a:xfrm>
            <a:off x="841248" y="4828032"/>
            <a:ext cx="10515600" cy="640080"/>
          </a:xfrm>
          <a:prstGeom prst="rect">
            <a:avLst/>
          </a:prstGeom>
          <a:noFill/>
        </p:spPr>
        <p:txBody>
          <a:bodyPr wrap="square" lIns="0" rIns="0" tIns="0" bIns="0" anchor="ctr">
            <a:spAutoFit/>
          </a:bodyPr>
          <a:lstStyle/>
          <a:p>
            <a:pPr algn="l">
              <a:spcBef>
                <a:spcPts val="0"/>
              </a:spcBef>
              <a:spcAft>
                <a:spcPts val="0"/>
              </a:spcAft>
            </a:pPr>
            <a:r>
              <a:rPr sz="2000" b="1" i="0">
                <a:solidFill>
                  <a:srgbClr val="051C2C"/>
                </a:solidFill>
                <a:latin typeface="Segoe UI"/>
              </a:rPr>
              <a:t>By January 1 I can be certified at Levels I and L.</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4</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WHERE I WORK</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Few welding cells, and they run stable</a:t>
            </a:r>
          </a:p>
        </p:txBody>
      </p:sp>
      <p:sp>
        <p:nvSpPr>
          <p:cNvPr id="7" name="Rectangle 6"/>
          <p:cNvSpPr/>
          <p:nvPr/>
        </p:nvSpPr>
        <p:spPr>
          <a:xfrm>
            <a:off x="457200" y="2084831"/>
            <a:ext cx="2612898" cy="1737360"/>
          </a:xfrm>
          <a:prstGeom prst="rect">
            <a:avLst/>
          </a:prstGeom>
          <a:solidFill>
            <a:srgbClr val="F4F6F7"/>
          </a:solidFill>
          <a:ln>
            <a:noFill/>
          </a:ln>
          <a:effectLst/>
        </p:spPr>
        <p:txBody>
          <a:bodyPr rtlCol="0" anchor="ctr" wrap="square" lIns="0" rIns="0" tIns="0" bIns="0"/>
          <a:lstStyle/>
          <a:p>
            <a:pPr algn="ctr"/>
          </a:p>
        </p:txBody>
      </p:sp>
      <p:sp>
        <p:nvSpPr>
          <p:cNvPr id="8" name="TextBox 7"/>
          <p:cNvSpPr txBox="1"/>
          <p:nvPr/>
        </p:nvSpPr>
        <p:spPr>
          <a:xfrm>
            <a:off x="731520" y="2377440"/>
            <a:ext cx="2064257" cy="118872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PRODUCT</a:t>
            </a:r>
          </a:p>
          <a:p>
            <a:pPr>
              <a:lnSpc>
                <a:spcPct val="108000"/>
              </a:lnSpc>
              <a:spcBef>
                <a:spcPts val="1200"/>
              </a:spcBef>
              <a:spcAft>
                <a:spcPts val="0"/>
              </a:spcAft>
            </a:pPr>
            <a:r>
              <a:rPr sz="2000" b="1" i="0">
                <a:solidFill>
                  <a:srgbClr val="051C2C"/>
                </a:solidFill>
                <a:latin typeface="Segoe UI"/>
              </a:rPr>
              <a:t>Exhaust systems</a:t>
            </a:r>
          </a:p>
        </p:txBody>
      </p:sp>
      <p:sp>
        <p:nvSpPr>
          <p:cNvPr id="9" name="Rectangle 8"/>
          <p:cNvSpPr/>
          <p:nvPr/>
        </p:nvSpPr>
        <p:spPr>
          <a:xfrm>
            <a:off x="3344418" y="2084831"/>
            <a:ext cx="2612898" cy="1737360"/>
          </a:xfrm>
          <a:prstGeom prst="rect">
            <a:avLst/>
          </a:prstGeom>
          <a:solidFill>
            <a:srgbClr val="F4F6F7"/>
          </a:solidFill>
          <a:ln>
            <a:noFill/>
          </a:ln>
          <a:effectLst/>
        </p:spPr>
        <p:txBody>
          <a:bodyPr rtlCol="0" anchor="ctr" wrap="square" lIns="0" rIns="0" tIns="0" bIns="0"/>
          <a:lstStyle/>
          <a:p>
            <a:pPr algn="ctr"/>
          </a:p>
        </p:txBody>
      </p:sp>
      <p:sp>
        <p:nvSpPr>
          <p:cNvPr id="10" name="TextBox 9"/>
          <p:cNvSpPr txBox="1"/>
          <p:nvPr/>
        </p:nvSpPr>
        <p:spPr>
          <a:xfrm>
            <a:off x="3618738" y="2377440"/>
            <a:ext cx="2064257" cy="118872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PROCESS</a:t>
            </a:r>
          </a:p>
          <a:p>
            <a:pPr>
              <a:lnSpc>
                <a:spcPct val="108000"/>
              </a:lnSpc>
              <a:spcBef>
                <a:spcPts val="1200"/>
              </a:spcBef>
              <a:spcAft>
                <a:spcPts val="0"/>
              </a:spcAft>
            </a:pPr>
            <a:r>
              <a:rPr sz="2000" b="1" i="0">
                <a:solidFill>
                  <a:srgbClr val="051C2C"/>
                </a:solidFill>
                <a:latin typeface="Segoe UI"/>
              </a:rPr>
              <a:t>GMAW (MIG/MAG)</a:t>
            </a:r>
          </a:p>
        </p:txBody>
      </p:sp>
      <p:sp>
        <p:nvSpPr>
          <p:cNvPr id="11" name="Rectangle 10"/>
          <p:cNvSpPr/>
          <p:nvPr/>
        </p:nvSpPr>
        <p:spPr>
          <a:xfrm>
            <a:off x="6231636" y="2084831"/>
            <a:ext cx="2612898" cy="1737360"/>
          </a:xfrm>
          <a:prstGeom prst="rect">
            <a:avLst/>
          </a:prstGeom>
          <a:solidFill>
            <a:srgbClr val="F4F6F7"/>
          </a:solidFill>
          <a:ln>
            <a:noFill/>
          </a:ln>
          <a:effectLst/>
        </p:spPr>
        <p:txBody>
          <a:bodyPr rtlCol="0" anchor="ctr" wrap="square" lIns="0" rIns="0" tIns="0" bIns="0"/>
          <a:lstStyle/>
          <a:p>
            <a:pPr algn="ctr"/>
          </a:p>
        </p:txBody>
      </p:sp>
      <p:sp>
        <p:nvSpPr>
          <p:cNvPr id="12" name="TextBox 11"/>
          <p:cNvSpPr txBox="1"/>
          <p:nvPr/>
        </p:nvSpPr>
        <p:spPr>
          <a:xfrm>
            <a:off x="6505956" y="2377440"/>
            <a:ext cx="2064257" cy="118872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ROBOTS</a:t>
            </a:r>
          </a:p>
          <a:p>
            <a:pPr>
              <a:lnSpc>
                <a:spcPct val="108000"/>
              </a:lnSpc>
              <a:spcBef>
                <a:spcPts val="1200"/>
              </a:spcBef>
              <a:spcAft>
                <a:spcPts val="0"/>
              </a:spcAft>
            </a:pPr>
            <a:r>
              <a:rPr sz="2000" b="1" i="0">
                <a:solidFill>
                  <a:srgbClr val="051C2C"/>
                </a:solidFill>
                <a:latin typeface="Segoe UI"/>
              </a:rPr>
              <a:t>Yaskawa</a:t>
            </a:r>
          </a:p>
        </p:txBody>
      </p:sp>
      <p:sp>
        <p:nvSpPr>
          <p:cNvPr id="13" name="Rectangle 12"/>
          <p:cNvSpPr/>
          <p:nvPr/>
        </p:nvSpPr>
        <p:spPr>
          <a:xfrm>
            <a:off x="9118854" y="2084831"/>
            <a:ext cx="2612898" cy="1737360"/>
          </a:xfrm>
          <a:prstGeom prst="rect">
            <a:avLst/>
          </a:prstGeom>
          <a:solidFill>
            <a:srgbClr val="F4F6F7"/>
          </a:solidFill>
          <a:ln>
            <a:noFill/>
          </a:ln>
          <a:effectLst/>
        </p:spPr>
        <p:txBody>
          <a:bodyPr rtlCol="0" anchor="ctr" wrap="square" lIns="0" rIns="0" tIns="0" bIns="0"/>
          <a:lstStyle/>
          <a:p>
            <a:pPr algn="ctr"/>
          </a:p>
        </p:txBody>
      </p:sp>
      <p:sp>
        <p:nvSpPr>
          <p:cNvPr id="14" name="TextBox 13"/>
          <p:cNvSpPr txBox="1"/>
          <p:nvPr/>
        </p:nvSpPr>
        <p:spPr>
          <a:xfrm>
            <a:off x="9393174" y="2377440"/>
            <a:ext cx="2064257" cy="118872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EQUIPMENT</a:t>
            </a:r>
          </a:p>
          <a:p>
            <a:pPr>
              <a:lnSpc>
                <a:spcPct val="108000"/>
              </a:lnSpc>
              <a:spcBef>
                <a:spcPts val="1200"/>
              </a:spcBef>
              <a:spcAft>
                <a:spcPts val="0"/>
              </a:spcAft>
            </a:pPr>
            <a:r>
              <a:rPr sz="2000" b="1" i="0">
                <a:solidFill>
                  <a:srgbClr val="051C2C"/>
                </a:solidFill>
                <a:latin typeface="Segoe UI"/>
              </a:rPr>
              <a:t>SKS, Miller</a:t>
            </a:r>
          </a:p>
        </p:txBody>
      </p:sp>
      <p:pic>
        <p:nvPicPr>
          <p:cNvPr id="15" name="Picture 14" descr="producto.jpg"/>
          <p:cNvPicPr>
            <a:picLocks noChangeAspect="1"/>
          </p:cNvPicPr>
          <p:nvPr/>
        </p:nvPicPr>
        <p:blipFill>
          <a:blip r:embed="rId2"/>
          <a:stretch>
            <a:fillRect/>
          </a:stretch>
        </p:blipFill>
        <p:spPr>
          <a:xfrm>
            <a:off x="457200" y="4114800"/>
            <a:ext cx="5601298" cy="1783080"/>
          </a:xfrm>
          <a:prstGeom prst="rect">
            <a:avLst/>
          </a:prstGeom>
        </p:spPr>
      </p:pic>
      <p:sp>
        <p:nvSpPr>
          <p:cNvPr id="16" name="Rectangle 15"/>
          <p:cNvSpPr/>
          <p:nvPr/>
        </p:nvSpPr>
        <p:spPr>
          <a:xfrm>
            <a:off x="6144768" y="4114800"/>
            <a:ext cx="5586984" cy="1783080"/>
          </a:xfrm>
          <a:prstGeom prst="rect">
            <a:avLst/>
          </a:prstGeom>
          <a:solidFill>
            <a:srgbClr val="051C2C"/>
          </a:solidFill>
          <a:ln>
            <a:noFill/>
          </a:ln>
          <a:effectLst/>
        </p:spPr>
        <p:txBody>
          <a:bodyPr rtlCol="0" anchor="ctr" wrap="square" lIns="0" rIns="0" tIns="0" bIns="0"/>
          <a:lstStyle/>
          <a:p>
            <a:pPr algn="ctr"/>
          </a:p>
        </p:txBody>
      </p:sp>
      <p:sp>
        <p:nvSpPr>
          <p:cNvPr id="17" name="TextBox 16"/>
          <p:cNvSpPr txBox="1"/>
          <p:nvPr/>
        </p:nvSpPr>
        <p:spPr>
          <a:xfrm>
            <a:off x="6492240" y="4370832"/>
            <a:ext cx="4937760" cy="1280160"/>
          </a:xfrm>
          <a:prstGeom prst="rect">
            <a:avLst/>
          </a:prstGeom>
          <a:noFill/>
        </p:spPr>
        <p:txBody>
          <a:bodyPr wrap="square" lIns="0" rIns="0" tIns="0" bIns="0" anchor="ctr">
            <a:spAutoFit/>
          </a:bodyPr>
          <a:lstStyle/>
          <a:p>
            <a:pPr algn="l">
              <a:lnSpc>
                <a:spcPct val="114000"/>
              </a:lnSpc>
              <a:spcBef>
                <a:spcPts val="0"/>
              </a:spcBef>
              <a:spcAft>
                <a:spcPts val="0"/>
              </a:spcAft>
            </a:pPr>
            <a:r>
              <a:rPr sz="1900" b="1" i="0">
                <a:solidFill>
                  <a:srgbClr val="D5FB00"/>
                </a:solidFill>
                <a:latin typeface="Segoe UI"/>
              </a:rPr>
              <a:t>So I could not learn by waiting for a breakdown.</a:t>
            </a:r>
          </a:p>
          <a:p>
            <a:pPr>
              <a:spcBef>
                <a:spcPts val="1000"/>
              </a:spcBef>
              <a:spcAft>
                <a:spcPts val="0"/>
              </a:spcAft>
            </a:pPr>
            <a:r>
              <a:rPr sz="1300" b="0" i="0">
                <a:solidFill>
                  <a:srgbClr val="C6CDD1"/>
                </a:solidFill>
                <a:latin typeface="Segoe UI"/>
              </a:rPr>
              <a:t>My hours went wherever the work was.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5</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THE ILUO SKILL PATH</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Four levels, and half the hours are for teaching</a:t>
            </a:r>
          </a:p>
        </p:txBody>
      </p:sp>
      <p:sp>
        <p:nvSpPr>
          <p:cNvPr id="7" name="Rectangle 6"/>
          <p:cNvSpPr/>
          <p:nvPr/>
        </p:nvSpPr>
        <p:spPr>
          <a:xfrm>
            <a:off x="457200" y="2048256"/>
            <a:ext cx="2612898" cy="2798064"/>
          </a:xfrm>
          <a:prstGeom prst="rect">
            <a:avLst/>
          </a:prstGeom>
          <a:solidFill>
            <a:srgbClr val="051C2C"/>
          </a:solidFill>
          <a:ln>
            <a:noFill/>
          </a:ln>
          <a:effectLst/>
        </p:spPr>
        <p:txBody>
          <a:bodyPr rtlCol="0" anchor="ctr" wrap="square" lIns="0" rIns="0" tIns="0" bIns="0"/>
          <a:lstStyle/>
          <a:p>
            <a:pPr algn="ctr"/>
          </a:p>
        </p:txBody>
      </p:sp>
      <p:sp>
        <p:nvSpPr>
          <p:cNvPr id="8" name="!!iluo_I"/>
          <p:cNvSpPr/>
          <p:nvPr/>
        </p:nvSpPr>
        <p:spPr>
          <a:xfrm>
            <a:off x="731520" y="2340864"/>
            <a:ext cx="713232" cy="713232"/>
          </a:xfrm>
          <a:prstGeom prst="ellipse">
            <a:avLst/>
          </a:prstGeom>
          <a:solidFill>
            <a:srgbClr val="D5FB00"/>
          </a:solidFill>
          <a:ln>
            <a:noFill/>
          </a:ln>
          <a:effectLst/>
        </p:spPr>
        <p:txBody>
          <a:bodyPr rtlCol="0" anchor="ctr" wrap="square" lIns="0" rIns="0" tIns="0" bIns="0"/>
          <a:lstStyle/>
          <a:p>
            <a:pPr algn="ctr">
              <a:spcBef>
                <a:spcPts val="0"/>
              </a:spcBef>
              <a:spcAft>
                <a:spcPts val="0"/>
              </a:spcAft>
            </a:pPr>
            <a:r>
              <a:rPr sz="2800" b="1" i="0">
                <a:solidFill>
                  <a:srgbClr val="051C2C"/>
                </a:solidFill>
                <a:latin typeface="Segoe UI"/>
              </a:rPr>
              <a:t>I</a:t>
            </a:r>
          </a:p>
        </p:txBody>
      </p:sp>
      <p:sp>
        <p:nvSpPr>
          <p:cNvPr id="9" name="TextBox 8"/>
          <p:cNvSpPr txBox="1"/>
          <p:nvPr/>
        </p:nvSpPr>
        <p:spPr>
          <a:xfrm>
            <a:off x="731520" y="3346704"/>
            <a:ext cx="2064257" cy="1280160"/>
          </a:xfrm>
          <a:prstGeom prst="rect">
            <a:avLst/>
          </a:prstGeom>
          <a:noFill/>
        </p:spPr>
        <p:txBody>
          <a:bodyPr wrap="square" lIns="0" rIns="0" tIns="0" bIns="0" anchor="t">
            <a:spAutoFit/>
          </a:bodyPr>
          <a:lstStyle/>
          <a:p>
            <a:pPr algn="l">
              <a:spcBef>
                <a:spcPts val="0"/>
              </a:spcBef>
              <a:spcAft>
                <a:spcPts val="0"/>
              </a:spcAft>
            </a:pPr>
            <a:r>
              <a:rPr sz="1900" b="1" i="0">
                <a:solidFill>
                  <a:srgbClr val="FFFFFF"/>
                </a:solidFill>
                <a:latin typeface="Segoe UI"/>
              </a:rPr>
              <a:t>Instructed</a:t>
            </a:r>
          </a:p>
          <a:p>
            <a:pPr>
              <a:lnSpc>
                <a:spcPct val="115000"/>
              </a:lnSpc>
              <a:spcBef>
                <a:spcPts val="800"/>
              </a:spcBef>
              <a:spcAft>
                <a:spcPts val="0"/>
              </a:spcAft>
            </a:pPr>
            <a:r>
              <a:rPr sz="1350" b="0" i="0">
                <a:solidFill>
                  <a:srgbClr val="C6CDD1"/>
                </a:solidFill>
                <a:latin typeface="Segoe UI"/>
              </a:rPr>
              <a:t>I know the theory</a:t>
            </a:r>
          </a:p>
          <a:p>
            <a:pPr>
              <a:spcBef>
                <a:spcPts val="1600"/>
              </a:spcBef>
              <a:spcAft>
                <a:spcPts val="0"/>
              </a:spcAft>
            </a:pPr>
            <a:r>
              <a:rPr sz="1300" b="1" i="0">
                <a:solidFill>
                  <a:srgbClr val="D5FB00"/>
                </a:solidFill>
                <a:latin typeface="Segoe UI"/>
              </a:rPr>
              <a:t>9 skills · 4 h</a:t>
            </a:r>
          </a:p>
        </p:txBody>
      </p:sp>
      <p:sp>
        <p:nvSpPr>
          <p:cNvPr id="10" name="Chevron 9"/>
          <p:cNvSpPr/>
          <p:nvPr/>
        </p:nvSpPr>
        <p:spPr>
          <a:xfrm>
            <a:off x="3106674" y="3529584"/>
            <a:ext cx="201168" cy="201168"/>
          </a:xfrm>
          <a:prstGeom prst="chevron">
            <a:avLst/>
          </a:prstGeom>
          <a:solidFill>
            <a:srgbClr val="D5FB00"/>
          </a:solidFill>
          <a:ln>
            <a:noFill/>
          </a:ln>
          <a:effectLst/>
        </p:spPr>
        <p:txBody>
          <a:bodyPr rtlCol="0" anchor="ctr" wrap="square" lIns="0" rIns="0" tIns="0" bIns="0"/>
          <a:lstStyle/>
          <a:p>
            <a:pPr algn="ctr"/>
          </a:p>
        </p:txBody>
      </p:sp>
      <p:sp>
        <p:nvSpPr>
          <p:cNvPr id="11" name="Rectangle 10"/>
          <p:cNvSpPr/>
          <p:nvPr/>
        </p:nvSpPr>
        <p:spPr>
          <a:xfrm>
            <a:off x="3344418" y="2048256"/>
            <a:ext cx="2612898" cy="2798064"/>
          </a:xfrm>
          <a:prstGeom prst="rect">
            <a:avLst/>
          </a:prstGeom>
          <a:solidFill>
            <a:srgbClr val="051C2C"/>
          </a:solidFill>
          <a:ln>
            <a:noFill/>
          </a:ln>
          <a:effectLst/>
        </p:spPr>
        <p:txBody>
          <a:bodyPr rtlCol="0" anchor="ctr" wrap="square" lIns="0" rIns="0" tIns="0" bIns="0"/>
          <a:lstStyle/>
          <a:p>
            <a:pPr algn="ctr"/>
          </a:p>
        </p:txBody>
      </p:sp>
      <p:sp>
        <p:nvSpPr>
          <p:cNvPr id="12" name="!!iluo_L"/>
          <p:cNvSpPr/>
          <p:nvPr/>
        </p:nvSpPr>
        <p:spPr>
          <a:xfrm>
            <a:off x="3618738" y="2340864"/>
            <a:ext cx="713232" cy="713232"/>
          </a:xfrm>
          <a:prstGeom prst="ellipse">
            <a:avLst/>
          </a:prstGeom>
          <a:solidFill>
            <a:srgbClr val="D5FB00"/>
          </a:solidFill>
          <a:ln>
            <a:noFill/>
          </a:ln>
          <a:effectLst/>
        </p:spPr>
        <p:txBody>
          <a:bodyPr rtlCol="0" anchor="ctr" wrap="square" lIns="0" rIns="0" tIns="0" bIns="0"/>
          <a:lstStyle/>
          <a:p>
            <a:pPr algn="ctr">
              <a:spcBef>
                <a:spcPts val="0"/>
              </a:spcBef>
              <a:spcAft>
                <a:spcPts val="0"/>
              </a:spcAft>
            </a:pPr>
            <a:r>
              <a:rPr sz="2800" b="1" i="0">
                <a:solidFill>
                  <a:srgbClr val="051C2C"/>
                </a:solidFill>
                <a:latin typeface="Segoe UI"/>
              </a:rPr>
              <a:t>L</a:t>
            </a:r>
          </a:p>
        </p:txBody>
      </p:sp>
      <p:sp>
        <p:nvSpPr>
          <p:cNvPr id="13" name="TextBox 12"/>
          <p:cNvSpPr txBox="1"/>
          <p:nvPr/>
        </p:nvSpPr>
        <p:spPr>
          <a:xfrm>
            <a:off x="3618738" y="3346704"/>
            <a:ext cx="2064257" cy="1280160"/>
          </a:xfrm>
          <a:prstGeom prst="rect">
            <a:avLst/>
          </a:prstGeom>
          <a:noFill/>
        </p:spPr>
        <p:txBody>
          <a:bodyPr wrap="square" lIns="0" rIns="0" tIns="0" bIns="0" anchor="t">
            <a:spAutoFit/>
          </a:bodyPr>
          <a:lstStyle/>
          <a:p>
            <a:pPr algn="l">
              <a:spcBef>
                <a:spcPts val="0"/>
              </a:spcBef>
              <a:spcAft>
                <a:spcPts val="0"/>
              </a:spcAft>
            </a:pPr>
            <a:r>
              <a:rPr sz="1900" b="1" i="0">
                <a:solidFill>
                  <a:srgbClr val="FFFFFF"/>
                </a:solidFill>
                <a:latin typeface="Segoe UI"/>
              </a:rPr>
              <a:t>Learning</a:t>
            </a:r>
          </a:p>
          <a:p>
            <a:pPr>
              <a:lnSpc>
                <a:spcPct val="115000"/>
              </a:lnSpc>
              <a:spcBef>
                <a:spcPts val="800"/>
              </a:spcBef>
              <a:spcAft>
                <a:spcPts val="0"/>
              </a:spcAft>
            </a:pPr>
            <a:r>
              <a:rPr sz="1350" b="0" i="0">
                <a:solidFill>
                  <a:srgbClr val="C6CDD1"/>
                </a:solidFill>
                <a:latin typeface="Segoe UI"/>
              </a:rPr>
              <a:t>I do it with support</a:t>
            </a:r>
          </a:p>
          <a:p>
            <a:pPr>
              <a:spcBef>
                <a:spcPts val="1600"/>
              </a:spcBef>
              <a:spcAft>
                <a:spcPts val="0"/>
              </a:spcAft>
            </a:pPr>
            <a:r>
              <a:rPr sz="1300" b="1" i="0">
                <a:solidFill>
                  <a:srgbClr val="D5FB00"/>
                </a:solidFill>
                <a:latin typeface="Segoe UI"/>
              </a:rPr>
              <a:t>5 skills · 8 h</a:t>
            </a:r>
          </a:p>
        </p:txBody>
      </p:sp>
      <p:sp>
        <p:nvSpPr>
          <p:cNvPr id="14" name="Chevron 13"/>
          <p:cNvSpPr/>
          <p:nvPr/>
        </p:nvSpPr>
        <p:spPr>
          <a:xfrm>
            <a:off x="5993892" y="3529584"/>
            <a:ext cx="201168" cy="201168"/>
          </a:xfrm>
          <a:prstGeom prst="chevron">
            <a:avLst/>
          </a:prstGeom>
          <a:solidFill>
            <a:srgbClr val="D5FB00"/>
          </a:solidFill>
          <a:ln>
            <a:noFill/>
          </a:ln>
          <a:effectLst/>
        </p:spPr>
        <p:txBody>
          <a:bodyPr rtlCol="0" anchor="ctr" wrap="square" lIns="0" rIns="0" tIns="0" bIns="0"/>
          <a:lstStyle/>
          <a:p>
            <a:pPr algn="ctr"/>
          </a:p>
        </p:txBody>
      </p:sp>
      <p:sp>
        <p:nvSpPr>
          <p:cNvPr id="15" name="Rectangle 14"/>
          <p:cNvSpPr/>
          <p:nvPr/>
        </p:nvSpPr>
        <p:spPr>
          <a:xfrm>
            <a:off x="6231636" y="2048256"/>
            <a:ext cx="2612898" cy="2798064"/>
          </a:xfrm>
          <a:prstGeom prst="rect">
            <a:avLst/>
          </a:prstGeom>
          <a:solidFill>
            <a:srgbClr val="051C2C"/>
          </a:solidFill>
          <a:ln>
            <a:noFill/>
          </a:ln>
          <a:effectLst/>
        </p:spPr>
        <p:txBody>
          <a:bodyPr rtlCol="0" anchor="ctr" wrap="square" lIns="0" rIns="0" tIns="0" bIns="0"/>
          <a:lstStyle/>
          <a:p>
            <a:pPr algn="ctr"/>
          </a:p>
        </p:txBody>
      </p:sp>
      <p:sp>
        <p:nvSpPr>
          <p:cNvPr id="16" name="!!iluo_U"/>
          <p:cNvSpPr/>
          <p:nvPr/>
        </p:nvSpPr>
        <p:spPr>
          <a:xfrm>
            <a:off x="6505956" y="2340864"/>
            <a:ext cx="713232" cy="713232"/>
          </a:xfrm>
          <a:prstGeom prst="ellipse">
            <a:avLst/>
          </a:prstGeom>
          <a:solidFill>
            <a:srgbClr val="D5FB00"/>
          </a:solidFill>
          <a:ln>
            <a:noFill/>
          </a:ln>
          <a:effectLst/>
        </p:spPr>
        <p:txBody>
          <a:bodyPr rtlCol="0" anchor="ctr" wrap="square" lIns="0" rIns="0" tIns="0" bIns="0"/>
          <a:lstStyle/>
          <a:p>
            <a:pPr algn="ctr">
              <a:spcBef>
                <a:spcPts val="0"/>
              </a:spcBef>
              <a:spcAft>
                <a:spcPts val="0"/>
              </a:spcAft>
            </a:pPr>
            <a:r>
              <a:rPr sz="2800" b="1" i="0">
                <a:solidFill>
                  <a:srgbClr val="051C2C"/>
                </a:solidFill>
                <a:latin typeface="Segoe UI"/>
              </a:rPr>
              <a:t>U</a:t>
            </a:r>
          </a:p>
        </p:txBody>
      </p:sp>
      <p:sp>
        <p:nvSpPr>
          <p:cNvPr id="17" name="TextBox 16"/>
          <p:cNvSpPr txBox="1"/>
          <p:nvPr/>
        </p:nvSpPr>
        <p:spPr>
          <a:xfrm>
            <a:off x="6505956" y="3346704"/>
            <a:ext cx="2064257" cy="1280160"/>
          </a:xfrm>
          <a:prstGeom prst="rect">
            <a:avLst/>
          </a:prstGeom>
          <a:noFill/>
        </p:spPr>
        <p:txBody>
          <a:bodyPr wrap="square" lIns="0" rIns="0" tIns="0" bIns="0" anchor="t">
            <a:spAutoFit/>
          </a:bodyPr>
          <a:lstStyle/>
          <a:p>
            <a:pPr algn="l">
              <a:spcBef>
                <a:spcPts val="0"/>
              </a:spcBef>
              <a:spcAft>
                <a:spcPts val="0"/>
              </a:spcAft>
            </a:pPr>
            <a:r>
              <a:rPr sz="1900" b="1" i="0">
                <a:solidFill>
                  <a:srgbClr val="FFFFFF"/>
                </a:solidFill>
                <a:latin typeface="Segoe UI"/>
              </a:rPr>
              <a:t>Uses</a:t>
            </a:r>
          </a:p>
          <a:p>
            <a:pPr>
              <a:lnSpc>
                <a:spcPct val="115000"/>
              </a:lnSpc>
              <a:spcBef>
                <a:spcPts val="800"/>
              </a:spcBef>
              <a:spcAft>
                <a:spcPts val="0"/>
              </a:spcAft>
            </a:pPr>
            <a:r>
              <a:rPr sz="1350" b="0" i="0">
                <a:solidFill>
                  <a:srgbClr val="C6CDD1"/>
                </a:solidFill>
                <a:latin typeface="Segoe UI"/>
              </a:rPr>
              <a:t>I do it on my own</a:t>
            </a:r>
          </a:p>
          <a:p>
            <a:pPr>
              <a:spcBef>
                <a:spcPts val="1600"/>
              </a:spcBef>
              <a:spcAft>
                <a:spcPts val="0"/>
              </a:spcAft>
            </a:pPr>
            <a:r>
              <a:rPr sz="1300" b="1" i="0">
                <a:solidFill>
                  <a:srgbClr val="D5FB00"/>
                </a:solidFill>
                <a:latin typeface="Segoe UI"/>
              </a:rPr>
              <a:t>3 skills · 8 h</a:t>
            </a:r>
          </a:p>
        </p:txBody>
      </p:sp>
      <p:sp>
        <p:nvSpPr>
          <p:cNvPr id="18" name="Chevron 17"/>
          <p:cNvSpPr/>
          <p:nvPr/>
        </p:nvSpPr>
        <p:spPr>
          <a:xfrm>
            <a:off x="8881109" y="3529584"/>
            <a:ext cx="201168" cy="201168"/>
          </a:xfrm>
          <a:prstGeom prst="chevron">
            <a:avLst/>
          </a:prstGeom>
          <a:solidFill>
            <a:srgbClr val="D5FB00"/>
          </a:solidFill>
          <a:ln>
            <a:noFill/>
          </a:ln>
          <a:effectLst/>
        </p:spPr>
        <p:txBody>
          <a:bodyPr rtlCol="0" anchor="ctr" wrap="square" lIns="0" rIns="0" tIns="0" bIns="0"/>
          <a:lstStyle/>
          <a:p>
            <a:pPr algn="ctr"/>
          </a:p>
        </p:txBody>
      </p:sp>
      <p:sp>
        <p:nvSpPr>
          <p:cNvPr id="19" name="Rectangle 18"/>
          <p:cNvSpPr/>
          <p:nvPr/>
        </p:nvSpPr>
        <p:spPr>
          <a:xfrm>
            <a:off x="9118854" y="2048256"/>
            <a:ext cx="2612898" cy="2798064"/>
          </a:xfrm>
          <a:prstGeom prst="rect">
            <a:avLst/>
          </a:prstGeom>
          <a:solidFill>
            <a:srgbClr val="051C2C"/>
          </a:solidFill>
          <a:ln>
            <a:noFill/>
          </a:ln>
          <a:effectLst/>
        </p:spPr>
        <p:txBody>
          <a:bodyPr rtlCol="0" anchor="ctr" wrap="square" lIns="0" rIns="0" tIns="0" bIns="0"/>
          <a:lstStyle/>
          <a:p>
            <a:pPr algn="ctr"/>
          </a:p>
        </p:txBody>
      </p:sp>
      <p:sp>
        <p:nvSpPr>
          <p:cNvPr id="20" name="!!iluo_O"/>
          <p:cNvSpPr/>
          <p:nvPr/>
        </p:nvSpPr>
        <p:spPr>
          <a:xfrm>
            <a:off x="9393174" y="2340864"/>
            <a:ext cx="713232" cy="713232"/>
          </a:xfrm>
          <a:prstGeom prst="ellipse">
            <a:avLst/>
          </a:prstGeom>
          <a:solidFill>
            <a:srgbClr val="D5FB00"/>
          </a:solidFill>
          <a:ln>
            <a:noFill/>
          </a:ln>
          <a:effectLst/>
        </p:spPr>
        <p:txBody>
          <a:bodyPr rtlCol="0" anchor="ctr" wrap="square" lIns="0" rIns="0" tIns="0" bIns="0"/>
          <a:lstStyle/>
          <a:p>
            <a:pPr algn="ctr">
              <a:spcBef>
                <a:spcPts val="0"/>
              </a:spcBef>
              <a:spcAft>
                <a:spcPts val="0"/>
              </a:spcAft>
            </a:pPr>
            <a:r>
              <a:rPr sz="2800" b="1" i="0">
                <a:solidFill>
                  <a:srgbClr val="051C2C"/>
                </a:solidFill>
                <a:latin typeface="Segoe UI"/>
              </a:rPr>
              <a:t>O</a:t>
            </a:r>
          </a:p>
        </p:txBody>
      </p:sp>
      <p:sp>
        <p:nvSpPr>
          <p:cNvPr id="21" name="TextBox 20"/>
          <p:cNvSpPr txBox="1"/>
          <p:nvPr/>
        </p:nvSpPr>
        <p:spPr>
          <a:xfrm>
            <a:off x="9393174" y="3346704"/>
            <a:ext cx="2064257" cy="1280160"/>
          </a:xfrm>
          <a:prstGeom prst="rect">
            <a:avLst/>
          </a:prstGeom>
          <a:noFill/>
        </p:spPr>
        <p:txBody>
          <a:bodyPr wrap="square" lIns="0" rIns="0" tIns="0" bIns="0" anchor="t">
            <a:spAutoFit/>
          </a:bodyPr>
          <a:lstStyle/>
          <a:p>
            <a:pPr algn="l">
              <a:spcBef>
                <a:spcPts val="0"/>
              </a:spcBef>
              <a:spcAft>
                <a:spcPts val="0"/>
              </a:spcAft>
            </a:pPr>
            <a:r>
              <a:rPr sz="1900" b="1" i="0">
                <a:solidFill>
                  <a:srgbClr val="FFFFFF"/>
                </a:solidFill>
                <a:latin typeface="Segoe UI"/>
              </a:rPr>
              <a:t>Others</a:t>
            </a:r>
          </a:p>
          <a:p>
            <a:pPr>
              <a:lnSpc>
                <a:spcPct val="115000"/>
              </a:lnSpc>
              <a:spcBef>
                <a:spcPts val="800"/>
              </a:spcBef>
              <a:spcAft>
                <a:spcPts val="0"/>
              </a:spcAft>
            </a:pPr>
            <a:r>
              <a:rPr sz="1350" b="0" i="0">
                <a:solidFill>
                  <a:srgbClr val="C6CDD1"/>
                </a:solidFill>
                <a:latin typeface="Segoe UI"/>
              </a:rPr>
              <a:t>I teach it and improve it</a:t>
            </a:r>
          </a:p>
          <a:p>
            <a:pPr>
              <a:spcBef>
                <a:spcPts val="1600"/>
              </a:spcBef>
              <a:spcAft>
                <a:spcPts val="0"/>
              </a:spcAft>
            </a:pPr>
            <a:r>
              <a:rPr sz="1300" b="1" i="0">
                <a:solidFill>
                  <a:srgbClr val="D5FB00"/>
                </a:solidFill>
                <a:latin typeface="Segoe UI"/>
              </a:rPr>
              <a:t>6 skills · 20 h</a:t>
            </a:r>
          </a:p>
        </p:txBody>
      </p:sp>
      <p:sp>
        <p:nvSpPr>
          <p:cNvPr id="22" name="TextBox 21"/>
          <p:cNvSpPr txBox="1"/>
          <p:nvPr/>
        </p:nvSpPr>
        <p:spPr>
          <a:xfrm>
            <a:off x="457200" y="5175504"/>
            <a:ext cx="11274552" cy="457200"/>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6E7C87"/>
                </a:solidFill>
                <a:latin typeface="Segoe UI"/>
              </a:rPr>
              <a:t>Every level has its own gate: a written exam, a validation on the floor, a practical exam, an implementation review.</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6</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LEVEL I IN DETAIL</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Nine topics, one exam, one passing mark</a:t>
            </a:r>
          </a:p>
        </p:txBody>
      </p:sp>
      <p:sp>
        <p:nvSpPr>
          <p:cNvPr id="7" name="TextBox 6"/>
          <p:cNvSpPr txBox="1"/>
          <p:nvPr/>
        </p:nvSpPr>
        <p:spPr>
          <a:xfrm>
            <a:off x="457200" y="1481328"/>
            <a:ext cx="10607040" cy="310896"/>
          </a:xfrm>
          <a:prstGeom prst="rect">
            <a:avLst/>
          </a:prstGeom>
          <a:noFill/>
        </p:spPr>
        <p:txBody>
          <a:bodyPr wrap="square" lIns="0" rIns="0" tIns="0" bIns="0" anchor="t">
            <a:spAutoFit/>
          </a:bodyPr>
          <a:lstStyle/>
          <a:p>
            <a:pPr algn="l">
              <a:spcBef>
                <a:spcPts val="0"/>
              </a:spcBef>
              <a:spcAft>
                <a:spcPts val="0"/>
              </a:spcAft>
            </a:pPr>
            <a:r>
              <a:rPr sz="1300" b="0" i="0">
                <a:solidFill>
                  <a:srgbClr val="6E7C87"/>
                </a:solidFill>
                <a:latin typeface="Segoe UI"/>
              </a:rPr>
              <a:t>4 hours  ·  written exam  ·  minimum 8.0</a:t>
            </a:r>
          </a:p>
        </p:txBody>
      </p:sp>
      <p:sp>
        <p:nvSpPr>
          <p:cNvPr id="8" name="!!iluo_I"/>
          <p:cNvSpPr/>
          <p:nvPr/>
        </p:nvSpPr>
        <p:spPr>
          <a:xfrm>
            <a:off x="10927080" y="786384"/>
            <a:ext cx="804672" cy="804672"/>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3200" b="1" i="0">
                <a:solidFill>
                  <a:srgbClr val="D5FB00"/>
                </a:solidFill>
                <a:latin typeface="Segoe UI"/>
              </a:rPr>
              <a:t>I</a:t>
            </a:r>
          </a:p>
        </p:txBody>
      </p:sp>
      <p:sp>
        <p:nvSpPr>
          <p:cNvPr id="9" name="Rectangle 8"/>
          <p:cNvSpPr/>
          <p:nvPr/>
        </p:nvSpPr>
        <p:spPr>
          <a:xfrm>
            <a:off x="457200" y="2103120"/>
            <a:ext cx="3611880" cy="1170432"/>
          </a:xfrm>
          <a:prstGeom prst="rect">
            <a:avLst/>
          </a:prstGeom>
          <a:solidFill>
            <a:srgbClr val="F4F6F7"/>
          </a:solidFill>
          <a:ln>
            <a:noFill/>
          </a:ln>
          <a:effectLst/>
        </p:spPr>
        <p:txBody>
          <a:bodyPr rtlCol="0" anchor="ctr" wrap="square" lIns="0" rIns="0" tIns="0" bIns="0"/>
          <a:lstStyle/>
          <a:p>
            <a:pPr algn="ctr"/>
          </a:p>
        </p:txBody>
      </p:sp>
      <p:sp>
        <p:nvSpPr>
          <p:cNvPr id="10" name="TextBox 9"/>
          <p:cNvSpPr txBox="1"/>
          <p:nvPr/>
        </p:nvSpPr>
        <p:spPr>
          <a:xfrm>
            <a:off x="749808" y="2286000"/>
            <a:ext cx="3026664" cy="822960"/>
          </a:xfrm>
          <a:prstGeom prst="rect">
            <a:avLst/>
          </a:prstGeom>
          <a:noFill/>
        </p:spPr>
        <p:txBody>
          <a:bodyPr wrap="square" lIns="0" rIns="0" tIns="0" bIns="0" anchor="t">
            <a:spAutoFit/>
          </a:bodyPr>
          <a:lstStyle/>
          <a:p>
            <a:pPr algn="l">
              <a:spcBef>
                <a:spcPts val="0"/>
              </a:spcBef>
              <a:spcAft>
                <a:spcPts val="0"/>
              </a:spcAft>
            </a:pPr>
            <a:r>
              <a:rPr sz="1500" b="1" i="0">
                <a:solidFill>
                  <a:srgbClr val="0033A0"/>
                </a:solidFill>
                <a:latin typeface="Segoe UI"/>
              </a:rPr>
              <a:t>01</a:t>
            </a:r>
          </a:p>
          <a:p>
            <a:pPr>
              <a:lnSpc>
                <a:spcPct val="112000"/>
              </a:lnSpc>
              <a:spcBef>
                <a:spcPts val="600"/>
              </a:spcBef>
              <a:spcAft>
                <a:spcPts val="0"/>
              </a:spcAft>
            </a:pPr>
            <a:r>
              <a:rPr sz="1600" b="1" i="0">
                <a:solidFill>
                  <a:srgbClr val="051C2C"/>
                </a:solidFill>
                <a:latin typeface="Segoe UI"/>
              </a:rPr>
              <a:t>Welding safety</a:t>
            </a:r>
          </a:p>
        </p:txBody>
      </p:sp>
      <p:sp>
        <p:nvSpPr>
          <p:cNvPr id="11" name="Rectangle 10"/>
          <p:cNvSpPr/>
          <p:nvPr/>
        </p:nvSpPr>
        <p:spPr>
          <a:xfrm>
            <a:off x="4288536" y="2103120"/>
            <a:ext cx="3611880" cy="1170432"/>
          </a:xfrm>
          <a:prstGeom prst="rect">
            <a:avLst/>
          </a:prstGeom>
          <a:solidFill>
            <a:srgbClr val="F4F6F7"/>
          </a:solidFill>
          <a:ln>
            <a:noFill/>
          </a:ln>
          <a:effectLst/>
        </p:spPr>
        <p:txBody>
          <a:bodyPr rtlCol="0" anchor="ctr" wrap="square" lIns="0" rIns="0" tIns="0" bIns="0"/>
          <a:lstStyle/>
          <a:p>
            <a:pPr algn="ctr"/>
          </a:p>
        </p:txBody>
      </p:sp>
      <p:sp>
        <p:nvSpPr>
          <p:cNvPr id="12" name="TextBox 11"/>
          <p:cNvSpPr txBox="1"/>
          <p:nvPr/>
        </p:nvSpPr>
        <p:spPr>
          <a:xfrm>
            <a:off x="4581144" y="2286000"/>
            <a:ext cx="3026664" cy="822960"/>
          </a:xfrm>
          <a:prstGeom prst="rect">
            <a:avLst/>
          </a:prstGeom>
          <a:noFill/>
        </p:spPr>
        <p:txBody>
          <a:bodyPr wrap="square" lIns="0" rIns="0" tIns="0" bIns="0" anchor="t">
            <a:spAutoFit/>
          </a:bodyPr>
          <a:lstStyle/>
          <a:p>
            <a:pPr algn="l">
              <a:spcBef>
                <a:spcPts val="0"/>
              </a:spcBef>
              <a:spcAft>
                <a:spcPts val="0"/>
              </a:spcAft>
            </a:pPr>
            <a:r>
              <a:rPr sz="1500" b="1" i="0">
                <a:solidFill>
                  <a:srgbClr val="0033A0"/>
                </a:solidFill>
                <a:latin typeface="Segoe UI"/>
              </a:rPr>
              <a:t>02</a:t>
            </a:r>
          </a:p>
          <a:p>
            <a:pPr>
              <a:lnSpc>
                <a:spcPct val="112000"/>
              </a:lnSpc>
              <a:spcBef>
                <a:spcPts val="600"/>
              </a:spcBef>
              <a:spcAft>
                <a:spcPts val="0"/>
              </a:spcAft>
            </a:pPr>
            <a:r>
              <a:rPr sz="1600" b="1" i="0">
                <a:solidFill>
                  <a:srgbClr val="051C2C"/>
                </a:solidFill>
                <a:latin typeface="Segoe UI"/>
              </a:rPr>
              <a:t>GMAW equipment</a:t>
            </a:r>
          </a:p>
        </p:txBody>
      </p:sp>
      <p:sp>
        <p:nvSpPr>
          <p:cNvPr id="13" name="Rectangle 12"/>
          <p:cNvSpPr/>
          <p:nvPr/>
        </p:nvSpPr>
        <p:spPr>
          <a:xfrm>
            <a:off x="8119872" y="2103120"/>
            <a:ext cx="3611880" cy="1170432"/>
          </a:xfrm>
          <a:prstGeom prst="rect">
            <a:avLst/>
          </a:prstGeom>
          <a:solidFill>
            <a:srgbClr val="F4F6F7"/>
          </a:solidFill>
          <a:ln>
            <a:noFill/>
          </a:ln>
          <a:effectLst/>
        </p:spPr>
        <p:txBody>
          <a:bodyPr rtlCol="0" anchor="ctr" wrap="square" lIns="0" rIns="0" tIns="0" bIns="0"/>
          <a:lstStyle/>
          <a:p>
            <a:pPr algn="ctr"/>
          </a:p>
        </p:txBody>
      </p:sp>
      <p:sp>
        <p:nvSpPr>
          <p:cNvPr id="14" name="TextBox 13"/>
          <p:cNvSpPr txBox="1"/>
          <p:nvPr/>
        </p:nvSpPr>
        <p:spPr>
          <a:xfrm>
            <a:off x="8412480" y="2286000"/>
            <a:ext cx="3026664" cy="822960"/>
          </a:xfrm>
          <a:prstGeom prst="rect">
            <a:avLst/>
          </a:prstGeom>
          <a:noFill/>
        </p:spPr>
        <p:txBody>
          <a:bodyPr wrap="square" lIns="0" rIns="0" tIns="0" bIns="0" anchor="t">
            <a:spAutoFit/>
          </a:bodyPr>
          <a:lstStyle/>
          <a:p>
            <a:pPr algn="l">
              <a:spcBef>
                <a:spcPts val="0"/>
              </a:spcBef>
              <a:spcAft>
                <a:spcPts val="0"/>
              </a:spcAft>
            </a:pPr>
            <a:r>
              <a:rPr sz="1500" b="1" i="0">
                <a:solidFill>
                  <a:srgbClr val="0033A0"/>
                </a:solidFill>
                <a:latin typeface="Segoe UI"/>
              </a:rPr>
              <a:t>03</a:t>
            </a:r>
          </a:p>
          <a:p>
            <a:pPr>
              <a:lnSpc>
                <a:spcPct val="112000"/>
              </a:lnSpc>
              <a:spcBef>
                <a:spcPts val="600"/>
              </a:spcBef>
              <a:spcAft>
                <a:spcPts val="0"/>
              </a:spcAft>
            </a:pPr>
            <a:r>
              <a:rPr sz="1600" b="1" i="0">
                <a:solidFill>
                  <a:srgbClr val="051C2C"/>
                </a:solidFill>
                <a:latin typeface="Segoe UI"/>
              </a:rPr>
              <a:t>Metal transfer modes</a:t>
            </a:r>
          </a:p>
        </p:txBody>
      </p:sp>
      <p:sp>
        <p:nvSpPr>
          <p:cNvPr id="15" name="Rectangle 14"/>
          <p:cNvSpPr/>
          <p:nvPr/>
        </p:nvSpPr>
        <p:spPr>
          <a:xfrm>
            <a:off x="457200" y="3438144"/>
            <a:ext cx="3611880" cy="1170432"/>
          </a:xfrm>
          <a:prstGeom prst="rect">
            <a:avLst/>
          </a:prstGeom>
          <a:solidFill>
            <a:srgbClr val="F4F6F7"/>
          </a:solidFill>
          <a:ln>
            <a:noFill/>
          </a:ln>
          <a:effectLst/>
        </p:spPr>
        <p:txBody>
          <a:bodyPr rtlCol="0" anchor="ctr" wrap="square" lIns="0" rIns="0" tIns="0" bIns="0"/>
          <a:lstStyle/>
          <a:p>
            <a:pPr algn="ctr"/>
          </a:p>
        </p:txBody>
      </p:sp>
      <p:sp>
        <p:nvSpPr>
          <p:cNvPr id="16" name="TextBox 15"/>
          <p:cNvSpPr txBox="1"/>
          <p:nvPr/>
        </p:nvSpPr>
        <p:spPr>
          <a:xfrm>
            <a:off x="749808" y="3621024"/>
            <a:ext cx="3026664" cy="822960"/>
          </a:xfrm>
          <a:prstGeom prst="rect">
            <a:avLst/>
          </a:prstGeom>
          <a:noFill/>
        </p:spPr>
        <p:txBody>
          <a:bodyPr wrap="square" lIns="0" rIns="0" tIns="0" bIns="0" anchor="t">
            <a:spAutoFit/>
          </a:bodyPr>
          <a:lstStyle/>
          <a:p>
            <a:pPr algn="l">
              <a:spcBef>
                <a:spcPts val="0"/>
              </a:spcBef>
              <a:spcAft>
                <a:spcPts val="0"/>
              </a:spcAft>
            </a:pPr>
            <a:r>
              <a:rPr sz="1500" b="1" i="0">
                <a:solidFill>
                  <a:srgbClr val="0033A0"/>
                </a:solidFill>
                <a:latin typeface="Segoe UI"/>
              </a:rPr>
              <a:t>04</a:t>
            </a:r>
          </a:p>
          <a:p>
            <a:pPr>
              <a:lnSpc>
                <a:spcPct val="112000"/>
              </a:lnSpc>
              <a:spcBef>
                <a:spcPts val="600"/>
              </a:spcBef>
              <a:spcAft>
                <a:spcPts val="0"/>
              </a:spcAft>
            </a:pPr>
            <a:r>
              <a:rPr sz="1600" b="1" i="0">
                <a:solidFill>
                  <a:srgbClr val="051C2C"/>
                </a:solidFill>
                <a:latin typeface="Segoe UI"/>
              </a:rPr>
              <a:t>Process variables</a:t>
            </a:r>
          </a:p>
        </p:txBody>
      </p:sp>
      <p:sp>
        <p:nvSpPr>
          <p:cNvPr id="17" name="Rectangle 16"/>
          <p:cNvSpPr/>
          <p:nvPr/>
        </p:nvSpPr>
        <p:spPr>
          <a:xfrm>
            <a:off x="4288536" y="3438144"/>
            <a:ext cx="3611880" cy="1170432"/>
          </a:xfrm>
          <a:prstGeom prst="rect">
            <a:avLst/>
          </a:prstGeom>
          <a:solidFill>
            <a:srgbClr val="F4F6F7"/>
          </a:solidFill>
          <a:ln>
            <a:noFill/>
          </a:ln>
          <a:effectLst/>
        </p:spPr>
        <p:txBody>
          <a:bodyPr rtlCol="0" anchor="ctr" wrap="square" lIns="0" rIns="0" tIns="0" bIns="0"/>
          <a:lstStyle/>
          <a:p>
            <a:pPr algn="ctr"/>
          </a:p>
        </p:txBody>
      </p:sp>
      <p:sp>
        <p:nvSpPr>
          <p:cNvPr id="18" name="TextBox 17"/>
          <p:cNvSpPr txBox="1"/>
          <p:nvPr/>
        </p:nvSpPr>
        <p:spPr>
          <a:xfrm>
            <a:off x="4581144" y="3621024"/>
            <a:ext cx="3026664" cy="822960"/>
          </a:xfrm>
          <a:prstGeom prst="rect">
            <a:avLst/>
          </a:prstGeom>
          <a:noFill/>
        </p:spPr>
        <p:txBody>
          <a:bodyPr wrap="square" lIns="0" rIns="0" tIns="0" bIns="0" anchor="t">
            <a:spAutoFit/>
          </a:bodyPr>
          <a:lstStyle/>
          <a:p>
            <a:pPr algn="l">
              <a:spcBef>
                <a:spcPts val="0"/>
              </a:spcBef>
              <a:spcAft>
                <a:spcPts val="0"/>
              </a:spcAft>
            </a:pPr>
            <a:r>
              <a:rPr sz="1500" b="1" i="0">
                <a:solidFill>
                  <a:srgbClr val="0033A0"/>
                </a:solidFill>
                <a:latin typeface="Segoe UI"/>
              </a:rPr>
              <a:t>05</a:t>
            </a:r>
          </a:p>
          <a:p>
            <a:pPr>
              <a:lnSpc>
                <a:spcPct val="112000"/>
              </a:lnSpc>
              <a:spcBef>
                <a:spcPts val="600"/>
              </a:spcBef>
              <a:spcAft>
                <a:spcPts val="0"/>
              </a:spcAft>
            </a:pPr>
            <a:r>
              <a:rPr sz="1600" b="1" i="0">
                <a:solidFill>
                  <a:srgbClr val="051C2C"/>
                </a:solidFill>
                <a:latin typeface="Segoe UI"/>
              </a:rPr>
              <a:t>GMAW discontinuities</a:t>
            </a:r>
          </a:p>
        </p:txBody>
      </p:sp>
      <p:sp>
        <p:nvSpPr>
          <p:cNvPr id="19" name="Rectangle 18"/>
          <p:cNvSpPr/>
          <p:nvPr/>
        </p:nvSpPr>
        <p:spPr>
          <a:xfrm>
            <a:off x="8119872" y="3438144"/>
            <a:ext cx="3611880" cy="1170432"/>
          </a:xfrm>
          <a:prstGeom prst="rect">
            <a:avLst/>
          </a:prstGeom>
          <a:solidFill>
            <a:srgbClr val="F4F6F7"/>
          </a:solidFill>
          <a:ln>
            <a:noFill/>
          </a:ln>
          <a:effectLst/>
        </p:spPr>
        <p:txBody>
          <a:bodyPr rtlCol="0" anchor="ctr" wrap="square" lIns="0" rIns="0" tIns="0" bIns="0"/>
          <a:lstStyle/>
          <a:p>
            <a:pPr algn="ctr"/>
          </a:p>
        </p:txBody>
      </p:sp>
      <p:sp>
        <p:nvSpPr>
          <p:cNvPr id="20" name="TextBox 19"/>
          <p:cNvSpPr txBox="1"/>
          <p:nvPr/>
        </p:nvSpPr>
        <p:spPr>
          <a:xfrm>
            <a:off x="8412480" y="3621024"/>
            <a:ext cx="3026664" cy="822960"/>
          </a:xfrm>
          <a:prstGeom prst="rect">
            <a:avLst/>
          </a:prstGeom>
          <a:noFill/>
        </p:spPr>
        <p:txBody>
          <a:bodyPr wrap="square" lIns="0" rIns="0" tIns="0" bIns="0" anchor="t">
            <a:spAutoFit/>
          </a:bodyPr>
          <a:lstStyle/>
          <a:p>
            <a:pPr algn="l">
              <a:spcBef>
                <a:spcPts val="0"/>
              </a:spcBef>
              <a:spcAft>
                <a:spcPts val="0"/>
              </a:spcAft>
            </a:pPr>
            <a:r>
              <a:rPr sz="1500" b="1" i="0">
                <a:solidFill>
                  <a:srgbClr val="0033A0"/>
                </a:solidFill>
                <a:latin typeface="Segoe UI"/>
              </a:rPr>
              <a:t>06</a:t>
            </a:r>
          </a:p>
          <a:p>
            <a:pPr>
              <a:lnSpc>
                <a:spcPct val="112000"/>
              </a:lnSpc>
              <a:spcBef>
                <a:spcPts val="600"/>
              </a:spcBef>
              <a:spcAft>
                <a:spcPts val="0"/>
              </a:spcAft>
            </a:pPr>
            <a:r>
              <a:rPr sz="1600" b="1" i="0">
                <a:solidFill>
                  <a:srgbClr val="051C2C"/>
                </a:solidFill>
                <a:latin typeface="Segoe UI"/>
              </a:rPr>
              <a:t>Joint geometry</a:t>
            </a:r>
          </a:p>
        </p:txBody>
      </p:sp>
      <p:sp>
        <p:nvSpPr>
          <p:cNvPr id="21" name="Rectangle 20"/>
          <p:cNvSpPr/>
          <p:nvPr/>
        </p:nvSpPr>
        <p:spPr>
          <a:xfrm>
            <a:off x="457200" y="4773168"/>
            <a:ext cx="3611880" cy="1170432"/>
          </a:xfrm>
          <a:prstGeom prst="rect">
            <a:avLst/>
          </a:prstGeom>
          <a:solidFill>
            <a:srgbClr val="F4F6F7"/>
          </a:solidFill>
          <a:ln>
            <a:noFill/>
          </a:ln>
          <a:effectLst/>
        </p:spPr>
        <p:txBody>
          <a:bodyPr rtlCol="0" anchor="ctr" wrap="square" lIns="0" rIns="0" tIns="0" bIns="0"/>
          <a:lstStyle/>
          <a:p>
            <a:pPr algn="ctr"/>
          </a:p>
        </p:txBody>
      </p:sp>
      <p:sp>
        <p:nvSpPr>
          <p:cNvPr id="22" name="TextBox 21"/>
          <p:cNvSpPr txBox="1"/>
          <p:nvPr/>
        </p:nvSpPr>
        <p:spPr>
          <a:xfrm>
            <a:off x="749808" y="4956048"/>
            <a:ext cx="3026664" cy="822960"/>
          </a:xfrm>
          <a:prstGeom prst="rect">
            <a:avLst/>
          </a:prstGeom>
          <a:noFill/>
        </p:spPr>
        <p:txBody>
          <a:bodyPr wrap="square" lIns="0" rIns="0" tIns="0" bIns="0" anchor="t">
            <a:spAutoFit/>
          </a:bodyPr>
          <a:lstStyle/>
          <a:p>
            <a:pPr algn="l">
              <a:spcBef>
                <a:spcPts val="0"/>
              </a:spcBef>
              <a:spcAft>
                <a:spcPts val="0"/>
              </a:spcAft>
            </a:pPr>
            <a:r>
              <a:rPr sz="1500" b="1" i="0">
                <a:solidFill>
                  <a:srgbClr val="0033A0"/>
                </a:solidFill>
                <a:latin typeface="Segoe UI"/>
              </a:rPr>
              <a:t>07</a:t>
            </a:r>
          </a:p>
          <a:p>
            <a:pPr>
              <a:lnSpc>
                <a:spcPct val="112000"/>
              </a:lnSpc>
              <a:spcBef>
                <a:spcPts val="600"/>
              </a:spcBef>
              <a:spcAft>
                <a:spcPts val="0"/>
              </a:spcAft>
            </a:pPr>
            <a:r>
              <a:rPr sz="1600" b="1" i="0">
                <a:solidFill>
                  <a:srgbClr val="051C2C"/>
                </a:solidFill>
                <a:latin typeface="Segoe UI"/>
              </a:rPr>
              <a:t>Welding positions</a:t>
            </a:r>
          </a:p>
        </p:txBody>
      </p:sp>
      <p:sp>
        <p:nvSpPr>
          <p:cNvPr id="23" name="Rectangle 22"/>
          <p:cNvSpPr/>
          <p:nvPr/>
        </p:nvSpPr>
        <p:spPr>
          <a:xfrm>
            <a:off x="4288536" y="4773168"/>
            <a:ext cx="3611880" cy="1170432"/>
          </a:xfrm>
          <a:prstGeom prst="rect">
            <a:avLst/>
          </a:prstGeom>
          <a:solidFill>
            <a:srgbClr val="F4F6F7"/>
          </a:solidFill>
          <a:ln>
            <a:noFill/>
          </a:ln>
          <a:effectLst/>
        </p:spPr>
        <p:txBody>
          <a:bodyPr rtlCol="0" anchor="ctr" wrap="square" lIns="0" rIns="0" tIns="0" bIns="0"/>
          <a:lstStyle/>
          <a:p>
            <a:pPr algn="ctr"/>
          </a:p>
        </p:txBody>
      </p:sp>
      <p:sp>
        <p:nvSpPr>
          <p:cNvPr id="24" name="TextBox 23"/>
          <p:cNvSpPr txBox="1"/>
          <p:nvPr/>
        </p:nvSpPr>
        <p:spPr>
          <a:xfrm>
            <a:off x="4581144" y="4956048"/>
            <a:ext cx="3026664" cy="822960"/>
          </a:xfrm>
          <a:prstGeom prst="rect">
            <a:avLst/>
          </a:prstGeom>
          <a:noFill/>
        </p:spPr>
        <p:txBody>
          <a:bodyPr wrap="square" lIns="0" rIns="0" tIns="0" bIns="0" anchor="t">
            <a:spAutoFit/>
          </a:bodyPr>
          <a:lstStyle/>
          <a:p>
            <a:pPr algn="l">
              <a:spcBef>
                <a:spcPts val="0"/>
              </a:spcBef>
              <a:spcAft>
                <a:spcPts val="0"/>
              </a:spcAft>
            </a:pPr>
            <a:r>
              <a:rPr sz="1500" b="1" i="0">
                <a:solidFill>
                  <a:srgbClr val="0033A0"/>
                </a:solidFill>
                <a:latin typeface="Segoe UI"/>
              </a:rPr>
              <a:t>08</a:t>
            </a:r>
          </a:p>
          <a:p>
            <a:pPr>
              <a:lnSpc>
                <a:spcPct val="112000"/>
              </a:lnSpc>
              <a:spcBef>
                <a:spcPts val="600"/>
              </a:spcBef>
              <a:spcAft>
                <a:spcPts val="0"/>
              </a:spcAft>
            </a:pPr>
            <a:r>
              <a:rPr sz="1600" b="1" i="0">
                <a:solidFill>
                  <a:srgbClr val="051C2C"/>
                </a:solidFill>
                <a:latin typeface="Segoe UI"/>
              </a:rPr>
              <a:t>Welding symbols</a:t>
            </a:r>
          </a:p>
        </p:txBody>
      </p:sp>
      <p:sp>
        <p:nvSpPr>
          <p:cNvPr id="25" name="Rectangle 24"/>
          <p:cNvSpPr/>
          <p:nvPr/>
        </p:nvSpPr>
        <p:spPr>
          <a:xfrm>
            <a:off x="8119872" y="4773168"/>
            <a:ext cx="3611880" cy="1170432"/>
          </a:xfrm>
          <a:prstGeom prst="rect">
            <a:avLst/>
          </a:prstGeom>
          <a:solidFill>
            <a:srgbClr val="F4F6F7"/>
          </a:solidFill>
          <a:ln>
            <a:noFill/>
          </a:ln>
          <a:effectLst/>
        </p:spPr>
        <p:txBody>
          <a:bodyPr rtlCol="0" anchor="ctr" wrap="square" lIns="0" rIns="0" tIns="0" bIns="0"/>
          <a:lstStyle/>
          <a:p>
            <a:pPr algn="ctr"/>
          </a:p>
        </p:txBody>
      </p:sp>
      <p:sp>
        <p:nvSpPr>
          <p:cNvPr id="26" name="TextBox 25"/>
          <p:cNvSpPr txBox="1"/>
          <p:nvPr/>
        </p:nvSpPr>
        <p:spPr>
          <a:xfrm>
            <a:off x="8412480" y="4956048"/>
            <a:ext cx="3026664" cy="822960"/>
          </a:xfrm>
          <a:prstGeom prst="rect">
            <a:avLst/>
          </a:prstGeom>
          <a:noFill/>
        </p:spPr>
        <p:txBody>
          <a:bodyPr wrap="square" lIns="0" rIns="0" tIns="0" bIns="0" anchor="t">
            <a:spAutoFit/>
          </a:bodyPr>
          <a:lstStyle/>
          <a:p>
            <a:pPr algn="l">
              <a:spcBef>
                <a:spcPts val="0"/>
              </a:spcBef>
              <a:spcAft>
                <a:spcPts val="0"/>
              </a:spcAft>
            </a:pPr>
            <a:r>
              <a:rPr sz="1500" b="1" i="0">
                <a:solidFill>
                  <a:srgbClr val="0033A0"/>
                </a:solidFill>
                <a:latin typeface="Segoe UI"/>
              </a:rPr>
              <a:t>09</a:t>
            </a:r>
          </a:p>
          <a:p>
            <a:pPr>
              <a:lnSpc>
                <a:spcPct val="112000"/>
              </a:lnSpc>
              <a:spcBef>
                <a:spcPts val="600"/>
              </a:spcBef>
              <a:spcAft>
                <a:spcPts val="0"/>
              </a:spcAft>
            </a:pPr>
            <a:r>
              <a:rPr sz="1600" b="1" i="0">
                <a:solidFill>
                  <a:srgbClr val="051C2C"/>
                </a:solidFill>
                <a:latin typeface="Segoe UI"/>
              </a:rPr>
              <a:t>Welding control documents</a:t>
            </a:r>
          </a:p>
        </p:txBody>
      </p:sp>
      <p:sp>
        <p:nvSpPr>
          <p:cNvPr id="27" name="TextBox 26"/>
          <p:cNvSpPr txBox="1"/>
          <p:nvPr/>
        </p:nvSpPr>
        <p:spPr>
          <a:xfrm>
            <a:off x="457200" y="6181344"/>
            <a:ext cx="11274552" cy="274320"/>
          </a:xfrm>
          <a:prstGeom prst="rect">
            <a:avLst/>
          </a:prstGeom>
          <a:noFill/>
        </p:spPr>
        <p:txBody>
          <a:bodyPr wrap="square" lIns="0" rIns="0" tIns="0" bIns="0" anchor="t">
            <a:spAutoFit/>
          </a:bodyPr>
          <a:lstStyle/>
          <a:p>
            <a:pPr algn="l">
              <a:spcBef>
                <a:spcPts val="0"/>
              </a:spcBef>
              <a:spcAft>
                <a:spcPts val="0"/>
              </a:spcAft>
            </a:pPr>
            <a:r>
              <a:rPr sz="1250" b="0" i="0">
                <a:solidFill>
                  <a:srgbClr val="6E7C87"/>
                </a:solidFill>
                <a:latin typeface="Segoe UI"/>
              </a:rPr>
              <a:t>Twenty of the forty ILUO hours sit above this level, but none of them open until this exam is passed.</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7</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TOPIC 1 OF 9</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Protecting myself, and the person next to me</a:t>
            </a:r>
          </a:p>
        </p:txBody>
      </p:sp>
      <p:sp>
        <p:nvSpPr>
          <p:cNvPr id="7" name="TextBox 6"/>
          <p:cNvSpPr txBox="1"/>
          <p:nvPr/>
        </p:nvSpPr>
        <p:spPr>
          <a:xfrm>
            <a:off x="457200" y="1481328"/>
            <a:ext cx="10607040" cy="310896"/>
          </a:xfrm>
          <a:prstGeom prst="rect">
            <a:avLst/>
          </a:prstGeom>
          <a:noFill/>
        </p:spPr>
        <p:txBody>
          <a:bodyPr wrap="square" lIns="0" rIns="0" tIns="0" bIns="0" anchor="t">
            <a:spAutoFit/>
          </a:bodyPr>
          <a:lstStyle/>
          <a:p>
            <a:pPr algn="l">
              <a:spcBef>
                <a:spcPts val="0"/>
              </a:spcBef>
              <a:spcAft>
                <a:spcPts val="0"/>
              </a:spcAft>
            </a:pPr>
            <a:r>
              <a:rPr sz="1300" b="0" i="0">
                <a:solidFill>
                  <a:srgbClr val="6E7C87"/>
                </a:solidFill>
                <a:latin typeface="Segoe UI"/>
              </a:rPr>
              <a:t>Welding safety, per ANSI Z49.1</a:t>
            </a:r>
          </a:p>
        </p:txBody>
      </p:sp>
      <p:sp>
        <p:nvSpPr>
          <p:cNvPr id="8" name="Rectangle 7"/>
          <p:cNvSpPr/>
          <p:nvPr/>
        </p:nvSpPr>
        <p:spPr>
          <a:xfrm>
            <a:off x="457200" y="2103120"/>
            <a:ext cx="2612898" cy="2468880"/>
          </a:xfrm>
          <a:prstGeom prst="rect">
            <a:avLst/>
          </a:prstGeom>
          <a:solidFill>
            <a:srgbClr val="F4F6F7"/>
          </a:solidFill>
          <a:ln>
            <a:noFill/>
          </a:ln>
          <a:effectLst/>
        </p:spPr>
        <p:txBody>
          <a:bodyPr rtlCol="0" anchor="ctr" wrap="square" lIns="0" rIns="0" tIns="0" bIns="0"/>
          <a:lstStyle/>
          <a:p>
            <a:pPr algn="ctr"/>
          </a:p>
        </p:txBody>
      </p:sp>
      <p:sp>
        <p:nvSpPr>
          <p:cNvPr id="9" name="TextBox 8"/>
          <p:cNvSpPr txBox="1"/>
          <p:nvPr/>
        </p:nvSpPr>
        <p:spPr>
          <a:xfrm>
            <a:off x="731520" y="2395728"/>
            <a:ext cx="2064257" cy="192024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RADIATION</a:t>
            </a:r>
          </a:p>
          <a:p>
            <a:pPr>
              <a:lnSpc>
                <a:spcPct val="120000"/>
              </a:lnSpc>
              <a:spcBef>
                <a:spcPts val="1200"/>
              </a:spcBef>
              <a:spcAft>
                <a:spcPts val="0"/>
              </a:spcAft>
            </a:pPr>
            <a:r>
              <a:rPr sz="1350" b="0" i="0">
                <a:solidFill>
                  <a:srgbClr val="051C2C"/>
                </a:solidFill>
                <a:latin typeface="Segoe UI"/>
              </a:rPr>
              <a:t>Screens, helmet and welder's clothing. Arc flash does not spare the person who is only watching.</a:t>
            </a:r>
          </a:p>
        </p:txBody>
      </p:sp>
      <p:sp>
        <p:nvSpPr>
          <p:cNvPr id="10" name="Rectangle 9"/>
          <p:cNvSpPr/>
          <p:nvPr/>
        </p:nvSpPr>
        <p:spPr>
          <a:xfrm>
            <a:off x="3344418" y="2103120"/>
            <a:ext cx="2612898" cy="2468880"/>
          </a:xfrm>
          <a:prstGeom prst="rect">
            <a:avLst/>
          </a:prstGeom>
          <a:solidFill>
            <a:srgbClr val="F4F6F7"/>
          </a:solidFill>
          <a:ln>
            <a:noFill/>
          </a:ln>
          <a:effectLst/>
        </p:spPr>
        <p:txBody>
          <a:bodyPr rtlCol="0" anchor="ctr" wrap="square" lIns="0" rIns="0" tIns="0" bIns="0"/>
          <a:lstStyle/>
          <a:p>
            <a:pPr algn="ctr"/>
          </a:p>
        </p:txBody>
      </p:sp>
      <p:sp>
        <p:nvSpPr>
          <p:cNvPr id="11" name="TextBox 10"/>
          <p:cNvSpPr txBox="1"/>
          <p:nvPr/>
        </p:nvSpPr>
        <p:spPr>
          <a:xfrm>
            <a:off x="3618738" y="2395728"/>
            <a:ext cx="2064257" cy="192024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FUMES AND GAS</a:t>
            </a:r>
          </a:p>
          <a:p>
            <a:pPr>
              <a:lnSpc>
                <a:spcPct val="120000"/>
              </a:lnSpc>
              <a:spcBef>
                <a:spcPts val="1200"/>
              </a:spcBef>
              <a:spcAft>
                <a:spcPts val="0"/>
              </a:spcAft>
            </a:pPr>
            <a:r>
              <a:rPr sz="1350" b="0" i="0">
                <a:solidFill>
                  <a:srgbClr val="051C2C"/>
                </a:solidFill>
                <a:latin typeface="Segoe UI"/>
              </a:rPr>
              <a:t>The biggest factor under my own control is where I put my head relative to the fume column.</a:t>
            </a:r>
          </a:p>
        </p:txBody>
      </p:sp>
      <p:sp>
        <p:nvSpPr>
          <p:cNvPr id="12" name="Rectangle 11"/>
          <p:cNvSpPr/>
          <p:nvPr/>
        </p:nvSpPr>
        <p:spPr>
          <a:xfrm>
            <a:off x="6231636" y="2103120"/>
            <a:ext cx="2612898" cy="2468880"/>
          </a:xfrm>
          <a:prstGeom prst="rect">
            <a:avLst/>
          </a:prstGeom>
          <a:solidFill>
            <a:srgbClr val="F4F6F7"/>
          </a:solidFill>
          <a:ln>
            <a:noFill/>
          </a:ln>
          <a:effectLst/>
        </p:spPr>
        <p:txBody>
          <a:bodyPr rtlCol="0" anchor="ctr" wrap="square" lIns="0" rIns="0" tIns="0" bIns="0"/>
          <a:lstStyle/>
          <a:p>
            <a:pPr algn="ctr"/>
          </a:p>
        </p:txBody>
      </p:sp>
      <p:sp>
        <p:nvSpPr>
          <p:cNvPr id="13" name="TextBox 12"/>
          <p:cNvSpPr txBox="1"/>
          <p:nvPr/>
        </p:nvSpPr>
        <p:spPr>
          <a:xfrm>
            <a:off x="6505956" y="2395728"/>
            <a:ext cx="2064257" cy="192024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COMPRESSED GAS</a:t>
            </a:r>
          </a:p>
          <a:p>
            <a:pPr>
              <a:lnSpc>
                <a:spcPct val="120000"/>
              </a:lnSpc>
              <a:spcBef>
                <a:spcPts val="1200"/>
              </a:spcBef>
              <a:spcAft>
                <a:spcPts val="0"/>
              </a:spcAft>
            </a:pPr>
            <a:r>
              <a:rPr sz="1350" b="0" i="0">
                <a:solidFill>
                  <a:srgbClr val="051C2C"/>
                </a:solidFill>
                <a:latin typeface="Segoe UI"/>
              </a:rPr>
              <a:t>Cylinders upright and secured, always. Cap on before moving one.</a:t>
            </a:r>
          </a:p>
        </p:txBody>
      </p:sp>
      <p:sp>
        <p:nvSpPr>
          <p:cNvPr id="14" name="Rectangle 13"/>
          <p:cNvSpPr/>
          <p:nvPr/>
        </p:nvSpPr>
        <p:spPr>
          <a:xfrm>
            <a:off x="9118854" y="2103120"/>
            <a:ext cx="2612898" cy="2468880"/>
          </a:xfrm>
          <a:prstGeom prst="rect">
            <a:avLst/>
          </a:prstGeom>
          <a:solidFill>
            <a:srgbClr val="F4F6F7"/>
          </a:solidFill>
          <a:ln>
            <a:noFill/>
          </a:ln>
          <a:effectLst/>
        </p:spPr>
        <p:txBody>
          <a:bodyPr rtlCol="0" anchor="ctr" wrap="square" lIns="0" rIns="0" tIns="0" bIns="0"/>
          <a:lstStyle/>
          <a:p>
            <a:pPr algn="ctr"/>
          </a:p>
        </p:txBody>
      </p:sp>
      <p:sp>
        <p:nvSpPr>
          <p:cNvPr id="15" name="TextBox 14"/>
          <p:cNvSpPr txBox="1"/>
          <p:nvPr/>
        </p:nvSpPr>
        <p:spPr>
          <a:xfrm>
            <a:off x="9393174" y="2395728"/>
            <a:ext cx="2064257" cy="192024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THE ROBOTIC CELL</a:t>
            </a:r>
          </a:p>
          <a:p>
            <a:pPr>
              <a:lnSpc>
                <a:spcPct val="120000"/>
              </a:lnSpc>
              <a:spcBef>
                <a:spcPts val="1200"/>
              </a:spcBef>
              <a:spcAft>
                <a:spcPts val="0"/>
              </a:spcAft>
            </a:pPr>
            <a:r>
              <a:rPr sz="1350" b="0" i="0">
                <a:solidFill>
                  <a:srgbClr val="051C2C"/>
                </a:solidFill>
                <a:latin typeface="Segoe UI"/>
              </a:rPr>
              <a:t>Emergency stops, interlocks, teach mode at reduced speed, and lockout before anyone goes in.</a:t>
            </a:r>
          </a:p>
        </p:txBody>
      </p:sp>
      <p:sp>
        <p:nvSpPr>
          <p:cNvPr id="16" name="Rectangle 15"/>
          <p:cNvSpPr/>
          <p:nvPr/>
        </p:nvSpPr>
        <p:spPr>
          <a:xfrm>
            <a:off x="457200" y="4864608"/>
            <a:ext cx="11274552" cy="1005840"/>
          </a:xfrm>
          <a:prstGeom prst="rect">
            <a:avLst/>
          </a:prstGeom>
          <a:solidFill>
            <a:srgbClr val="051C2C"/>
          </a:solidFill>
          <a:ln>
            <a:noFill/>
          </a:ln>
          <a:effectLst/>
        </p:spPr>
        <p:txBody>
          <a:bodyPr rtlCol="0" anchor="ctr" wrap="square" lIns="0" rIns="0" tIns="0" bIns="0"/>
          <a:lstStyle/>
          <a:p>
            <a:pPr algn="ctr"/>
          </a:p>
        </p:txBody>
      </p:sp>
      <p:sp>
        <p:nvSpPr>
          <p:cNvPr id="17" name="TextBox 16"/>
          <p:cNvSpPr txBox="1"/>
          <p:nvPr/>
        </p:nvSpPr>
        <p:spPr>
          <a:xfrm>
            <a:off x="841248" y="5084064"/>
            <a:ext cx="10515600" cy="566928"/>
          </a:xfrm>
          <a:prstGeom prst="rect">
            <a:avLst/>
          </a:prstGeom>
          <a:noFill/>
        </p:spPr>
        <p:txBody>
          <a:bodyPr wrap="square" lIns="0" rIns="0" tIns="0" bIns="0" anchor="ctr">
            <a:spAutoFit/>
          </a:bodyPr>
          <a:lstStyle/>
          <a:p>
            <a:pPr algn="l">
              <a:spcBef>
                <a:spcPts val="0"/>
              </a:spcBef>
              <a:spcAft>
                <a:spcPts val="0"/>
              </a:spcAft>
            </a:pPr>
            <a:r>
              <a:rPr sz="1600" b="1" i="0">
                <a:solidFill>
                  <a:srgbClr val="D5FB00"/>
                </a:solidFill>
                <a:latin typeface="Segoe UI"/>
              </a:rPr>
              <a:t>The cell safety column is the one neither of my two study documents covers.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8</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TOPICS 2 AND 4 OF 9</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Five blocks, and the four that wear out</a:t>
            </a:r>
          </a:p>
        </p:txBody>
      </p:sp>
      <p:sp>
        <p:nvSpPr>
          <p:cNvPr id="7" name="TextBox 6"/>
          <p:cNvSpPr txBox="1"/>
          <p:nvPr/>
        </p:nvSpPr>
        <p:spPr>
          <a:xfrm>
            <a:off x="457200" y="1481328"/>
            <a:ext cx="10607040" cy="310896"/>
          </a:xfrm>
          <a:prstGeom prst="rect">
            <a:avLst/>
          </a:prstGeom>
          <a:noFill/>
        </p:spPr>
        <p:txBody>
          <a:bodyPr wrap="square" lIns="0" rIns="0" tIns="0" bIns="0" anchor="t">
            <a:spAutoFit/>
          </a:bodyPr>
          <a:lstStyle/>
          <a:p>
            <a:pPr algn="l">
              <a:spcBef>
                <a:spcPts val="0"/>
              </a:spcBef>
              <a:spcAft>
                <a:spcPts val="0"/>
              </a:spcAft>
            </a:pPr>
            <a:r>
              <a:rPr sz="1300" b="0" i="0">
                <a:solidFill>
                  <a:srgbClr val="6E7C87"/>
                </a:solidFill>
                <a:latin typeface="Segoe UI"/>
              </a:rPr>
              <a:t>GMAW equipment and process variables</a:t>
            </a:r>
          </a:p>
        </p:txBody>
      </p:sp>
      <p:sp>
        <p:nvSpPr>
          <p:cNvPr id="8" name="Rectangle 7"/>
          <p:cNvSpPr/>
          <p:nvPr/>
        </p:nvSpPr>
        <p:spPr>
          <a:xfrm>
            <a:off x="457200" y="2084831"/>
            <a:ext cx="5504688" cy="2743200"/>
          </a:xfrm>
          <a:prstGeom prst="rect">
            <a:avLst/>
          </a:prstGeom>
          <a:solidFill>
            <a:srgbClr val="F4F6F7"/>
          </a:solidFill>
          <a:ln>
            <a:noFill/>
          </a:ln>
          <a:effectLst/>
        </p:spPr>
        <p:txBody>
          <a:bodyPr rtlCol="0" anchor="ctr" wrap="square" lIns="0" rIns="0" tIns="0" bIns="0"/>
          <a:lstStyle/>
          <a:p>
            <a:pPr algn="ctr"/>
          </a:p>
        </p:txBody>
      </p:sp>
      <p:sp>
        <p:nvSpPr>
          <p:cNvPr id="9" name="TextBox 8"/>
          <p:cNvSpPr txBox="1"/>
          <p:nvPr/>
        </p:nvSpPr>
        <p:spPr>
          <a:xfrm>
            <a:off x="786384" y="2359152"/>
            <a:ext cx="4846320" cy="219456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THE EQUIPMENT</a:t>
            </a:r>
          </a:p>
          <a:p>
            <a:pPr>
              <a:spcBef>
                <a:spcPts val="1300"/>
              </a:spcBef>
              <a:spcAft>
                <a:spcPts val="0"/>
              </a:spcAft>
            </a:pPr>
            <a:r>
              <a:rPr sz="1350" b="0" i="0">
                <a:solidFill>
                  <a:srgbClr val="051C2C"/>
                </a:solidFill>
                <a:latin typeface="Segoe UI"/>
              </a:rPr>
              <a:t>Power source, constant voltage, DCEP</a:t>
            </a:r>
          </a:p>
          <a:p>
            <a:pPr>
              <a:spcBef>
                <a:spcPts val="1300"/>
              </a:spcBef>
              <a:spcAft>
                <a:spcPts val="0"/>
              </a:spcAft>
            </a:pPr>
            <a:r>
              <a:rPr sz="1350" b="0" i="0">
                <a:solidFill>
                  <a:srgbClr val="051C2C"/>
                </a:solidFill>
                <a:latin typeface="Segoe UI"/>
              </a:rPr>
              <a:t>Wire feeder and drive rolls</a:t>
            </a:r>
          </a:p>
          <a:p>
            <a:pPr>
              <a:spcBef>
                <a:spcPts val="1300"/>
              </a:spcBef>
              <a:spcAft>
                <a:spcPts val="0"/>
              </a:spcAft>
            </a:pPr>
            <a:r>
              <a:rPr sz="1350" b="0" i="0">
                <a:solidFill>
                  <a:srgbClr val="051C2C"/>
                </a:solidFill>
                <a:latin typeface="Segoe UI"/>
              </a:rPr>
              <a:t>Torch</a:t>
            </a:r>
          </a:p>
          <a:p>
            <a:pPr>
              <a:spcBef>
                <a:spcPts val="1300"/>
              </a:spcBef>
              <a:spcAft>
                <a:spcPts val="0"/>
              </a:spcAft>
            </a:pPr>
            <a:r>
              <a:rPr sz="1350" b="0" i="0">
                <a:solidFill>
                  <a:srgbClr val="051C2C"/>
                </a:solidFill>
                <a:latin typeface="Segoe UI"/>
              </a:rPr>
              <a:t>Gas supply and flowmeter</a:t>
            </a:r>
          </a:p>
          <a:p>
            <a:pPr>
              <a:spcBef>
                <a:spcPts val="1300"/>
              </a:spcBef>
              <a:spcAft>
                <a:spcPts val="0"/>
              </a:spcAft>
            </a:pPr>
            <a:r>
              <a:rPr sz="1350" b="0" i="0">
                <a:solidFill>
                  <a:srgbClr val="051C2C"/>
                </a:solidFill>
                <a:latin typeface="Segoe UI"/>
              </a:rPr>
              <a:t>Work lead</a:t>
            </a:r>
          </a:p>
        </p:txBody>
      </p:sp>
      <p:sp>
        <p:nvSpPr>
          <p:cNvPr id="10" name="Rectangle 9"/>
          <p:cNvSpPr/>
          <p:nvPr/>
        </p:nvSpPr>
        <p:spPr>
          <a:xfrm>
            <a:off x="6227064" y="2084831"/>
            <a:ext cx="5504688" cy="2743200"/>
          </a:xfrm>
          <a:prstGeom prst="rect">
            <a:avLst/>
          </a:prstGeom>
          <a:solidFill>
            <a:srgbClr val="051C2C"/>
          </a:solidFill>
          <a:ln>
            <a:noFill/>
          </a:ln>
          <a:effectLst/>
        </p:spPr>
        <p:txBody>
          <a:bodyPr rtlCol="0" anchor="ctr" wrap="square" lIns="0" rIns="0" tIns="0" bIns="0"/>
          <a:lstStyle/>
          <a:p>
            <a:pPr algn="ctr"/>
          </a:p>
        </p:txBody>
      </p:sp>
      <p:sp>
        <p:nvSpPr>
          <p:cNvPr id="11" name="TextBox 10"/>
          <p:cNvSpPr txBox="1"/>
          <p:nvPr/>
        </p:nvSpPr>
        <p:spPr>
          <a:xfrm>
            <a:off x="6556248" y="2359152"/>
            <a:ext cx="4846320" cy="2194560"/>
          </a:xfrm>
          <a:prstGeom prst="rect">
            <a:avLst/>
          </a:prstGeom>
          <a:noFill/>
        </p:spPr>
        <p:txBody>
          <a:bodyPr wrap="square" lIns="0" rIns="0" tIns="0" bIns="0" anchor="t">
            <a:spAutoFit/>
          </a:bodyPr>
          <a:lstStyle/>
          <a:p>
            <a:pPr algn="l">
              <a:spcBef>
                <a:spcPts val="0"/>
              </a:spcBef>
              <a:spcAft>
                <a:spcPts val="0"/>
              </a:spcAft>
            </a:pPr>
            <a:r>
              <a:rPr sz="950" b="1" i="0">
                <a:solidFill>
                  <a:srgbClr val="D5FB00"/>
                </a:solidFill>
                <a:latin typeface="Segoe UI"/>
              </a:rPr>
              <a:t>WHAT I CHANGE MYSELF</a:t>
            </a:r>
          </a:p>
          <a:p>
            <a:pPr>
              <a:spcBef>
                <a:spcPts val="1300"/>
              </a:spcBef>
              <a:spcAft>
                <a:spcPts val="0"/>
              </a:spcAft>
            </a:pPr>
            <a:r>
              <a:rPr sz="1350" b="0" i="0">
                <a:solidFill>
                  <a:srgbClr val="FFFFFF"/>
                </a:solidFill>
                <a:latin typeface="Segoe UI"/>
              </a:rPr>
              <a:t>Contact tip</a:t>
            </a:r>
          </a:p>
          <a:p>
            <a:pPr>
              <a:spcBef>
                <a:spcPts val="1300"/>
              </a:spcBef>
              <a:spcAft>
                <a:spcPts val="0"/>
              </a:spcAft>
            </a:pPr>
            <a:r>
              <a:rPr sz="1350" b="0" i="0">
                <a:solidFill>
                  <a:srgbClr val="FFFFFF"/>
                </a:solidFill>
                <a:latin typeface="Segoe UI"/>
              </a:rPr>
              <a:t>Nozzle</a:t>
            </a:r>
          </a:p>
          <a:p>
            <a:pPr>
              <a:spcBef>
                <a:spcPts val="1300"/>
              </a:spcBef>
              <a:spcAft>
                <a:spcPts val="0"/>
              </a:spcAft>
            </a:pPr>
            <a:r>
              <a:rPr sz="1350" b="0" i="0">
                <a:solidFill>
                  <a:srgbClr val="FFFFFF"/>
                </a:solidFill>
                <a:latin typeface="Segoe UI"/>
              </a:rPr>
              <a:t>Diffuser</a:t>
            </a:r>
          </a:p>
          <a:p>
            <a:pPr>
              <a:spcBef>
                <a:spcPts val="1300"/>
              </a:spcBef>
              <a:spcAft>
                <a:spcPts val="0"/>
              </a:spcAft>
            </a:pPr>
            <a:r>
              <a:rPr sz="1350" b="0" i="0">
                <a:solidFill>
                  <a:srgbClr val="FFFFFF"/>
                </a:solidFill>
                <a:latin typeface="Segoe UI"/>
              </a:rPr>
              <a:t>Liner</a:t>
            </a:r>
          </a:p>
          <a:p>
            <a:pPr>
              <a:spcBef>
                <a:spcPts val="1300"/>
              </a:spcBef>
              <a:spcAft>
                <a:spcPts val="0"/>
              </a:spcAft>
            </a:pPr>
            <a:r>
              <a:rPr sz="1350" b="0" i="0">
                <a:solidFill>
                  <a:srgbClr val="FFFFFF"/>
                </a:solidFill>
                <a:latin typeface="Segoe UI"/>
              </a:rPr>
              <a:t>Drive rolls</a:t>
            </a:r>
          </a:p>
        </p:txBody>
      </p:sp>
      <p:sp>
        <p:nvSpPr>
          <p:cNvPr id="12" name="Rectangle 11"/>
          <p:cNvSpPr/>
          <p:nvPr/>
        </p:nvSpPr>
        <p:spPr>
          <a:xfrm>
            <a:off x="457200" y="5120640"/>
            <a:ext cx="11274552" cy="1060704"/>
          </a:xfrm>
          <a:prstGeom prst="rect">
            <a:avLst/>
          </a:prstGeom>
          <a:solidFill>
            <a:srgbClr val="D5FB00"/>
          </a:solidFill>
          <a:ln>
            <a:noFill/>
          </a:ln>
          <a:effectLst/>
        </p:spPr>
        <p:txBody>
          <a:bodyPr rtlCol="0" anchor="ctr" wrap="square" lIns="0" rIns="0" tIns="0" bIns="0"/>
          <a:lstStyle/>
          <a:p>
            <a:pPr algn="ctr"/>
          </a:p>
        </p:txBody>
      </p:sp>
      <p:sp>
        <p:nvSpPr>
          <p:cNvPr id="13" name="TextBox 12"/>
          <p:cNvSpPr txBox="1"/>
          <p:nvPr/>
        </p:nvSpPr>
        <p:spPr>
          <a:xfrm>
            <a:off x="841248" y="5358384"/>
            <a:ext cx="10515600" cy="603504"/>
          </a:xfrm>
          <a:prstGeom prst="rect">
            <a:avLst/>
          </a:prstGeom>
          <a:noFill/>
        </p:spPr>
        <p:txBody>
          <a:bodyPr wrap="square" lIns="0" rIns="0" tIns="0" bIns="0" anchor="ctr">
            <a:spAutoFit/>
          </a:bodyPr>
          <a:lstStyle/>
          <a:p>
            <a:pPr algn="l">
              <a:spcBef>
                <a:spcPts val="0"/>
              </a:spcBef>
              <a:spcAft>
                <a:spcPts val="0"/>
              </a:spcAft>
            </a:pPr>
            <a:r>
              <a:rPr sz="1800" b="1" i="0">
                <a:solidFill>
                  <a:srgbClr val="051C2C"/>
                </a:solidFill>
                <a:latin typeface="Segoe UI"/>
              </a:rPr>
              <a:t>There is no amperage knob. I set wire feed speed and voltage, and the current follows.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9FAFBA"/>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9FAFBA"/>
                </a:solidFill>
                <a:latin typeface="Segoe UI"/>
              </a:rPr>
              <a:t>9</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THE OTHER MANUAL PROCESS</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D5FB00"/>
                </a:solidFill>
                <a:latin typeface="Segoe UI"/>
              </a:rPr>
              <a:t>TIG, where nothing about MIG applies</a:t>
            </a:r>
          </a:p>
        </p:txBody>
      </p:sp>
      <p:sp>
        <p:nvSpPr>
          <p:cNvPr id="7" name="TextBox 6"/>
          <p:cNvSpPr txBox="1"/>
          <p:nvPr/>
        </p:nvSpPr>
        <p:spPr>
          <a:xfrm>
            <a:off x="457200" y="1481328"/>
            <a:ext cx="10607040" cy="310896"/>
          </a:xfrm>
          <a:prstGeom prst="rect">
            <a:avLst/>
          </a:prstGeom>
          <a:noFill/>
        </p:spPr>
        <p:txBody>
          <a:bodyPr wrap="square" lIns="0" rIns="0" tIns="0" bIns="0" anchor="t">
            <a:spAutoFit/>
          </a:bodyPr>
          <a:lstStyle/>
          <a:p>
            <a:pPr algn="l">
              <a:spcBef>
                <a:spcPts val="0"/>
              </a:spcBef>
              <a:spcAft>
                <a:spcPts val="0"/>
              </a:spcAft>
            </a:pPr>
            <a:r>
              <a:rPr sz="1300" b="0" i="0">
                <a:solidFill>
                  <a:srgbClr val="9FAFBA"/>
                </a:solidFill>
                <a:latin typeface="Segoe UI"/>
              </a:rPr>
              <a:t>The plant runs two manual processes, and they share almost no parts</a:t>
            </a:r>
          </a:p>
        </p:txBody>
      </p:sp>
      <p:sp>
        <p:nvSpPr>
          <p:cNvPr id="8" name="Rectangle 7"/>
          <p:cNvSpPr/>
          <p:nvPr/>
        </p:nvSpPr>
        <p:spPr>
          <a:xfrm>
            <a:off x="457200" y="2084831"/>
            <a:ext cx="3611880" cy="2377440"/>
          </a:xfrm>
          <a:prstGeom prst="rect">
            <a:avLst/>
          </a:prstGeom>
          <a:solidFill>
            <a:srgbClr val="0B2A3E"/>
          </a:solidFill>
          <a:ln>
            <a:noFill/>
          </a:ln>
          <a:effectLst/>
        </p:spPr>
        <p:txBody>
          <a:bodyPr rtlCol="0" anchor="ctr" wrap="square" lIns="0" rIns="0" tIns="0" bIns="0"/>
          <a:lstStyle/>
          <a:p>
            <a:pPr algn="ctr"/>
          </a:p>
        </p:txBody>
      </p:sp>
      <p:sp>
        <p:nvSpPr>
          <p:cNvPr id="9" name="TextBox 8"/>
          <p:cNvSpPr txBox="1"/>
          <p:nvPr/>
        </p:nvSpPr>
        <p:spPr>
          <a:xfrm>
            <a:off x="786384" y="2377440"/>
            <a:ext cx="2953512" cy="1828800"/>
          </a:xfrm>
          <a:prstGeom prst="rect">
            <a:avLst/>
          </a:prstGeom>
          <a:noFill/>
        </p:spPr>
        <p:txBody>
          <a:bodyPr wrap="square" lIns="0" rIns="0" tIns="0" bIns="0" anchor="t">
            <a:spAutoFit/>
          </a:bodyPr>
          <a:lstStyle/>
          <a:p>
            <a:pPr algn="l">
              <a:spcBef>
                <a:spcPts val="0"/>
              </a:spcBef>
              <a:spcAft>
                <a:spcPts val="0"/>
              </a:spcAft>
            </a:pPr>
            <a:r>
              <a:rPr sz="950" b="1" i="0">
                <a:solidFill>
                  <a:srgbClr val="D5FB00"/>
                </a:solidFill>
                <a:latin typeface="Segoe UI"/>
              </a:rPr>
              <a:t>NON-CONSUMABLE ELECTRODE</a:t>
            </a:r>
          </a:p>
          <a:p>
            <a:pPr>
              <a:lnSpc>
                <a:spcPct val="120000"/>
              </a:lnSpc>
              <a:spcBef>
                <a:spcPts val="1200"/>
              </a:spcBef>
              <a:spcAft>
                <a:spcPts val="0"/>
              </a:spcAft>
            </a:pPr>
            <a:r>
              <a:rPr sz="1350" b="0" i="0">
                <a:solidFill>
                  <a:srgbClr val="C6CDD1"/>
                </a:solidFill>
                <a:latin typeface="Segoe UI"/>
              </a:rPr>
              <a:t>Tungsten only holds the arc. Filler goes in by hand, as a rod.</a:t>
            </a:r>
          </a:p>
        </p:txBody>
      </p:sp>
      <p:sp>
        <p:nvSpPr>
          <p:cNvPr id="10" name="Rectangle 9"/>
          <p:cNvSpPr/>
          <p:nvPr/>
        </p:nvSpPr>
        <p:spPr>
          <a:xfrm>
            <a:off x="4288536" y="2084831"/>
            <a:ext cx="3611880" cy="2377440"/>
          </a:xfrm>
          <a:prstGeom prst="rect">
            <a:avLst/>
          </a:prstGeom>
          <a:solidFill>
            <a:srgbClr val="0B2A3E"/>
          </a:solidFill>
          <a:ln>
            <a:noFill/>
          </a:ln>
          <a:effectLst/>
        </p:spPr>
        <p:txBody>
          <a:bodyPr rtlCol="0" anchor="ctr" wrap="square" lIns="0" rIns="0" tIns="0" bIns="0"/>
          <a:lstStyle/>
          <a:p>
            <a:pPr algn="ctr"/>
          </a:p>
        </p:txBody>
      </p:sp>
      <p:sp>
        <p:nvSpPr>
          <p:cNvPr id="11" name="TextBox 10"/>
          <p:cNvSpPr txBox="1"/>
          <p:nvPr/>
        </p:nvSpPr>
        <p:spPr>
          <a:xfrm>
            <a:off x="4617720" y="2377440"/>
            <a:ext cx="2953512" cy="1828800"/>
          </a:xfrm>
          <a:prstGeom prst="rect">
            <a:avLst/>
          </a:prstGeom>
          <a:noFill/>
        </p:spPr>
        <p:txBody>
          <a:bodyPr wrap="square" lIns="0" rIns="0" tIns="0" bIns="0" anchor="t">
            <a:spAutoFit/>
          </a:bodyPr>
          <a:lstStyle/>
          <a:p>
            <a:pPr algn="l">
              <a:spcBef>
                <a:spcPts val="0"/>
              </a:spcBef>
              <a:spcAft>
                <a:spcPts val="0"/>
              </a:spcAft>
            </a:pPr>
            <a:r>
              <a:rPr sz="950" b="1" i="0">
                <a:solidFill>
                  <a:srgbClr val="D5FB00"/>
                </a:solidFill>
                <a:latin typeface="Segoe UI"/>
              </a:rPr>
              <a:t>100 % ARGON</a:t>
            </a:r>
          </a:p>
          <a:p>
            <a:pPr>
              <a:lnSpc>
                <a:spcPct val="120000"/>
              </a:lnSpc>
              <a:spcBef>
                <a:spcPts val="1200"/>
              </a:spcBef>
              <a:spcAft>
                <a:spcPts val="0"/>
              </a:spcAft>
            </a:pPr>
            <a:r>
              <a:rPr sz="1350" b="0" i="0">
                <a:solidFill>
                  <a:srgbClr val="C6CDD1"/>
                </a:solidFill>
                <a:latin typeface="Segoe UI"/>
              </a:rPr>
              <a:t>Any CO₂ would consume the tungsten. 15 to 25 CFH, read on the flowmeter and nowhere else.</a:t>
            </a:r>
          </a:p>
        </p:txBody>
      </p:sp>
      <p:sp>
        <p:nvSpPr>
          <p:cNvPr id="12" name="Rectangle 11"/>
          <p:cNvSpPr/>
          <p:nvPr/>
        </p:nvSpPr>
        <p:spPr>
          <a:xfrm>
            <a:off x="8119872" y="2084831"/>
            <a:ext cx="3611880" cy="2377440"/>
          </a:xfrm>
          <a:prstGeom prst="rect">
            <a:avLst/>
          </a:prstGeom>
          <a:solidFill>
            <a:srgbClr val="0B2A3E"/>
          </a:solidFill>
          <a:ln>
            <a:noFill/>
          </a:ln>
          <a:effectLst/>
        </p:spPr>
        <p:txBody>
          <a:bodyPr rtlCol="0" anchor="ctr" wrap="square" lIns="0" rIns="0" tIns="0" bIns="0"/>
          <a:lstStyle/>
          <a:p>
            <a:pPr algn="ctr"/>
          </a:p>
        </p:txBody>
      </p:sp>
      <p:sp>
        <p:nvSpPr>
          <p:cNvPr id="13" name="TextBox 12"/>
          <p:cNvSpPr txBox="1"/>
          <p:nvPr/>
        </p:nvSpPr>
        <p:spPr>
          <a:xfrm>
            <a:off x="8449056" y="2377440"/>
            <a:ext cx="2953512" cy="1828800"/>
          </a:xfrm>
          <a:prstGeom prst="rect">
            <a:avLst/>
          </a:prstGeom>
          <a:noFill/>
        </p:spPr>
        <p:txBody>
          <a:bodyPr wrap="square" lIns="0" rIns="0" tIns="0" bIns="0" anchor="t">
            <a:spAutoFit/>
          </a:bodyPr>
          <a:lstStyle/>
          <a:p>
            <a:pPr algn="l">
              <a:spcBef>
                <a:spcPts val="0"/>
              </a:spcBef>
              <a:spcAft>
                <a:spcPts val="0"/>
              </a:spcAft>
            </a:pPr>
            <a:r>
              <a:rPr sz="950" b="1" i="0">
                <a:solidFill>
                  <a:srgbClr val="D5FB00"/>
                </a:solidFill>
                <a:latin typeface="Segoe UI"/>
              </a:rPr>
              <a:t>ITS OWN CONSUMABLES</a:t>
            </a:r>
          </a:p>
          <a:p>
            <a:pPr>
              <a:lnSpc>
                <a:spcPct val="120000"/>
              </a:lnSpc>
              <a:spcBef>
                <a:spcPts val="1200"/>
              </a:spcBef>
              <a:spcAft>
                <a:spcPts val="0"/>
              </a:spcAft>
            </a:pPr>
            <a:r>
              <a:rPr sz="1350" b="0" i="0">
                <a:solidFill>
                  <a:srgbClr val="C6CDD1"/>
                </a:solidFill>
                <a:latin typeface="Segoe UI"/>
              </a:rPr>
              <a:t>Collet, collet body, cup and back cap. None of the MIG set fits.</a:t>
            </a:r>
          </a:p>
        </p:txBody>
      </p:sp>
      <p:sp>
        <p:nvSpPr>
          <p:cNvPr id="14" name="Rectangle 13"/>
          <p:cNvSpPr/>
          <p:nvPr/>
        </p:nvSpPr>
        <p:spPr>
          <a:xfrm>
            <a:off x="457200" y="4754880"/>
            <a:ext cx="11274552" cy="1060704"/>
          </a:xfrm>
          <a:prstGeom prst="rect">
            <a:avLst/>
          </a:prstGeom>
          <a:solidFill>
            <a:srgbClr val="0B2A3E"/>
          </a:solidFill>
          <a:ln>
            <a:noFill/>
          </a:ln>
          <a:effectLst/>
        </p:spPr>
        <p:txBody>
          <a:bodyPr rtlCol="0" anchor="ctr" wrap="square" lIns="0" rIns="0" tIns="0" bIns="0"/>
          <a:lstStyle/>
          <a:p>
            <a:pPr algn="ctr"/>
          </a:p>
        </p:txBody>
      </p:sp>
      <p:sp>
        <p:nvSpPr>
          <p:cNvPr id="15" name="TextBox 14"/>
          <p:cNvSpPr txBox="1"/>
          <p:nvPr/>
        </p:nvSpPr>
        <p:spPr>
          <a:xfrm>
            <a:off x="841248" y="4974336"/>
            <a:ext cx="10515600" cy="640080"/>
          </a:xfrm>
          <a:prstGeom prst="rect">
            <a:avLst/>
          </a:prstGeom>
          <a:noFill/>
        </p:spPr>
        <p:txBody>
          <a:bodyPr wrap="square" lIns="0" rIns="0" tIns="0" bIns="0" anchor="ctr">
            <a:spAutoFit/>
          </a:bodyPr>
          <a:lstStyle/>
          <a:p>
            <a:pPr algn="l">
              <a:spcBef>
                <a:spcPts val="0"/>
              </a:spcBef>
              <a:spcAft>
                <a:spcPts val="0"/>
              </a:spcAft>
            </a:pPr>
            <a:r>
              <a:rPr sz="1700" b="1" i="0">
                <a:solidFill>
                  <a:srgbClr val="FFFFFF"/>
                </a:solidFill>
                <a:latin typeface="Segoe UI"/>
              </a:rPr>
              <a:t>A tungsten that touches the pool is cut back and reground, never cleaned.</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10</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TOPIC 3 OF 9</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How the metal crosses the arc</a:t>
            </a:r>
          </a:p>
        </p:txBody>
      </p:sp>
      <p:sp>
        <p:nvSpPr>
          <p:cNvPr id="7" name="TextBox 6"/>
          <p:cNvSpPr txBox="1"/>
          <p:nvPr/>
        </p:nvSpPr>
        <p:spPr>
          <a:xfrm>
            <a:off x="457200" y="1481328"/>
            <a:ext cx="10607040" cy="310896"/>
          </a:xfrm>
          <a:prstGeom prst="rect">
            <a:avLst/>
          </a:prstGeom>
          <a:noFill/>
        </p:spPr>
        <p:txBody>
          <a:bodyPr wrap="square" lIns="0" rIns="0" tIns="0" bIns="0" anchor="t">
            <a:spAutoFit/>
          </a:bodyPr>
          <a:lstStyle/>
          <a:p>
            <a:pPr algn="l">
              <a:spcBef>
                <a:spcPts val="0"/>
              </a:spcBef>
              <a:spcAft>
                <a:spcPts val="0"/>
              </a:spcAft>
            </a:pPr>
            <a:r>
              <a:rPr sz="1300" b="0" i="0">
                <a:solidFill>
                  <a:srgbClr val="6E7C87"/>
                </a:solidFill>
                <a:latin typeface="Segoe UI"/>
              </a:rPr>
              <a:t>Four transfer modes, and what picks between them</a:t>
            </a:r>
          </a:p>
        </p:txBody>
      </p:sp>
      <p:sp>
        <p:nvSpPr>
          <p:cNvPr id="8" name="Rectangle 7"/>
          <p:cNvSpPr/>
          <p:nvPr/>
        </p:nvSpPr>
        <p:spPr>
          <a:xfrm>
            <a:off x="457200" y="2103120"/>
            <a:ext cx="2612898" cy="2596896"/>
          </a:xfrm>
          <a:prstGeom prst="rect">
            <a:avLst/>
          </a:prstGeom>
          <a:solidFill>
            <a:srgbClr val="F4F6F7"/>
          </a:solidFill>
          <a:ln>
            <a:noFill/>
          </a:ln>
          <a:effectLst/>
        </p:spPr>
        <p:txBody>
          <a:bodyPr rtlCol="0" anchor="ctr" wrap="square" lIns="0" rIns="0" tIns="0" bIns="0"/>
          <a:lstStyle/>
          <a:p>
            <a:pPr algn="ctr"/>
          </a:p>
        </p:txBody>
      </p:sp>
      <p:sp>
        <p:nvSpPr>
          <p:cNvPr id="9" name="TextBox 8"/>
          <p:cNvSpPr txBox="1"/>
          <p:nvPr/>
        </p:nvSpPr>
        <p:spPr>
          <a:xfrm>
            <a:off x="731520" y="2377440"/>
            <a:ext cx="2064257" cy="210312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SHORT CIRCUIT</a:t>
            </a:r>
          </a:p>
          <a:p>
            <a:pPr>
              <a:spcBef>
                <a:spcPts val="800"/>
              </a:spcBef>
              <a:spcAft>
                <a:spcPts val="0"/>
              </a:spcAft>
            </a:pPr>
            <a:r>
              <a:rPr sz="1500" b="1" i="0">
                <a:solidFill>
                  <a:srgbClr val="051C2C"/>
                </a:solidFill>
                <a:latin typeface="Segoe UI"/>
              </a:rPr>
              <a:t>Low current</a:t>
            </a:r>
          </a:p>
          <a:p>
            <a:pPr>
              <a:lnSpc>
                <a:spcPct val="120000"/>
              </a:lnSpc>
              <a:spcBef>
                <a:spcPts val="1000"/>
              </a:spcBef>
              <a:spcAft>
                <a:spcPts val="0"/>
              </a:spcAft>
            </a:pPr>
            <a:r>
              <a:rPr sz="1250" b="0" i="0">
                <a:solidFill>
                  <a:srgbClr val="6E7C87"/>
                </a:solidFill>
                <a:latin typeface="Segoe UI"/>
              </a:rPr>
              <a:t>The wire touches the work. Lowest heat, for thin sheet. Its risk is lack of fusion.</a:t>
            </a:r>
          </a:p>
        </p:txBody>
      </p:sp>
      <p:sp>
        <p:nvSpPr>
          <p:cNvPr id="10" name="Rectangle 9"/>
          <p:cNvSpPr/>
          <p:nvPr/>
        </p:nvSpPr>
        <p:spPr>
          <a:xfrm>
            <a:off x="3344418" y="2103120"/>
            <a:ext cx="2612898" cy="2596896"/>
          </a:xfrm>
          <a:prstGeom prst="rect">
            <a:avLst/>
          </a:prstGeom>
          <a:solidFill>
            <a:srgbClr val="F4F6F7"/>
          </a:solidFill>
          <a:ln>
            <a:noFill/>
          </a:ln>
          <a:effectLst/>
        </p:spPr>
        <p:txBody>
          <a:bodyPr rtlCol="0" anchor="ctr" wrap="square" lIns="0" rIns="0" tIns="0" bIns="0"/>
          <a:lstStyle/>
          <a:p>
            <a:pPr algn="ctr"/>
          </a:p>
        </p:txBody>
      </p:sp>
      <p:sp>
        <p:nvSpPr>
          <p:cNvPr id="11" name="TextBox 10"/>
          <p:cNvSpPr txBox="1"/>
          <p:nvPr/>
        </p:nvSpPr>
        <p:spPr>
          <a:xfrm>
            <a:off x="3618738" y="2377440"/>
            <a:ext cx="2064257" cy="210312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GLOBULAR</a:t>
            </a:r>
          </a:p>
          <a:p>
            <a:pPr>
              <a:spcBef>
                <a:spcPts val="800"/>
              </a:spcBef>
              <a:spcAft>
                <a:spcPts val="0"/>
              </a:spcAft>
            </a:pPr>
            <a:r>
              <a:rPr sz="1500" b="1" i="0">
                <a:solidFill>
                  <a:srgbClr val="051C2C"/>
                </a:solidFill>
                <a:latin typeface="Segoe UI"/>
              </a:rPr>
              <a:t>Mid current</a:t>
            </a:r>
          </a:p>
          <a:p>
            <a:pPr>
              <a:lnSpc>
                <a:spcPct val="120000"/>
              </a:lnSpc>
              <a:spcBef>
                <a:spcPts val="1000"/>
              </a:spcBef>
              <a:spcAft>
                <a:spcPts val="0"/>
              </a:spcAft>
            </a:pPr>
            <a:r>
              <a:rPr sz="1250" b="0" i="0">
                <a:solidFill>
                  <a:srgbClr val="6E7C87"/>
                </a:solidFill>
                <a:latin typeface="Segoe UI"/>
              </a:rPr>
              <a:t>Large drops fall by gravity. Heavy spatter, so we avoid it.</a:t>
            </a:r>
          </a:p>
        </p:txBody>
      </p:sp>
      <p:sp>
        <p:nvSpPr>
          <p:cNvPr id="12" name="Rectangle 11"/>
          <p:cNvSpPr/>
          <p:nvPr/>
        </p:nvSpPr>
        <p:spPr>
          <a:xfrm>
            <a:off x="6231636" y="2103120"/>
            <a:ext cx="2612898" cy="2596896"/>
          </a:xfrm>
          <a:prstGeom prst="rect">
            <a:avLst/>
          </a:prstGeom>
          <a:solidFill>
            <a:srgbClr val="F4F6F7"/>
          </a:solidFill>
          <a:ln>
            <a:noFill/>
          </a:ln>
          <a:effectLst/>
        </p:spPr>
        <p:txBody>
          <a:bodyPr rtlCol="0" anchor="ctr" wrap="square" lIns="0" rIns="0" tIns="0" bIns="0"/>
          <a:lstStyle/>
          <a:p>
            <a:pPr algn="ctr"/>
          </a:p>
        </p:txBody>
      </p:sp>
      <p:sp>
        <p:nvSpPr>
          <p:cNvPr id="13" name="TextBox 12"/>
          <p:cNvSpPr txBox="1"/>
          <p:nvPr/>
        </p:nvSpPr>
        <p:spPr>
          <a:xfrm>
            <a:off x="6505956" y="2377440"/>
            <a:ext cx="2064257" cy="210312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SPRAY</a:t>
            </a:r>
          </a:p>
          <a:p>
            <a:pPr>
              <a:spcBef>
                <a:spcPts val="800"/>
              </a:spcBef>
              <a:spcAft>
                <a:spcPts val="0"/>
              </a:spcAft>
            </a:pPr>
            <a:r>
              <a:rPr sz="1500" b="1" i="0">
                <a:solidFill>
                  <a:srgbClr val="051C2C"/>
                </a:solidFill>
                <a:latin typeface="Segoe UI"/>
              </a:rPr>
              <a:t>High current</a:t>
            </a:r>
          </a:p>
          <a:p>
            <a:pPr>
              <a:lnSpc>
                <a:spcPct val="120000"/>
              </a:lnSpc>
              <a:spcBef>
                <a:spcPts val="1000"/>
              </a:spcBef>
              <a:spcAft>
                <a:spcPts val="0"/>
              </a:spcAft>
            </a:pPr>
            <a:r>
              <a:rPr sz="1250" b="0" i="0">
                <a:solidFill>
                  <a:srgbClr val="6E7C87"/>
                </a:solidFill>
                <a:latin typeface="Segoe UI"/>
              </a:rPr>
              <a:t>Fine droplets, no contact. Needs at least 80 % argon. Flat and horizontal only.</a:t>
            </a:r>
          </a:p>
        </p:txBody>
      </p:sp>
      <p:sp>
        <p:nvSpPr>
          <p:cNvPr id="14" name="Rectangle 13"/>
          <p:cNvSpPr/>
          <p:nvPr/>
        </p:nvSpPr>
        <p:spPr>
          <a:xfrm>
            <a:off x="9118854" y="2103120"/>
            <a:ext cx="2612898" cy="2596896"/>
          </a:xfrm>
          <a:prstGeom prst="rect">
            <a:avLst/>
          </a:prstGeom>
          <a:solidFill>
            <a:srgbClr val="F4F6F7"/>
          </a:solidFill>
          <a:ln>
            <a:noFill/>
          </a:ln>
          <a:effectLst/>
        </p:spPr>
        <p:txBody>
          <a:bodyPr rtlCol="0" anchor="ctr" wrap="square" lIns="0" rIns="0" tIns="0" bIns="0"/>
          <a:lstStyle/>
          <a:p>
            <a:pPr algn="ctr"/>
          </a:p>
        </p:txBody>
      </p:sp>
      <p:sp>
        <p:nvSpPr>
          <p:cNvPr id="15" name="TextBox 14"/>
          <p:cNvSpPr txBox="1"/>
          <p:nvPr/>
        </p:nvSpPr>
        <p:spPr>
          <a:xfrm>
            <a:off x="9393174" y="2377440"/>
            <a:ext cx="2064257" cy="210312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PULSED</a:t>
            </a:r>
          </a:p>
          <a:p>
            <a:pPr>
              <a:spcBef>
                <a:spcPts val="800"/>
              </a:spcBef>
              <a:spcAft>
                <a:spcPts val="0"/>
              </a:spcAft>
            </a:pPr>
            <a:r>
              <a:rPr sz="1500" b="1" i="0">
                <a:solidFill>
                  <a:srgbClr val="051C2C"/>
                </a:solidFill>
                <a:latin typeface="Segoe UI"/>
              </a:rPr>
              <a:t>Controlled</a:t>
            </a:r>
          </a:p>
          <a:p>
            <a:pPr>
              <a:lnSpc>
                <a:spcPct val="120000"/>
              </a:lnSpc>
              <a:spcBef>
                <a:spcPts val="1000"/>
              </a:spcBef>
              <a:spcAft>
                <a:spcPts val="0"/>
              </a:spcAft>
            </a:pPr>
            <a:r>
              <a:rPr sz="1250" b="0" i="0">
                <a:solidFill>
                  <a:srgbClr val="6E7C87"/>
                </a:solidFill>
                <a:latin typeface="Segoe UI"/>
              </a:rPr>
              <a:t>The source alternates high and low. Spray quality at low heat input.</a:t>
            </a:r>
          </a:p>
        </p:txBody>
      </p:sp>
      <p:sp>
        <p:nvSpPr>
          <p:cNvPr id="16" name="Rectangle 15"/>
          <p:cNvSpPr/>
          <p:nvPr/>
        </p:nvSpPr>
        <p:spPr>
          <a:xfrm>
            <a:off x="457200" y="4992624"/>
            <a:ext cx="11274552" cy="1005840"/>
          </a:xfrm>
          <a:prstGeom prst="rect">
            <a:avLst/>
          </a:prstGeom>
          <a:solidFill>
            <a:srgbClr val="051C2C"/>
          </a:solidFill>
          <a:ln>
            <a:noFill/>
          </a:ln>
          <a:effectLst/>
        </p:spPr>
        <p:txBody>
          <a:bodyPr rtlCol="0" anchor="ctr" wrap="square" lIns="0" rIns="0" tIns="0" bIns="0"/>
          <a:lstStyle/>
          <a:p>
            <a:pPr algn="ctr"/>
          </a:p>
        </p:txBody>
      </p:sp>
      <p:sp>
        <p:nvSpPr>
          <p:cNvPr id="17" name="TextBox 16"/>
          <p:cNvSpPr txBox="1"/>
          <p:nvPr/>
        </p:nvSpPr>
        <p:spPr>
          <a:xfrm>
            <a:off x="841248" y="5212080"/>
            <a:ext cx="10515600" cy="566928"/>
          </a:xfrm>
          <a:prstGeom prst="rect">
            <a:avLst/>
          </a:prstGeom>
          <a:noFill/>
        </p:spPr>
        <p:txBody>
          <a:bodyPr wrap="square" lIns="0" rIns="0" tIns="0" bIns="0" anchor="ctr">
            <a:spAutoFit/>
          </a:bodyPr>
          <a:lstStyle/>
          <a:p>
            <a:pPr algn="l">
              <a:spcBef>
                <a:spcPts val="0"/>
              </a:spcBef>
              <a:spcAft>
                <a:spcPts val="0"/>
              </a:spcAft>
            </a:pPr>
            <a:r>
              <a:rPr sz="1600" b="1" i="0">
                <a:solidFill>
                  <a:srgbClr val="D5FB00"/>
                </a:solidFill>
                <a:latin typeface="Segoe UI"/>
              </a:rPr>
              <a:t>Changing the transfer mode is an essential variable. It invalidates the procedure.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11</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TOPICS 6, 7 AND 8 OF 9</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Reading the print: joint, position, symbol</a:t>
            </a:r>
          </a:p>
        </p:txBody>
      </p:sp>
      <p:sp>
        <p:nvSpPr>
          <p:cNvPr id="7" name="TextBox 6"/>
          <p:cNvSpPr txBox="1"/>
          <p:nvPr/>
        </p:nvSpPr>
        <p:spPr>
          <a:xfrm>
            <a:off x="457200" y="1481328"/>
            <a:ext cx="10607040" cy="310896"/>
          </a:xfrm>
          <a:prstGeom prst="rect">
            <a:avLst/>
          </a:prstGeom>
          <a:noFill/>
        </p:spPr>
        <p:txBody>
          <a:bodyPr wrap="square" lIns="0" rIns="0" tIns="0" bIns="0" anchor="t">
            <a:spAutoFit/>
          </a:bodyPr>
          <a:lstStyle/>
          <a:p>
            <a:pPr algn="l">
              <a:spcBef>
                <a:spcPts val="0"/>
              </a:spcBef>
              <a:spcAft>
                <a:spcPts val="0"/>
              </a:spcAft>
            </a:pPr>
            <a:r>
              <a:rPr sz="1300" b="0" i="0">
                <a:solidFill>
                  <a:srgbClr val="6E7C87"/>
                </a:solidFill>
                <a:latin typeface="Segoe UI"/>
              </a:rPr>
              <a:t>Three short topics that always travel together</a:t>
            </a:r>
          </a:p>
        </p:txBody>
      </p:sp>
      <p:sp>
        <p:nvSpPr>
          <p:cNvPr id="8" name="Rectangle 7"/>
          <p:cNvSpPr/>
          <p:nvPr/>
        </p:nvSpPr>
        <p:spPr>
          <a:xfrm>
            <a:off x="457200" y="2103120"/>
            <a:ext cx="3611880" cy="2286000"/>
          </a:xfrm>
          <a:prstGeom prst="rect">
            <a:avLst/>
          </a:prstGeom>
          <a:solidFill>
            <a:srgbClr val="F4F6F7"/>
          </a:solidFill>
          <a:ln>
            <a:noFill/>
          </a:ln>
          <a:effectLst/>
        </p:spPr>
        <p:txBody>
          <a:bodyPr rtlCol="0" anchor="ctr" wrap="square" lIns="0" rIns="0" tIns="0" bIns="0"/>
          <a:lstStyle/>
          <a:p>
            <a:pPr algn="ctr"/>
          </a:p>
        </p:txBody>
      </p:sp>
      <p:sp>
        <p:nvSpPr>
          <p:cNvPr id="9" name="TextBox 8"/>
          <p:cNvSpPr txBox="1"/>
          <p:nvPr/>
        </p:nvSpPr>
        <p:spPr>
          <a:xfrm>
            <a:off x="786384" y="2395728"/>
            <a:ext cx="2953512" cy="173736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JOINT GEOMETRY</a:t>
            </a:r>
          </a:p>
          <a:p>
            <a:pPr>
              <a:lnSpc>
                <a:spcPct val="120000"/>
              </a:lnSpc>
              <a:spcBef>
                <a:spcPts val="1200"/>
              </a:spcBef>
              <a:spcAft>
                <a:spcPts val="0"/>
              </a:spcAft>
            </a:pPr>
            <a:r>
              <a:rPr sz="1400" b="0" i="0">
                <a:solidFill>
                  <a:srgbClr val="051C2C"/>
                </a:solidFill>
                <a:latin typeface="Segoe UI"/>
              </a:rPr>
              <a:t>Butt, lap, T, corner and edge. The throat is what carries the load, not the leg.</a:t>
            </a:r>
          </a:p>
        </p:txBody>
      </p:sp>
      <p:sp>
        <p:nvSpPr>
          <p:cNvPr id="10" name="Rectangle 9"/>
          <p:cNvSpPr/>
          <p:nvPr/>
        </p:nvSpPr>
        <p:spPr>
          <a:xfrm>
            <a:off x="4288536" y="2103120"/>
            <a:ext cx="3611880" cy="2286000"/>
          </a:xfrm>
          <a:prstGeom prst="rect">
            <a:avLst/>
          </a:prstGeom>
          <a:solidFill>
            <a:srgbClr val="F4F6F7"/>
          </a:solidFill>
          <a:ln>
            <a:noFill/>
          </a:ln>
          <a:effectLst/>
        </p:spPr>
        <p:txBody>
          <a:bodyPr rtlCol="0" anchor="ctr" wrap="square" lIns="0" rIns="0" tIns="0" bIns="0"/>
          <a:lstStyle/>
          <a:p>
            <a:pPr algn="ctr"/>
          </a:p>
        </p:txBody>
      </p:sp>
      <p:sp>
        <p:nvSpPr>
          <p:cNvPr id="11" name="TextBox 10"/>
          <p:cNvSpPr txBox="1"/>
          <p:nvPr/>
        </p:nvSpPr>
        <p:spPr>
          <a:xfrm>
            <a:off x="4617720" y="2395728"/>
            <a:ext cx="2953512" cy="173736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POSITIONS</a:t>
            </a:r>
          </a:p>
          <a:p>
            <a:pPr>
              <a:lnSpc>
                <a:spcPct val="120000"/>
              </a:lnSpc>
              <a:spcBef>
                <a:spcPts val="1200"/>
              </a:spcBef>
              <a:spcAft>
                <a:spcPts val="0"/>
              </a:spcAft>
            </a:pPr>
            <a:r>
              <a:rPr sz="1400" b="0" i="0">
                <a:solidFill>
                  <a:srgbClr val="051C2C"/>
                </a:solidFill>
                <a:latin typeface="Segoe UI"/>
              </a:rPr>
              <a:t>1G to 4G for groove welds, 1F to 4F for fillet welds. Cummins adds P for plug and S for slot.</a:t>
            </a:r>
          </a:p>
        </p:txBody>
      </p:sp>
      <p:sp>
        <p:nvSpPr>
          <p:cNvPr id="12" name="Rectangle 11"/>
          <p:cNvSpPr/>
          <p:nvPr/>
        </p:nvSpPr>
        <p:spPr>
          <a:xfrm>
            <a:off x="8119872" y="2103120"/>
            <a:ext cx="3611880" cy="2286000"/>
          </a:xfrm>
          <a:prstGeom prst="rect">
            <a:avLst/>
          </a:prstGeom>
          <a:solidFill>
            <a:srgbClr val="F4F6F7"/>
          </a:solidFill>
          <a:ln>
            <a:noFill/>
          </a:ln>
          <a:effectLst/>
        </p:spPr>
        <p:txBody>
          <a:bodyPr rtlCol="0" anchor="ctr" wrap="square" lIns="0" rIns="0" tIns="0" bIns="0"/>
          <a:lstStyle/>
          <a:p>
            <a:pPr algn="ctr"/>
          </a:p>
        </p:txBody>
      </p:sp>
      <p:sp>
        <p:nvSpPr>
          <p:cNvPr id="13" name="TextBox 12"/>
          <p:cNvSpPr txBox="1"/>
          <p:nvPr/>
        </p:nvSpPr>
        <p:spPr>
          <a:xfrm>
            <a:off x="8449056" y="2395728"/>
            <a:ext cx="2953512" cy="173736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SYMBOLS</a:t>
            </a:r>
          </a:p>
          <a:p>
            <a:pPr>
              <a:lnSpc>
                <a:spcPct val="120000"/>
              </a:lnSpc>
              <a:spcBef>
                <a:spcPts val="1200"/>
              </a:spcBef>
              <a:spcAft>
                <a:spcPts val="0"/>
              </a:spcAft>
            </a:pPr>
            <a:r>
              <a:rPr sz="1400" b="0" i="0">
                <a:solidFill>
                  <a:srgbClr val="051C2C"/>
                </a:solidFill>
                <a:latin typeface="Segoe UI"/>
              </a:rPr>
              <a:t>AWS A2.4 by default. Arrow side goes below the reference line, the other side above.</a:t>
            </a:r>
          </a:p>
        </p:txBody>
      </p:sp>
      <p:sp>
        <p:nvSpPr>
          <p:cNvPr id="14" name="Rectangle 13"/>
          <p:cNvSpPr/>
          <p:nvPr/>
        </p:nvSpPr>
        <p:spPr>
          <a:xfrm>
            <a:off x="457200" y="4681728"/>
            <a:ext cx="11274552" cy="1188720"/>
          </a:xfrm>
          <a:prstGeom prst="rect">
            <a:avLst/>
          </a:prstGeom>
          <a:solidFill>
            <a:srgbClr val="051C2C"/>
          </a:solidFill>
          <a:ln>
            <a:noFill/>
          </a:ln>
          <a:effectLst/>
        </p:spPr>
        <p:txBody>
          <a:bodyPr rtlCol="0" anchor="ctr" wrap="square" lIns="0" rIns="0" tIns="0" bIns="0"/>
          <a:lstStyle/>
          <a:p>
            <a:pPr algn="ctr"/>
          </a:p>
        </p:txBody>
      </p:sp>
      <p:sp>
        <p:nvSpPr>
          <p:cNvPr id="15" name="TextBox 14"/>
          <p:cNvSpPr txBox="1"/>
          <p:nvPr/>
        </p:nvSpPr>
        <p:spPr>
          <a:xfrm>
            <a:off x="841248" y="4937760"/>
            <a:ext cx="10515600" cy="731520"/>
          </a:xfrm>
          <a:prstGeom prst="rect">
            <a:avLst/>
          </a:prstGeom>
          <a:noFill/>
        </p:spPr>
        <p:txBody>
          <a:bodyPr wrap="square" lIns="0" rIns="0" tIns="0" bIns="0" anchor="ctr">
            <a:spAutoFit/>
          </a:bodyPr>
          <a:lstStyle/>
          <a:p>
            <a:pPr algn="l">
              <a:lnSpc>
                <a:spcPct val="116000"/>
              </a:lnSpc>
              <a:spcBef>
                <a:spcPts val="0"/>
              </a:spcBef>
              <a:spcAft>
                <a:spcPts val="0"/>
              </a:spcAft>
            </a:pPr>
            <a:r>
              <a:rPr sz="1600" b="1" i="0">
                <a:solidFill>
                  <a:srgbClr val="D5FB00"/>
                </a:solidFill>
                <a:latin typeface="Segoe UI"/>
              </a:rPr>
              <a:t>Our prints carry two things AWS does not: the weld class and the WDR, both in the tail of the symbol.</a:t>
            </a:r>
          </a:p>
          <a:p>
            <a:pPr>
              <a:spcBef>
                <a:spcPts val="800"/>
              </a:spcBef>
              <a:spcAft>
                <a:spcPts val="0"/>
              </a:spcAft>
            </a:pPr>
            <a:r>
              <a:rPr sz="1250" b="0" i="0">
                <a:solidFill>
                  <a:srgbClr val="C6CDD1"/>
                </a:solidFill>
                <a:latin typeface="Segoe UI"/>
              </a:rPr>
              <a:t>If no class is marked, it is Class 2 by default.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9FAFBA"/>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9FAFBA"/>
                </a:solidFill>
                <a:latin typeface="Segoe UI"/>
              </a:rPr>
              <a:t>12</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TOPICS 5 AND 9 OF 9</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D5FB00"/>
                </a:solidFill>
                <a:latin typeface="Segoe UI"/>
              </a:rPr>
              <a:t>A defect is a discontinuity that went too far</a:t>
            </a:r>
          </a:p>
        </p:txBody>
      </p:sp>
      <p:sp>
        <p:nvSpPr>
          <p:cNvPr id="7" name="TextBox 6"/>
          <p:cNvSpPr txBox="1"/>
          <p:nvPr/>
        </p:nvSpPr>
        <p:spPr>
          <a:xfrm>
            <a:off x="457200" y="1481328"/>
            <a:ext cx="10607040" cy="310896"/>
          </a:xfrm>
          <a:prstGeom prst="rect">
            <a:avLst/>
          </a:prstGeom>
          <a:noFill/>
        </p:spPr>
        <p:txBody>
          <a:bodyPr wrap="square" lIns="0" rIns="0" tIns="0" bIns="0" anchor="t">
            <a:spAutoFit/>
          </a:bodyPr>
          <a:lstStyle/>
          <a:p>
            <a:pPr algn="l">
              <a:spcBef>
                <a:spcPts val="0"/>
              </a:spcBef>
              <a:spcAft>
                <a:spcPts val="0"/>
              </a:spcAft>
            </a:pPr>
            <a:r>
              <a:rPr sz="1300" b="0" i="0">
                <a:solidFill>
                  <a:srgbClr val="9FAFBA"/>
                </a:solidFill>
                <a:latin typeface="Segoe UI"/>
              </a:rPr>
              <a:t>Discontinuities, acceptance limits and the documents that set them</a:t>
            </a:r>
          </a:p>
        </p:txBody>
      </p:sp>
      <p:sp>
        <p:nvSpPr>
          <p:cNvPr id="8" name="Rectangle 7"/>
          <p:cNvSpPr/>
          <p:nvPr/>
        </p:nvSpPr>
        <p:spPr>
          <a:xfrm>
            <a:off x="457200" y="2084831"/>
            <a:ext cx="5504688" cy="2651760"/>
          </a:xfrm>
          <a:prstGeom prst="rect">
            <a:avLst/>
          </a:prstGeom>
          <a:solidFill>
            <a:srgbClr val="0B2A3E"/>
          </a:solidFill>
          <a:ln>
            <a:noFill/>
          </a:ln>
          <a:effectLst/>
        </p:spPr>
        <p:txBody>
          <a:bodyPr rtlCol="0" anchor="ctr" wrap="square" lIns="0" rIns="0" tIns="0" bIns="0"/>
          <a:lstStyle/>
          <a:p>
            <a:pPr algn="ctr"/>
          </a:p>
        </p:txBody>
      </p:sp>
      <p:sp>
        <p:nvSpPr>
          <p:cNvPr id="9" name="TextBox 8"/>
          <p:cNvSpPr txBox="1"/>
          <p:nvPr/>
        </p:nvSpPr>
        <p:spPr>
          <a:xfrm>
            <a:off x="786384" y="2340864"/>
            <a:ext cx="4846320" cy="2103120"/>
          </a:xfrm>
          <a:prstGeom prst="rect">
            <a:avLst/>
          </a:prstGeom>
          <a:noFill/>
        </p:spPr>
        <p:txBody>
          <a:bodyPr wrap="square" lIns="0" rIns="0" tIns="0" bIns="0" anchor="t">
            <a:spAutoFit/>
          </a:bodyPr>
          <a:lstStyle/>
          <a:p>
            <a:pPr algn="l">
              <a:spcBef>
                <a:spcPts val="0"/>
              </a:spcBef>
              <a:spcAft>
                <a:spcPts val="0"/>
              </a:spcAft>
            </a:pPr>
            <a:r>
              <a:rPr sz="950" b="1" i="0">
                <a:solidFill>
                  <a:srgbClr val="D5FB00"/>
                </a:solidFill>
                <a:latin typeface="Segoe UI"/>
              </a:rPr>
              <a:t>WHAT WE SEE IN THE CELL</a:t>
            </a:r>
          </a:p>
          <a:p>
            <a:pPr>
              <a:spcBef>
                <a:spcPts val="1300"/>
              </a:spcBef>
              <a:spcAft>
                <a:spcPts val="0"/>
              </a:spcAft>
            </a:pPr>
            <a:r>
              <a:rPr sz="1350" b="0" i="0">
                <a:solidFill>
                  <a:srgbClr val="FFFFFF"/>
                </a:solidFill>
                <a:latin typeface="Segoe UI"/>
              </a:rPr>
              <a:t>Porosity, from poor gas coverage</a:t>
            </a:r>
          </a:p>
          <a:p>
            <a:pPr>
              <a:spcBef>
                <a:spcPts val="1300"/>
              </a:spcBef>
              <a:spcAft>
                <a:spcPts val="0"/>
              </a:spcAft>
            </a:pPr>
            <a:r>
              <a:rPr sz="1350" b="0" i="0">
                <a:solidFill>
                  <a:srgbClr val="FFFFFF"/>
                </a:solidFill>
                <a:latin typeface="Segoe UI"/>
              </a:rPr>
              <a:t>Undercut, from too much current or speed</a:t>
            </a:r>
          </a:p>
          <a:p>
            <a:pPr>
              <a:spcBef>
                <a:spcPts val="1300"/>
              </a:spcBef>
              <a:spcAft>
                <a:spcPts val="0"/>
              </a:spcAft>
            </a:pPr>
            <a:r>
              <a:rPr sz="1350" b="0" i="0">
                <a:solidFill>
                  <a:srgbClr val="FFFFFF"/>
                </a:solidFill>
                <a:latin typeface="Segoe UI"/>
              </a:rPr>
              <a:t>Lack of fusion, from too little heat</a:t>
            </a:r>
          </a:p>
          <a:p>
            <a:pPr>
              <a:spcBef>
                <a:spcPts val="1300"/>
              </a:spcBef>
              <a:spcAft>
                <a:spcPts val="0"/>
              </a:spcAft>
            </a:pPr>
            <a:r>
              <a:rPr sz="1350" b="0" i="0">
                <a:solidFill>
                  <a:srgbClr val="FFFFFF"/>
                </a:solidFill>
                <a:latin typeface="Segoe UI"/>
              </a:rPr>
              <a:t>Spatter, burn-through, cracks</a:t>
            </a:r>
          </a:p>
        </p:txBody>
      </p:sp>
      <p:sp>
        <p:nvSpPr>
          <p:cNvPr id="10" name="Rectangle 9"/>
          <p:cNvSpPr/>
          <p:nvPr/>
        </p:nvSpPr>
        <p:spPr>
          <a:xfrm>
            <a:off x="6227064" y="2084831"/>
            <a:ext cx="5504688" cy="2651760"/>
          </a:xfrm>
          <a:prstGeom prst="rect">
            <a:avLst/>
          </a:prstGeom>
          <a:solidFill>
            <a:srgbClr val="0B2A3E"/>
          </a:solidFill>
          <a:ln>
            <a:noFill/>
          </a:ln>
          <a:effectLst/>
        </p:spPr>
        <p:txBody>
          <a:bodyPr rtlCol="0" anchor="ctr" wrap="square" lIns="0" rIns="0" tIns="0" bIns="0"/>
          <a:lstStyle/>
          <a:p>
            <a:pPr algn="ctr"/>
          </a:p>
        </p:txBody>
      </p:sp>
      <p:sp>
        <p:nvSpPr>
          <p:cNvPr id="11" name="TextBox 10"/>
          <p:cNvSpPr txBox="1"/>
          <p:nvPr/>
        </p:nvSpPr>
        <p:spPr>
          <a:xfrm>
            <a:off x="6556248" y="2340864"/>
            <a:ext cx="4846320" cy="2103120"/>
          </a:xfrm>
          <a:prstGeom prst="rect">
            <a:avLst/>
          </a:prstGeom>
          <a:noFill/>
        </p:spPr>
        <p:txBody>
          <a:bodyPr wrap="square" lIns="0" rIns="0" tIns="0" bIns="0" anchor="t">
            <a:spAutoFit/>
          </a:bodyPr>
          <a:lstStyle/>
          <a:p>
            <a:pPr algn="l">
              <a:spcBef>
                <a:spcPts val="0"/>
              </a:spcBef>
              <a:spcAft>
                <a:spcPts val="0"/>
              </a:spcAft>
            </a:pPr>
            <a:r>
              <a:rPr sz="950" b="1" i="0">
                <a:solidFill>
                  <a:srgbClr val="D5FB00"/>
                </a:solidFill>
                <a:latin typeface="Segoe UI"/>
              </a:rPr>
              <a:t>WHAT SETS THE LIMIT</a:t>
            </a:r>
          </a:p>
          <a:p>
            <a:pPr>
              <a:spcBef>
                <a:spcPts val="1300"/>
              </a:spcBef>
              <a:spcAft>
                <a:spcPts val="0"/>
              </a:spcAft>
            </a:pPr>
            <a:r>
              <a:rPr sz="1350" b="0" i="0">
                <a:solidFill>
                  <a:srgbClr val="FFFFFF"/>
                </a:solidFill>
                <a:latin typeface="Segoe UI"/>
              </a:rPr>
              <a:t>The weld class on the print, 1, 2 or 3</a:t>
            </a:r>
          </a:p>
          <a:p>
            <a:pPr>
              <a:spcBef>
                <a:spcPts val="1300"/>
              </a:spcBef>
              <a:spcAft>
                <a:spcPts val="0"/>
              </a:spcAft>
            </a:pPr>
            <a:r>
              <a:rPr sz="1350" b="0" i="0">
                <a:solidFill>
                  <a:srgbClr val="FFFFFF"/>
                </a:solidFill>
                <a:latin typeface="Segoe UI"/>
              </a:rPr>
              <a:t>Class 1 allows no undercut at all</a:t>
            </a:r>
          </a:p>
          <a:p>
            <a:pPr>
              <a:spcBef>
                <a:spcPts val="1300"/>
              </a:spcBef>
              <a:spcAft>
                <a:spcPts val="0"/>
              </a:spcAft>
            </a:pPr>
            <a:r>
              <a:rPr sz="1350" b="0" i="0">
                <a:solidFill>
                  <a:srgbClr val="FFFFFF"/>
                </a:solidFill>
                <a:latin typeface="Segoe UI"/>
              </a:rPr>
              <a:t>Cracks are never allowed, in any class</a:t>
            </a:r>
          </a:p>
          <a:p>
            <a:pPr>
              <a:spcBef>
                <a:spcPts val="1300"/>
              </a:spcBef>
              <a:spcAft>
                <a:spcPts val="0"/>
              </a:spcAft>
            </a:pPr>
            <a:r>
              <a:rPr sz="1350" b="0" i="0">
                <a:solidFill>
                  <a:srgbClr val="FFFFFF"/>
                </a:solidFill>
                <a:latin typeface="Segoe UI"/>
              </a:rPr>
              <a:t>The WPS is the control plan</a:t>
            </a:r>
          </a:p>
        </p:txBody>
      </p:sp>
      <p:sp>
        <p:nvSpPr>
          <p:cNvPr id="12" name="Rectangle 11"/>
          <p:cNvSpPr/>
          <p:nvPr/>
        </p:nvSpPr>
        <p:spPr>
          <a:xfrm>
            <a:off x="457200" y="5029200"/>
            <a:ext cx="11274552" cy="1005840"/>
          </a:xfrm>
          <a:prstGeom prst="rect">
            <a:avLst/>
          </a:prstGeom>
          <a:solidFill>
            <a:srgbClr val="D5FB00"/>
          </a:solidFill>
          <a:ln>
            <a:noFill/>
          </a:ln>
          <a:effectLst/>
        </p:spPr>
        <p:txBody>
          <a:bodyPr rtlCol="0" anchor="ctr" wrap="square" lIns="0" rIns="0" tIns="0" bIns="0"/>
          <a:lstStyle/>
          <a:p>
            <a:pPr algn="ctr"/>
          </a:p>
        </p:txBody>
      </p:sp>
      <p:sp>
        <p:nvSpPr>
          <p:cNvPr id="13" name="TextBox 12"/>
          <p:cNvSpPr txBox="1"/>
          <p:nvPr/>
        </p:nvSpPr>
        <p:spPr>
          <a:xfrm>
            <a:off x="841248" y="5248656"/>
            <a:ext cx="10515600" cy="566928"/>
          </a:xfrm>
          <a:prstGeom prst="rect">
            <a:avLst/>
          </a:prstGeom>
          <a:noFill/>
        </p:spPr>
        <p:txBody>
          <a:bodyPr wrap="square" lIns="0" rIns="0" tIns="0" bIns="0" anchor="ctr">
            <a:spAutoFit/>
          </a:bodyPr>
          <a:lstStyle/>
          <a:p>
            <a:pPr algn="l">
              <a:spcBef>
                <a:spcPts val="0"/>
              </a:spcBef>
              <a:spcAft>
                <a:spcPts val="0"/>
              </a:spcAft>
            </a:pPr>
            <a:r>
              <a:rPr sz="1800" b="1" i="0">
                <a:solidFill>
                  <a:srgbClr val="051C2C"/>
                </a:solidFill>
                <a:latin typeface="Segoe UI"/>
              </a:rPr>
              <a:t>The same bead passes in Class 3 and fails in Class 1.</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9FAFBA"/>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9FAFBA"/>
                </a:solidFill>
                <a:latin typeface="Segoe UI"/>
              </a:rPr>
              <a:t>13</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WHAT THE CUSTOMER ADDS</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D5FB00"/>
                </a:solidFill>
                <a:latin typeface="Segoe UI"/>
              </a:rPr>
              <a:t>The customer turns that theory into numbers</a:t>
            </a:r>
          </a:p>
        </p:txBody>
      </p:sp>
      <p:sp>
        <p:nvSpPr>
          <p:cNvPr id="7" name="TextBox 6"/>
          <p:cNvSpPr txBox="1"/>
          <p:nvPr/>
        </p:nvSpPr>
        <p:spPr>
          <a:xfrm>
            <a:off x="457200" y="1481328"/>
            <a:ext cx="10607040" cy="310896"/>
          </a:xfrm>
          <a:prstGeom prst="rect">
            <a:avLst/>
          </a:prstGeom>
          <a:noFill/>
        </p:spPr>
        <p:txBody>
          <a:bodyPr wrap="square" lIns="0" rIns="0" tIns="0" bIns="0" anchor="t">
            <a:spAutoFit/>
          </a:bodyPr>
          <a:lstStyle/>
          <a:p>
            <a:pPr algn="l">
              <a:spcBef>
                <a:spcPts val="0"/>
              </a:spcBef>
              <a:spcAft>
                <a:spcPts val="0"/>
              </a:spcAft>
            </a:pPr>
            <a:r>
              <a:rPr sz="1300" b="0" i="0">
                <a:solidFill>
                  <a:srgbClr val="9FAFBA"/>
                </a:solidFill>
                <a:latin typeface="Segoe UI"/>
              </a:rPr>
              <a:t>From the Cummins standard for aftertreatment and exhaust parts</a:t>
            </a:r>
          </a:p>
        </p:txBody>
      </p:sp>
      <p:sp>
        <p:nvSpPr>
          <p:cNvPr id="8" name="Rectangle 7"/>
          <p:cNvSpPr/>
          <p:nvPr/>
        </p:nvSpPr>
        <p:spPr>
          <a:xfrm>
            <a:off x="457200" y="2066543"/>
            <a:ext cx="3611880" cy="2139696"/>
          </a:xfrm>
          <a:prstGeom prst="rect">
            <a:avLst/>
          </a:prstGeom>
          <a:solidFill>
            <a:srgbClr val="0B2A3E"/>
          </a:solidFill>
          <a:ln>
            <a:noFill/>
          </a:ln>
          <a:effectLst/>
        </p:spPr>
        <p:txBody>
          <a:bodyPr rtlCol="0" anchor="ctr" wrap="square" lIns="0" rIns="0" tIns="0" bIns="0"/>
          <a:lstStyle/>
          <a:p>
            <a:pPr algn="ctr"/>
          </a:p>
        </p:txBody>
      </p:sp>
      <p:sp>
        <p:nvSpPr>
          <p:cNvPr id="9" name="TextBox 8"/>
          <p:cNvSpPr txBox="1"/>
          <p:nvPr/>
        </p:nvSpPr>
        <p:spPr>
          <a:xfrm>
            <a:off x="786384" y="2377440"/>
            <a:ext cx="2953512" cy="1554480"/>
          </a:xfrm>
          <a:prstGeom prst="rect">
            <a:avLst/>
          </a:prstGeom>
          <a:noFill/>
        </p:spPr>
        <p:txBody>
          <a:bodyPr wrap="square" lIns="0" rIns="0" tIns="0" bIns="0" anchor="t">
            <a:spAutoFit/>
          </a:bodyPr>
          <a:lstStyle/>
          <a:p>
            <a:pPr algn="l">
              <a:spcBef>
                <a:spcPts val="0"/>
              </a:spcBef>
              <a:spcAft>
                <a:spcPts val="0"/>
              </a:spcAft>
            </a:pPr>
            <a:r>
              <a:rPr sz="3400" b="1" i="0">
                <a:solidFill>
                  <a:srgbClr val="D5FB00"/>
                </a:solidFill>
                <a:latin typeface="Segoe UI"/>
              </a:rPr>
              <a:t>± 5 %</a:t>
            </a:r>
          </a:p>
          <a:p>
            <a:pPr>
              <a:lnSpc>
                <a:spcPct val="120000"/>
              </a:lnSpc>
              <a:spcBef>
                <a:spcPts val="1400"/>
              </a:spcBef>
              <a:spcAft>
                <a:spcPts val="0"/>
              </a:spcAft>
            </a:pPr>
            <a:r>
              <a:rPr sz="1400" b="0" i="0">
                <a:solidFill>
                  <a:srgbClr val="C6CDD1"/>
                </a:solidFill>
                <a:latin typeface="Segoe UI"/>
              </a:rPr>
              <a:t>wire feed speed, current and voltage</a:t>
            </a:r>
          </a:p>
        </p:txBody>
      </p:sp>
      <p:sp>
        <p:nvSpPr>
          <p:cNvPr id="10" name="Rectangle 9"/>
          <p:cNvSpPr/>
          <p:nvPr/>
        </p:nvSpPr>
        <p:spPr>
          <a:xfrm>
            <a:off x="4288536" y="2066543"/>
            <a:ext cx="3611880" cy="2139696"/>
          </a:xfrm>
          <a:prstGeom prst="rect">
            <a:avLst/>
          </a:prstGeom>
          <a:solidFill>
            <a:srgbClr val="0B2A3E"/>
          </a:solidFill>
          <a:ln>
            <a:noFill/>
          </a:ln>
          <a:effectLst/>
        </p:spPr>
        <p:txBody>
          <a:bodyPr rtlCol="0" anchor="ctr" wrap="square" lIns="0" rIns="0" tIns="0" bIns="0"/>
          <a:lstStyle/>
          <a:p>
            <a:pPr algn="ctr"/>
          </a:p>
        </p:txBody>
      </p:sp>
      <p:sp>
        <p:nvSpPr>
          <p:cNvPr id="11" name="TextBox 10"/>
          <p:cNvSpPr txBox="1"/>
          <p:nvPr/>
        </p:nvSpPr>
        <p:spPr>
          <a:xfrm>
            <a:off x="4617720" y="2377440"/>
            <a:ext cx="2953512" cy="1554480"/>
          </a:xfrm>
          <a:prstGeom prst="rect">
            <a:avLst/>
          </a:prstGeom>
          <a:noFill/>
        </p:spPr>
        <p:txBody>
          <a:bodyPr wrap="square" lIns="0" rIns="0" tIns="0" bIns="0" anchor="t">
            <a:spAutoFit/>
          </a:bodyPr>
          <a:lstStyle/>
          <a:p>
            <a:pPr algn="l">
              <a:spcBef>
                <a:spcPts val="0"/>
              </a:spcBef>
              <a:spcAft>
                <a:spcPts val="0"/>
              </a:spcAft>
            </a:pPr>
            <a:r>
              <a:rPr sz="3400" b="1" i="0">
                <a:solidFill>
                  <a:srgbClr val="D5FB00"/>
                </a:solidFill>
                <a:latin typeface="Segoe UI"/>
              </a:rPr>
              <a:t>± 10 %</a:t>
            </a:r>
          </a:p>
          <a:p>
            <a:pPr>
              <a:lnSpc>
                <a:spcPct val="120000"/>
              </a:lnSpc>
              <a:spcBef>
                <a:spcPts val="1400"/>
              </a:spcBef>
              <a:spcAft>
                <a:spcPts val="0"/>
              </a:spcAft>
            </a:pPr>
            <a:r>
              <a:rPr sz="1400" b="0" i="0">
                <a:solidFill>
                  <a:srgbClr val="C6CDD1"/>
                </a:solidFill>
                <a:latin typeface="Segoe UI"/>
              </a:rPr>
              <a:t>travel speed</a:t>
            </a:r>
          </a:p>
        </p:txBody>
      </p:sp>
      <p:sp>
        <p:nvSpPr>
          <p:cNvPr id="12" name="Rectangle 11"/>
          <p:cNvSpPr/>
          <p:nvPr/>
        </p:nvSpPr>
        <p:spPr>
          <a:xfrm>
            <a:off x="8119872" y="2066543"/>
            <a:ext cx="3611880" cy="2139696"/>
          </a:xfrm>
          <a:prstGeom prst="rect">
            <a:avLst/>
          </a:prstGeom>
          <a:solidFill>
            <a:srgbClr val="0B2A3E"/>
          </a:solidFill>
          <a:ln>
            <a:noFill/>
          </a:ln>
          <a:effectLst/>
        </p:spPr>
        <p:txBody>
          <a:bodyPr rtlCol="0" anchor="ctr" wrap="square" lIns="0" rIns="0" tIns="0" bIns="0"/>
          <a:lstStyle/>
          <a:p>
            <a:pPr algn="ctr"/>
          </a:p>
        </p:txBody>
      </p:sp>
      <p:sp>
        <p:nvSpPr>
          <p:cNvPr id="13" name="TextBox 12"/>
          <p:cNvSpPr txBox="1"/>
          <p:nvPr/>
        </p:nvSpPr>
        <p:spPr>
          <a:xfrm>
            <a:off x="8449056" y="2377440"/>
            <a:ext cx="2953512" cy="1554480"/>
          </a:xfrm>
          <a:prstGeom prst="rect">
            <a:avLst/>
          </a:prstGeom>
          <a:noFill/>
        </p:spPr>
        <p:txBody>
          <a:bodyPr wrap="square" lIns="0" rIns="0" tIns="0" bIns="0" anchor="t">
            <a:spAutoFit/>
          </a:bodyPr>
          <a:lstStyle/>
          <a:p>
            <a:pPr algn="l">
              <a:spcBef>
                <a:spcPts val="0"/>
              </a:spcBef>
              <a:spcAft>
                <a:spcPts val="0"/>
              </a:spcAft>
            </a:pPr>
            <a:r>
              <a:rPr sz="3400" b="1" i="0">
                <a:solidFill>
                  <a:srgbClr val="D5FB00"/>
                </a:solidFill>
                <a:latin typeface="Segoe UI"/>
              </a:rPr>
              <a:t>10 – 16 mm</a:t>
            </a:r>
          </a:p>
          <a:p>
            <a:pPr>
              <a:lnSpc>
                <a:spcPct val="120000"/>
              </a:lnSpc>
              <a:spcBef>
                <a:spcPts val="1400"/>
              </a:spcBef>
              <a:spcAft>
                <a:spcPts val="0"/>
              </a:spcAft>
            </a:pPr>
            <a:r>
              <a:rPr sz="1400" b="0" i="0">
                <a:solidFill>
                  <a:srgbClr val="C6CDD1"/>
                </a:solidFill>
                <a:latin typeface="Segoe UI"/>
              </a:rPr>
              <a:t>contact tip to work distance, every GMAW weld</a:t>
            </a:r>
          </a:p>
        </p:txBody>
      </p:sp>
      <p:sp>
        <p:nvSpPr>
          <p:cNvPr id="14" name="Rectangle 13"/>
          <p:cNvSpPr/>
          <p:nvPr/>
        </p:nvSpPr>
        <p:spPr>
          <a:xfrm>
            <a:off x="457200" y="4498848"/>
            <a:ext cx="11274552" cy="1133856"/>
          </a:xfrm>
          <a:prstGeom prst="rect">
            <a:avLst/>
          </a:prstGeom>
          <a:solidFill>
            <a:srgbClr val="D5FB00"/>
          </a:solidFill>
          <a:ln>
            <a:noFill/>
          </a:ln>
          <a:effectLst/>
        </p:spPr>
        <p:txBody>
          <a:bodyPr rtlCol="0" anchor="ctr" wrap="square" lIns="0" rIns="0" tIns="0" bIns="0"/>
          <a:lstStyle/>
          <a:p>
            <a:pPr algn="ctr"/>
          </a:p>
        </p:txBody>
      </p:sp>
      <p:sp>
        <p:nvSpPr>
          <p:cNvPr id="15" name="TextBox 14"/>
          <p:cNvSpPr txBox="1"/>
          <p:nvPr/>
        </p:nvSpPr>
        <p:spPr>
          <a:xfrm>
            <a:off x="841248" y="4754880"/>
            <a:ext cx="10515600" cy="640080"/>
          </a:xfrm>
          <a:prstGeom prst="rect">
            <a:avLst/>
          </a:prstGeom>
          <a:noFill/>
        </p:spPr>
        <p:txBody>
          <a:bodyPr wrap="square" lIns="0" rIns="0" tIns="0" bIns="0" anchor="ctr">
            <a:spAutoFit/>
          </a:bodyPr>
          <a:lstStyle/>
          <a:p>
            <a:pPr algn="l">
              <a:spcBef>
                <a:spcPts val="0"/>
              </a:spcBef>
              <a:spcAft>
                <a:spcPts val="0"/>
              </a:spcAft>
            </a:pPr>
            <a:r>
              <a:rPr sz="2000" b="1" i="0">
                <a:solidFill>
                  <a:srgbClr val="051C2C"/>
                </a:solidFill>
                <a:latin typeface="Segoe UI"/>
              </a:rPr>
              <a:t>Outside the band, the procedure has to be revalidated.</a:t>
            </a:r>
          </a:p>
        </p:txBody>
      </p:sp>
      <p:sp>
        <p:nvSpPr>
          <p:cNvPr id="16" name="TextBox 15"/>
          <p:cNvSpPr txBox="1"/>
          <p:nvPr/>
        </p:nvSpPr>
        <p:spPr>
          <a:xfrm>
            <a:off x="457200" y="5888736"/>
            <a:ext cx="11274552" cy="274320"/>
          </a:xfrm>
          <a:prstGeom prst="rect">
            <a:avLst/>
          </a:prstGeom>
          <a:noFill/>
        </p:spPr>
        <p:txBody>
          <a:bodyPr wrap="square" lIns="0" rIns="0" tIns="0" bIns="0" anchor="t">
            <a:spAutoFit/>
          </a:bodyPr>
          <a:lstStyle/>
          <a:p>
            <a:pPr algn="l">
              <a:spcBef>
                <a:spcPts val="0"/>
              </a:spcBef>
              <a:spcAft>
                <a:spcPts val="0"/>
              </a:spcAft>
            </a:pPr>
            <a:r>
              <a:rPr sz="1100" b="0" i="0">
                <a:solidFill>
                  <a:srgbClr val="9FAFBA"/>
                </a:solidFill>
                <a:latin typeface="Segoe UI"/>
              </a:rPr>
              <a:t>Source: CES-S-MANF-150, sections 9 and 13.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9FAFBA"/>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9FAFBA"/>
                </a:solidFill>
                <a:latin typeface="Segoe UI"/>
              </a:rPr>
              <a:t>14</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HOW I AM PREPARING</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D5FB00"/>
                </a:solidFill>
                <a:latin typeface="Segoe UI"/>
              </a:rPr>
              <a:t>616 pages, and five gaps neither of them closes</a:t>
            </a:r>
          </a:p>
        </p:txBody>
      </p:sp>
      <p:sp>
        <p:nvSpPr>
          <p:cNvPr id="7" name="Rectangle 6"/>
          <p:cNvSpPr/>
          <p:nvPr/>
        </p:nvSpPr>
        <p:spPr>
          <a:xfrm>
            <a:off x="457200" y="1737360"/>
            <a:ext cx="6675120" cy="2048256"/>
          </a:xfrm>
          <a:prstGeom prst="rect">
            <a:avLst/>
          </a:prstGeom>
          <a:solidFill>
            <a:srgbClr val="0B2A3E"/>
          </a:solidFill>
          <a:ln>
            <a:noFill/>
          </a:ln>
          <a:effectLst/>
        </p:spPr>
        <p:txBody>
          <a:bodyPr rtlCol="0" anchor="ctr" wrap="square" lIns="0" rIns="0" tIns="0" bIns="0"/>
          <a:lstStyle/>
          <a:p>
            <a:pPr algn="ctr"/>
          </a:p>
        </p:txBody>
      </p:sp>
      <p:sp>
        <p:nvSpPr>
          <p:cNvPr id="8" name="TextBox 7"/>
          <p:cNvSpPr txBox="1"/>
          <p:nvPr/>
        </p:nvSpPr>
        <p:spPr>
          <a:xfrm>
            <a:off x="786384" y="2011679"/>
            <a:ext cx="6035040" cy="1554480"/>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CWI MANUAL, COMIMSA</a:t>
            </a:r>
          </a:p>
          <a:p>
            <a:pPr>
              <a:spcBef>
                <a:spcPts val="600"/>
              </a:spcBef>
              <a:spcAft>
                <a:spcPts val="0"/>
              </a:spcAft>
            </a:pPr>
            <a:r>
              <a:rPr sz="2600" b="1" i="0">
                <a:solidFill>
                  <a:srgbClr val="D5FB00"/>
                </a:solidFill>
                <a:latin typeface="Segoe UI"/>
              </a:rPr>
              <a:t>440 pages</a:t>
            </a:r>
          </a:p>
          <a:p>
            <a:pPr>
              <a:lnSpc>
                <a:spcPct val="120000"/>
              </a:lnSpc>
              <a:spcBef>
                <a:spcPts val="1000"/>
              </a:spcBef>
              <a:spcAft>
                <a:spcPts val="0"/>
              </a:spcAft>
            </a:pPr>
            <a:r>
              <a:rPr sz="1300" b="0" i="0">
                <a:solidFill>
                  <a:srgbClr val="C6CDD1"/>
                </a:solidFill>
                <a:latin typeface="Segoe UI"/>
              </a:rPr>
              <a:t>Covers five of the nine topics well: symbols, joint geometry, discontinuities, positions and safety.</a:t>
            </a:r>
          </a:p>
        </p:txBody>
      </p:sp>
      <p:sp>
        <p:nvSpPr>
          <p:cNvPr id="9" name="Rectangle 8"/>
          <p:cNvSpPr/>
          <p:nvPr/>
        </p:nvSpPr>
        <p:spPr>
          <a:xfrm>
            <a:off x="457200" y="3968496"/>
            <a:ext cx="6675120" cy="2048256"/>
          </a:xfrm>
          <a:prstGeom prst="rect">
            <a:avLst/>
          </a:prstGeom>
          <a:solidFill>
            <a:srgbClr val="0B2A3E"/>
          </a:solidFill>
          <a:ln>
            <a:noFill/>
          </a:ln>
          <a:effectLst/>
        </p:spPr>
        <p:txBody>
          <a:bodyPr rtlCol="0" anchor="ctr" wrap="square" lIns="0" rIns="0" tIns="0" bIns="0"/>
          <a:lstStyle/>
          <a:p>
            <a:pPr algn="ctr"/>
          </a:p>
        </p:txBody>
      </p:sp>
      <p:sp>
        <p:nvSpPr>
          <p:cNvPr id="10" name="TextBox 9"/>
          <p:cNvSpPr txBox="1"/>
          <p:nvPr/>
        </p:nvSpPr>
        <p:spPr>
          <a:xfrm>
            <a:off x="786384" y="4242816"/>
            <a:ext cx="6035040" cy="1554480"/>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CES-S-MANF-150, CUMMINS</a:t>
            </a:r>
          </a:p>
          <a:p>
            <a:pPr>
              <a:spcBef>
                <a:spcPts val="600"/>
              </a:spcBef>
              <a:spcAft>
                <a:spcPts val="0"/>
              </a:spcAft>
            </a:pPr>
            <a:r>
              <a:rPr sz="2600" b="1" i="0">
                <a:solidFill>
                  <a:srgbClr val="D5FB00"/>
                </a:solidFill>
                <a:latin typeface="Segoe UI"/>
              </a:rPr>
              <a:t>176 pages</a:t>
            </a:r>
          </a:p>
          <a:p>
            <a:pPr>
              <a:lnSpc>
                <a:spcPct val="120000"/>
              </a:lnSpc>
              <a:spcBef>
                <a:spcPts val="1000"/>
              </a:spcBef>
              <a:spcAft>
                <a:spcPts val="0"/>
              </a:spcAft>
            </a:pPr>
            <a:r>
              <a:rPr sz="1300" b="0" i="0">
                <a:solidFill>
                  <a:srgbClr val="C6CDD1"/>
                </a:solidFill>
                <a:latin typeface="Segoe UI"/>
              </a:rPr>
              <a:t>Turns that theory into numbers I can be held to: essential variables, work angle, CTWD, acceptance limits.</a:t>
            </a:r>
          </a:p>
        </p:txBody>
      </p:sp>
      <p:sp>
        <p:nvSpPr>
          <p:cNvPr id="11" name="Rectangle 10"/>
          <p:cNvSpPr/>
          <p:nvPr/>
        </p:nvSpPr>
        <p:spPr>
          <a:xfrm>
            <a:off x="7443216" y="1737360"/>
            <a:ext cx="4288536" cy="4059936"/>
          </a:xfrm>
          <a:prstGeom prst="rect">
            <a:avLst/>
          </a:prstGeom>
          <a:solidFill>
            <a:srgbClr val="0B2A3E"/>
          </a:solidFill>
          <a:ln>
            <a:noFill/>
          </a:ln>
          <a:effectLst/>
        </p:spPr>
        <p:txBody>
          <a:bodyPr rtlCol="0" anchor="ctr" wrap="square" lIns="0" rIns="0" tIns="0" bIns="0"/>
          <a:lstStyle/>
          <a:p>
            <a:pPr algn="ctr"/>
          </a:p>
        </p:txBody>
      </p:sp>
      <p:sp>
        <p:nvSpPr>
          <p:cNvPr id="12" name="TextBox 11"/>
          <p:cNvSpPr txBox="1"/>
          <p:nvPr/>
        </p:nvSpPr>
        <p:spPr>
          <a:xfrm>
            <a:off x="7772400" y="2011680"/>
            <a:ext cx="3657600" cy="3474720"/>
          </a:xfrm>
          <a:prstGeom prst="rect">
            <a:avLst/>
          </a:prstGeom>
          <a:noFill/>
        </p:spPr>
        <p:txBody>
          <a:bodyPr wrap="square" lIns="0" rIns="0" tIns="0" bIns="0" anchor="t">
            <a:spAutoFit/>
          </a:bodyPr>
          <a:lstStyle/>
          <a:p>
            <a:pPr algn="l">
              <a:spcBef>
                <a:spcPts val="0"/>
              </a:spcBef>
              <a:spcAft>
                <a:spcPts val="0"/>
              </a:spcAft>
            </a:pPr>
            <a:r>
              <a:rPr sz="1000" b="1" i="0">
                <a:solidFill>
                  <a:srgbClr val="D5FB00"/>
                </a:solidFill>
                <a:latin typeface="Segoe UI"/>
              </a:rPr>
              <a:t>WHAT NEITHER ONE COVERS</a:t>
            </a:r>
          </a:p>
          <a:p>
            <a:pPr>
              <a:spcBef>
                <a:spcPts val="2000"/>
              </a:spcBef>
              <a:spcAft>
                <a:spcPts val="0"/>
              </a:spcAft>
            </a:pPr>
            <a:r>
              <a:rPr sz="1400" b="0" i="0">
                <a:solidFill>
                  <a:srgbClr val="FFFFFF"/>
                </a:solidFill>
                <a:latin typeface="Segoe UI"/>
              </a:rPr>
              <a:t>Robotic cell safety</a:t>
            </a:r>
          </a:p>
          <a:p>
            <a:pPr>
              <a:spcBef>
                <a:spcPts val="2000"/>
              </a:spcBef>
              <a:spcAft>
                <a:spcPts val="0"/>
              </a:spcAft>
            </a:pPr>
            <a:r>
              <a:rPr sz="1400" b="0" i="0">
                <a:solidFill>
                  <a:srgbClr val="FFFFFF"/>
                </a:solidFill>
                <a:latin typeface="Segoe UI"/>
              </a:rPr>
              <a:t>Constant voltage V-A curve</a:t>
            </a:r>
          </a:p>
          <a:p>
            <a:pPr>
              <a:spcBef>
                <a:spcPts val="2000"/>
              </a:spcBef>
              <a:spcAft>
                <a:spcPts val="0"/>
              </a:spcAft>
            </a:pPr>
            <a:r>
              <a:rPr sz="1400" b="0" i="0">
                <a:solidFill>
                  <a:srgbClr val="FFFFFF"/>
                </a:solidFill>
                <a:latin typeface="Segoe UI"/>
              </a:rPr>
              <a:t>Transition current</a:t>
            </a:r>
          </a:p>
          <a:p>
            <a:pPr>
              <a:spcBef>
                <a:spcPts val="2000"/>
              </a:spcBef>
              <a:spcAft>
                <a:spcPts val="0"/>
              </a:spcAft>
            </a:pPr>
            <a:r>
              <a:rPr sz="1400" b="0" i="0">
                <a:solidFill>
                  <a:srgbClr val="FFFFFF"/>
                </a:solidFill>
                <a:latin typeface="Segoe UI"/>
              </a:rPr>
              <a:t>ISO 2553 symbols</a:t>
            </a:r>
          </a:p>
          <a:p>
            <a:pPr>
              <a:spcBef>
                <a:spcPts val="2000"/>
              </a:spcBef>
              <a:spcAft>
                <a:spcPts val="0"/>
              </a:spcAft>
            </a:pPr>
            <a:r>
              <a:rPr sz="1400" b="0" i="0">
                <a:solidFill>
                  <a:srgbClr val="FFFFFF"/>
                </a:solidFill>
                <a:latin typeface="Segoe UI"/>
              </a:rPr>
              <a:t>The Tenneco parameter sheet</a:t>
            </a:r>
          </a:p>
        </p:txBody>
      </p:sp>
      <p:sp>
        <p:nvSpPr>
          <p:cNvPr id="13" name="TextBox 12"/>
          <p:cNvSpPr txBox="1"/>
          <p:nvPr/>
        </p:nvSpPr>
        <p:spPr>
          <a:xfrm>
            <a:off x="457200" y="6053328"/>
            <a:ext cx="11274552" cy="310896"/>
          </a:xfrm>
          <a:prstGeom prst="rect">
            <a:avLst/>
          </a:prstGeom>
          <a:noFill/>
        </p:spPr>
        <p:txBody>
          <a:bodyPr wrap="square" lIns="0" rIns="0" tIns="0" bIns="0" anchor="t">
            <a:spAutoFit/>
          </a:bodyPr>
          <a:lstStyle/>
          <a:p>
            <a:pPr algn="l">
              <a:spcBef>
                <a:spcPts val="0"/>
              </a:spcBef>
              <a:spcAft>
                <a:spcPts val="0"/>
              </a:spcAft>
            </a:pPr>
            <a:r>
              <a:rPr sz="1500" b="1" i="0">
                <a:solidFill>
                  <a:srgbClr val="D5FB00"/>
                </a:solidFill>
                <a:latin typeface="Segoe UI"/>
              </a:rPr>
              <a:t>I mapped both documents page by page. The gaps are mine to close, and I know exactly what they are.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15</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WHERE I STAND TODAY</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Four skills unsupervised, none of them validated</a:t>
            </a:r>
          </a:p>
        </p:txBody>
      </p:sp>
      <p:sp>
        <p:nvSpPr>
          <p:cNvPr id="7" name="!!iluo_I"/>
          <p:cNvSpPr/>
          <p:nvPr/>
        </p:nvSpPr>
        <p:spPr>
          <a:xfrm>
            <a:off x="457200" y="2176272"/>
            <a:ext cx="402336" cy="402336"/>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500" b="1" i="0">
                <a:solidFill>
                  <a:srgbClr val="D5FB00"/>
                </a:solidFill>
                <a:latin typeface="Segoe UI"/>
              </a:rPr>
              <a:t>I</a:t>
            </a:r>
          </a:p>
        </p:txBody>
      </p:sp>
      <p:sp>
        <p:nvSpPr>
          <p:cNvPr id="8" name="TextBox 7"/>
          <p:cNvSpPr txBox="1"/>
          <p:nvPr/>
        </p:nvSpPr>
        <p:spPr>
          <a:xfrm>
            <a:off x="969264" y="2267712"/>
            <a:ext cx="1920240" cy="274320"/>
          </a:xfrm>
          <a:prstGeom prst="rect">
            <a:avLst/>
          </a:prstGeom>
          <a:noFill/>
        </p:spPr>
        <p:txBody>
          <a:bodyPr wrap="square" lIns="0" rIns="0" tIns="0" bIns="0" anchor="t">
            <a:spAutoFit/>
          </a:bodyPr>
          <a:lstStyle/>
          <a:p>
            <a:pPr algn="l">
              <a:spcBef>
                <a:spcPts val="0"/>
              </a:spcBef>
              <a:spcAft>
                <a:spcPts val="0"/>
              </a:spcAft>
            </a:pPr>
            <a:r>
              <a:rPr sz="1200" b="1" i="0">
                <a:solidFill>
                  <a:srgbClr val="051C2C"/>
                </a:solidFill>
                <a:latin typeface="Segoe UI"/>
              </a:rPr>
              <a:t>Welding fundamentals</a:t>
            </a:r>
          </a:p>
        </p:txBody>
      </p:sp>
      <p:sp>
        <p:nvSpPr>
          <p:cNvPr id="9" name="Rectangle 8"/>
          <p:cNvSpPr/>
          <p:nvPr/>
        </p:nvSpPr>
        <p:spPr>
          <a:xfrm>
            <a:off x="3017520" y="2212848"/>
            <a:ext cx="402336" cy="329184"/>
          </a:xfrm>
          <a:prstGeom prst="rect">
            <a:avLst/>
          </a:prstGeom>
          <a:solidFill>
            <a:srgbClr val="5C85D6"/>
          </a:solidFill>
          <a:ln>
            <a:noFill/>
          </a:ln>
          <a:effectLst/>
        </p:spPr>
        <p:txBody>
          <a:bodyPr rtlCol="0" anchor="ctr" wrap="square" lIns="0" rIns="0" tIns="0" bIns="0"/>
          <a:lstStyle/>
          <a:p>
            <a:pPr algn="ctr"/>
          </a:p>
        </p:txBody>
      </p:sp>
      <p:sp>
        <p:nvSpPr>
          <p:cNvPr id="10" name="Rectangle 9"/>
          <p:cNvSpPr/>
          <p:nvPr/>
        </p:nvSpPr>
        <p:spPr>
          <a:xfrm>
            <a:off x="3502152" y="2212848"/>
            <a:ext cx="402336" cy="329184"/>
          </a:xfrm>
          <a:prstGeom prst="rect">
            <a:avLst/>
          </a:prstGeom>
          <a:solidFill>
            <a:srgbClr val="5C85D6"/>
          </a:solidFill>
          <a:ln>
            <a:noFill/>
          </a:ln>
          <a:effectLst/>
        </p:spPr>
        <p:txBody>
          <a:bodyPr rtlCol="0" anchor="ctr" wrap="square" lIns="0" rIns="0" tIns="0" bIns="0"/>
          <a:lstStyle/>
          <a:p>
            <a:pPr algn="ctr"/>
          </a:p>
        </p:txBody>
      </p:sp>
      <p:sp>
        <p:nvSpPr>
          <p:cNvPr id="11" name="Rectangle 10"/>
          <p:cNvSpPr/>
          <p:nvPr/>
        </p:nvSpPr>
        <p:spPr>
          <a:xfrm>
            <a:off x="3986784" y="2212848"/>
            <a:ext cx="402336" cy="329184"/>
          </a:xfrm>
          <a:prstGeom prst="rect">
            <a:avLst/>
          </a:prstGeom>
          <a:solidFill>
            <a:srgbClr val="5C85D6"/>
          </a:solidFill>
          <a:ln>
            <a:noFill/>
          </a:ln>
          <a:effectLst/>
        </p:spPr>
        <p:txBody>
          <a:bodyPr rtlCol="0" anchor="ctr" wrap="square" lIns="0" rIns="0" tIns="0" bIns="0"/>
          <a:lstStyle/>
          <a:p>
            <a:pPr algn="ctr"/>
          </a:p>
        </p:txBody>
      </p:sp>
      <p:sp>
        <p:nvSpPr>
          <p:cNvPr id="12" name="Rectangle 11"/>
          <p:cNvSpPr/>
          <p:nvPr/>
        </p:nvSpPr>
        <p:spPr>
          <a:xfrm>
            <a:off x="4471416" y="2212848"/>
            <a:ext cx="402336" cy="329184"/>
          </a:xfrm>
          <a:prstGeom prst="rect">
            <a:avLst/>
          </a:prstGeom>
          <a:solidFill>
            <a:srgbClr val="5C85D6"/>
          </a:solidFill>
          <a:ln>
            <a:noFill/>
          </a:ln>
          <a:effectLst/>
        </p:spPr>
        <p:txBody>
          <a:bodyPr rtlCol="0" anchor="ctr" wrap="square" lIns="0" rIns="0" tIns="0" bIns="0"/>
          <a:lstStyle/>
          <a:p>
            <a:pPr algn="ctr"/>
          </a:p>
        </p:txBody>
      </p:sp>
      <p:sp>
        <p:nvSpPr>
          <p:cNvPr id="13" name="Rectangle 12"/>
          <p:cNvSpPr/>
          <p:nvPr/>
        </p:nvSpPr>
        <p:spPr>
          <a:xfrm>
            <a:off x="4956048" y="2212848"/>
            <a:ext cx="402336" cy="329184"/>
          </a:xfrm>
          <a:prstGeom prst="rect">
            <a:avLst/>
          </a:prstGeom>
          <a:solidFill>
            <a:srgbClr val="5C85D6"/>
          </a:solidFill>
          <a:ln>
            <a:noFill/>
          </a:ln>
          <a:effectLst/>
        </p:spPr>
        <p:txBody>
          <a:bodyPr rtlCol="0" anchor="ctr" wrap="square" lIns="0" rIns="0" tIns="0" bIns="0"/>
          <a:lstStyle/>
          <a:p>
            <a:pPr algn="ctr"/>
          </a:p>
        </p:txBody>
      </p:sp>
      <p:sp>
        <p:nvSpPr>
          <p:cNvPr id="14" name="Rectangle 13"/>
          <p:cNvSpPr/>
          <p:nvPr/>
        </p:nvSpPr>
        <p:spPr>
          <a:xfrm>
            <a:off x="5440680" y="2212848"/>
            <a:ext cx="402336" cy="329184"/>
          </a:xfrm>
          <a:prstGeom prst="rect">
            <a:avLst/>
          </a:prstGeom>
          <a:solidFill>
            <a:srgbClr val="5C85D6"/>
          </a:solidFill>
          <a:ln>
            <a:noFill/>
          </a:ln>
          <a:effectLst/>
        </p:spPr>
        <p:txBody>
          <a:bodyPr rtlCol="0" anchor="ctr" wrap="square" lIns="0" rIns="0" tIns="0" bIns="0"/>
          <a:lstStyle/>
          <a:p>
            <a:pPr algn="ctr"/>
          </a:p>
        </p:txBody>
      </p:sp>
      <p:sp>
        <p:nvSpPr>
          <p:cNvPr id="15" name="Rectangle 14"/>
          <p:cNvSpPr/>
          <p:nvPr/>
        </p:nvSpPr>
        <p:spPr>
          <a:xfrm>
            <a:off x="5925312" y="2212848"/>
            <a:ext cx="402336" cy="329184"/>
          </a:xfrm>
          <a:prstGeom prst="rect">
            <a:avLst/>
          </a:prstGeom>
          <a:solidFill>
            <a:srgbClr val="5C85D6"/>
          </a:solidFill>
          <a:ln>
            <a:noFill/>
          </a:ln>
          <a:effectLst/>
        </p:spPr>
        <p:txBody>
          <a:bodyPr rtlCol="0" anchor="ctr" wrap="square" lIns="0" rIns="0" tIns="0" bIns="0"/>
          <a:lstStyle/>
          <a:p>
            <a:pPr algn="ctr"/>
          </a:p>
        </p:txBody>
      </p:sp>
      <p:sp>
        <p:nvSpPr>
          <p:cNvPr id="16" name="Rectangle 15"/>
          <p:cNvSpPr/>
          <p:nvPr/>
        </p:nvSpPr>
        <p:spPr>
          <a:xfrm>
            <a:off x="6409944" y="2212848"/>
            <a:ext cx="402336" cy="329184"/>
          </a:xfrm>
          <a:prstGeom prst="rect">
            <a:avLst/>
          </a:prstGeom>
          <a:solidFill>
            <a:srgbClr val="5C85D6"/>
          </a:solidFill>
          <a:ln>
            <a:noFill/>
          </a:ln>
          <a:effectLst/>
        </p:spPr>
        <p:txBody>
          <a:bodyPr rtlCol="0" anchor="ctr" wrap="square" lIns="0" rIns="0" tIns="0" bIns="0"/>
          <a:lstStyle/>
          <a:p>
            <a:pPr algn="ctr"/>
          </a:p>
        </p:txBody>
      </p:sp>
      <p:sp>
        <p:nvSpPr>
          <p:cNvPr id="17" name="Rectangle 16"/>
          <p:cNvSpPr/>
          <p:nvPr/>
        </p:nvSpPr>
        <p:spPr>
          <a:xfrm>
            <a:off x="6894576" y="2212848"/>
            <a:ext cx="402336" cy="329184"/>
          </a:xfrm>
          <a:prstGeom prst="rect">
            <a:avLst/>
          </a:prstGeom>
          <a:solidFill>
            <a:srgbClr val="5C85D6"/>
          </a:solidFill>
          <a:ln>
            <a:noFill/>
          </a:ln>
          <a:effectLst/>
        </p:spPr>
        <p:txBody>
          <a:bodyPr rtlCol="0" anchor="ctr" wrap="square" lIns="0" rIns="0" tIns="0" bIns="0"/>
          <a:lstStyle/>
          <a:p>
            <a:pPr algn="ctr"/>
          </a:p>
        </p:txBody>
      </p:sp>
      <p:sp>
        <p:nvSpPr>
          <p:cNvPr id="18" name="!!iluo_L"/>
          <p:cNvSpPr/>
          <p:nvPr/>
        </p:nvSpPr>
        <p:spPr>
          <a:xfrm>
            <a:off x="457200" y="2816352"/>
            <a:ext cx="402336" cy="402336"/>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500" b="1" i="0">
                <a:solidFill>
                  <a:srgbClr val="D5FB00"/>
                </a:solidFill>
                <a:latin typeface="Segoe UI"/>
              </a:rPr>
              <a:t>L</a:t>
            </a:r>
          </a:p>
        </p:txBody>
      </p:sp>
      <p:sp>
        <p:nvSpPr>
          <p:cNvPr id="19" name="TextBox 18"/>
          <p:cNvSpPr txBox="1"/>
          <p:nvPr/>
        </p:nvSpPr>
        <p:spPr>
          <a:xfrm>
            <a:off x="969264" y="2907792"/>
            <a:ext cx="1920240" cy="274320"/>
          </a:xfrm>
          <a:prstGeom prst="rect">
            <a:avLst/>
          </a:prstGeom>
          <a:noFill/>
        </p:spPr>
        <p:txBody>
          <a:bodyPr wrap="square" lIns="0" rIns="0" tIns="0" bIns="0" anchor="t">
            <a:spAutoFit/>
          </a:bodyPr>
          <a:lstStyle/>
          <a:p>
            <a:pPr algn="l">
              <a:spcBef>
                <a:spcPts val="0"/>
              </a:spcBef>
              <a:spcAft>
                <a:spcPts val="0"/>
              </a:spcAft>
            </a:pPr>
            <a:r>
              <a:rPr sz="1200" b="1" i="0">
                <a:solidFill>
                  <a:srgbClr val="051C2C"/>
                </a:solidFill>
                <a:latin typeface="Segoe UI"/>
              </a:rPr>
              <a:t>Execution in the cell</a:t>
            </a:r>
          </a:p>
        </p:txBody>
      </p:sp>
      <p:sp>
        <p:nvSpPr>
          <p:cNvPr id="20" name="Rectangle 19"/>
          <p:cNvSpPr/>
          <p:nvPr/>
        </p:nvSpPr>
        <p:spPr>
          <a:xfrm>
            <a:off x="3017520" y="2852928"/>
            <a:ext cx="402336" cy="329184"/>
          </a:xfrm>
          <a:prstGeom prst="rect">
            <a:avLst/>
          </a:prstGeom>
          <a:solidFill>
            <a:srgbClr val="0033A0"/>
          </a:solidFill>
          <a:ln>
            <a:noFill/>
          </a:ln>
          <a:effectLst/>
        </p:spPr>
        <p:txBody>
          <a:bodyPr rtlCol="0" anchor="ctr" wrap="square" lIns="0" rIns="0" tIns="0" bIns="0"/>
          <a:lstStyle/>
          <a:p>
            <a:pPr algn="ctr"/>
          </a:p>
        </p:txBody>
      </p:sp>
      <p:sp>
        <p:nvSpPr>
          <p:cNvPr id="21" name="Rectangle 20"/>
          <p:cNvSpPr/>
          <p:nvPr/>
        </p:nvSpPr>
        <p:spPr>
          <a:xfrm>
            <a:off x="3502152" y="2852928"/>
            <a:ext cx="402336" cy="329184"/>
          </a:xfrm>
          <a:prstGeom prst="rect">
            <a:avLst/>
          </a:prstGeom>
          <a:solidFill>
            <a:srgbClr val="0033A0"/>
          </a:solidFill>
          <a:ln>
            <a:noFill/>
          </a:ln>
          <a:effectLst/>
        </p:spPr>
        <p:txBody>
          <a:bodyPr rtlCol="0" anchor="ctr" wrap="square" lIns="0" rIns="0" tIns="0" bIns="0"/>
          <a:lstStyle/>
          <a:p>
            <a:pPr algn="ctr"/>
          </a:p>
        </p:txBody>
      </p:sp>
      <p:sp>
        <p:nvSpPr>
          <p:cNvPr id="22" name="Rectangle 21"/>
          <p:cNvSpPr/>
          <p:nvPr/>
        </p:nvSpPr>
        <p:spPr>
          <a:xfrm>
            <a:off x="3986784" y="2852928"/>
            <a:ext cx="402336" cy="329184"/>
          </a:xfrm>
          <a:prstGeom prst="rect">
            <a:avLst/>
          </a:prstGeom>
          <a:solidFill>
            <a:srgbClr val="0033A0"/>
          </a:solidFill>
          <a:ln>
            <a:noFill/>
          </a:ln>
          <a:effectLst/>
        </p:spPr>
        <p:txBody>
          <a:bodyPr rtlCol="0" anchor="ctr" wrap="square" lIns="0" rIns="0" tIns="0" bIns="0"/>
          <a:lstStyle/>
          <a:p>
            <a:pPr algn="ctr"/>
          </a:p>
        </p:txBody>
      </p:sp>
      <p:sp>
        <p:nvSpPr>
          <p:cNvPr id="23" name="Rectangle 22"/>
          <p:cNvSpPr/>
          <p:nvPr/>
        </p:nvSpPr>
        <p:spPr>
          <a:xfrm>
            <a:off x="4471416" y="2852928"/>
            <a:ext cx="402336" cy="329184"/>
          </a:xfrm>
          <a:prstGeom prst="rect">
            <a:avLst/>
          </a:prstGeom>
          <a:solidFill>
            <a:srgbClr val="5C85D6"/>
          </a:solidFill>
          <a:ln>
            <a:noFill/>
          </a:ln>
          <a:effectLst/>
        </p:spPr>
        <p:txBody>
          <a:bodyPr rtlCol="0" anchor="ctr" wrap="square" lIns="0" rIns="0" tIns="0" bIns="0"/>
          <a:lstStyle/>
          <a:p>
            <a:pPr algn="ctr"/>
          </a:p>
        </p:txBody>
      </p:sp>
      <p:sp>
        <p:nvSpPr>
          <p:cNvPr id="24" name="Rectangle 23"/>
          <p:cNvSpPr/>
          <p:nvPr/>
        </p:nvSpPr>
        <p:spPr>
          <a:xfrm>
            <a:off x="4956048" y="2852928"/>
            <a:ext cx="402336" cy="329184"/>
          </a:xfrm>
          <a:prstGeom prst="rect">
            <a:avLst/>
          </a:prstGeom>
          <a:solidFill>
            <a:srgbClr val="5C85D6"/>
          </a:solidFill>
          <a:ln>
            <a:noFill/>
          </a:ln>
          <a:effectLst/>
        </p:spPr>
        <p:txBody>
          <a:bodyPr rtlCol="0" anchor="ctr" wrap="square" lIns="0" rIns="0" tIns="0" bIns="0"/>
          <a:lstStyle/>
          <a:p>
            <a:pPr algn="ctr"/>
          </a:p>
        </p:txBody>
      </p:sp>
      <p:sp>
        <p:nvSpPr>
          <p:cNvPr id="25" name="!!iluo_U"/>
          <p:cNvSpPr/>
          <p:nvPr/>
        </p:nvSpPr>
        <p:spPr>
          <a:xfrm>
            <a:off x="457200" y="3456432"/>
            <a:ext cx="402336" cy="402336"/>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500" b="1" i="0">
                <a:solidFill>
                  <a:srgbClr val="D5FB00"/>
                </a:solidFill>
                <a:latin typeface="Segoe UI"/>
              </a:rPr>
              <a:t>U</a:t>
            </a:r>
          </a:p>
        </p:txBody>
      </p:sp>
      <p:sp>
        <p:nvSpPr>
          <p:cNvPr id="26" name="TextBox 25"/>
          <p:cNvSpPr txBox="1"/>
          <p:nvPr/>
        </p:nvSpPr>
        <p:spPr>
          <a:xfrm>
            <a:off x="969264" y="3547872"/>
            <a:ext cx="1920240" cy="274320"/>
          </a:xfrm>
          <a:prstGeom prst="rect">
            <a:avLst/>
          </a:prstGeom>
          <a:noFill/>
        </p:spPr>
        <p:txBody>
          <a:bodyPr wrap="square" lIns="0" rIns="0" tIns="0" bIns="0" anchor="t">
            <a:spAutoFit/>
          </a:bodyPr>
          <a:lstStyle/>
          <a:p>
            <a:pPr algn="l">
              <a:spcBef>
                <a:spcPts val="0"/>
              </a:spcBef>
              <a:spcAft>
                <a:spcPts val="0"/>
              </a:spcAft>
            </a:pPr>
            <a:r>
              <a:rPr sz="1200" b="1" i="0">
                <a:solidFill>
                  <a:srgbClr val="051C2C"/>
                </a:solidFill>
                <a:latin typeface="Segoe UI"/>
              </a:rPr>
              <a:t>Robot programming</a:t>
            </a:r>
          </a:p>
        </p:txBody>
      </p:sp>
      <p:sp>
        <p:nvSpPr>
          <p:cNvPr id="27" name="Rectangle 26"/>
          <p:cNvSpPr/>
          <p:nvPr/>
        </p:nvSpPr>
        <p:spPr>
          <a:xfrm>
            <a:off x="3017520" y="3493008"/>
            <a:ext cx="402336" cy="329184"/>
          </a:xfrm>
          <a:prstGeom prst="rect">
            <a:avLst/>
          </a:prstGeom>
          <a:solidFill>
            <a:srgbClr val="5C85D6"/>
          </a:solidFill>
          <a:ln>
            <a:noFill/>
          </a:ln>
          <a:effectLst/>
        </p:spPr>
        <p:txBody>
          <a:bodyPr rtlCol="0" anchor="ctr" wrap="square" lIns="0" rIns="0" tIns="0" bIns="0"/>
          <a:lstStyle/>
          <a:p>
            <a:pPr algn="ctr"/>
          </a:p>
        </p:txBody>
      </p:sp>
      <p:sp>
        <p:nvSpPr>
          <p:cNvPr id="28" name="Rectangle 27"/>
          <p:cNvSpPr/>
          <p:nvPr/>
        </p:nvSpPr>
        <p:spPr>
          <a:xfrm>
            <a:off x="3502152" y="3493008"/>
            <a:ext cx="402336" cy="329184"/>
          </a:xfrm>
          <a:prstGeom prst="rect">
            <a:avLst/>
          </a:prstGeom>
          <a:solidFill>
            <a:srgbClr val="E3E7EB"/>
          </a:solidFill>
          <a:ln>
            <a:noFill/>
          </a:ln>
          <a:effectLst/>
        </p:spPr>
        <p:txBody>
          <a:bodyPr rtlCol="0" anchor="ctr" wrap="square" lIns="0" rIns="0" tIns="0" bIns="0"/>
          <a:lstStyle/>
          <a:p>
            <a:pPr algn="ctr"/>
          </a:p>
        </p:txBody>
      </p:sp>
      <p:sp>
        <p:nvSpPr>
          <p:cNvPr id="29" name="Rectangle 28"/>
          <p:cNvSpPr/>
          <p:nvPr/>
        </p:nvSpPr>
        <p:spPr>
          <a:xfrm>
            <a:off x="3986784" y="3493008"/>
            <a:ext cx="402336" cy="329184"/>
          </a:xfrm>
          <a:prstGeom prst="rect">
            <a:avLst/>
          </a:prstGeom>
          <a:solidFill>
            <a:srgbClr val="E3E7EB"/>
          </a:solidFill>
          <a:ln>
            <a:noFill/>
          </a:ln>
          <a:effectLst/>
        </p:spPr>
        <p:txBody>
          <a:bodyPr rtlCol="0" anchor="ctr" wrap="square" lIns="0" rIns="0" tIns="0" bIns="0"/>
          <a:lstStyle/>
          <a:p>
            <a:pPr algn="ctr"/>
          </a:p>
        </p:txBody>
      </p:sp>
      <p:sp>
        <p:nvSpPr>
          <p:cNvPr id="30" name="!!iluo_O"/>
          <p:cNvSpPr/>
          <p:nvPr/>
        </p:nvSpPr>
        <p:spPr>
          <a:xfrm>
            <a:off x="457200" y="4096512"/>
            <a:ext cx="402336" cy="402336"/>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500" b="1" i="0">
                <a:solidFill>
                  <a:srgbClr val="D5FB00"/>
                </a:solidFill>
                <a:latin typeface="Segoe UI"/>
              </a:rPr>
              <a:t>O</a:t>
            </a:r>
          </a:p>
        </p:txBody>
      </p:sp>
      <p:sp>
        <p:nvSpPr>
          <p:cNvPr id="31" name="TextBox 30"/>
          <p:cNvSpPr txBox="1"/>
          <p:nvPr/>
        </p:nvSpPr>
        <p:spPr>
          <a:xfrm>
            <a:off x="969264" y="4187952"/>
            <a:ext cx="1920240" cy="274320"/>
          </a:xfrm>
          <a:prstGeom prst="rect">
            <a:avLst/>
          </a:prstGeom>
          <a:noFill/>
        </p:spPr>
        <p:txBody>
          <a:bodyPr wrap="square" lIns="0" rIns="0" tIns="0" bIns="0" anchor="t">
            <a:spAutoFit/>
          </a:bodyPr>
          <a:lstStyle/>
          <a:p>
            <a:pPr algn="l">
              <a:spcBef>
                <a:spcPts val="0"/>
              </a:spcBef>
              <a:spcAft>
                <a:spcPts val="0"/>
              </a:spcAft>
            </a:pPr>
            <a:r>
              <a:rPr sz="1200" b="1" i="0">
                <a:solidFill>
                  <a:srgbClr val="051C2C"/>
                </a:solidFill>
                <a:latin typeface="Segoe UI"/>
              </a:rPr>
              <a:t>Teach and improve</a:t>
            </a:r>
          </a:p>
        </p:txBody>
      </p:sp>
      <p:sp>
        <p:nvSpPr>
          <p:cNvPr id="32" name="Rectangle 31"/>
          <p:cNvSpPr/>
          <p:nvPr/>
        </p:nvSpPr>
        <p:spPr>
          <a:xfrm>
            <a:off x="3017520" y="4133088"/>
            <a:ext cx="402336" cy="329184"/>
          </a:xfrm>
          <a:prstGeom prst="rect">
            <a:avLst/>
          </a:prstGeom>
          <a:solidFill>
            <a:srgbClr val="0033A0"/>
          </a:solidFill>
          <a:ln>
            <a:noFill/>
          </a:ln>
          <a:effectLst/>
        </p:spPr>
        <p:txBody>
          <a:bodyPr rtlCol="0" anchor="ctr" wrap="square" lIns="0" rIns="0" tIns="0" bIns="0"/>
          <a:lstStyle/>
          <a:p>
            <a:pPr algn="ctr"/>
          </a:p>
        </p:txBody>
      </p:sp>
      <p:sp>
        <p:nvSpPr>
          <p:cNvPr id="33" name="Rectangle 32"/>
          <p:cNvSpPr/>
          <p:nvPr/>
        </p:nvSpPr>
        <p:spPr>
          <a:xfrm>
            <a:off x="3502152" y="4133088"/>
            <a:ext cx="402336" cy="329184"/>
          </a:xfrm>
          <a:prstGeom prst="rect">
            <a:avLst/>
          </a:prstGeom>
          <a:solidFill>
            <a:srgbClr val="E3E7EB"/>
          </a:solidFill>
          <a:ln>
            <a:noFill/>
          </a:ln>
          <a:effectLst/>
        </p:spPr>
        <p:txBody>
          <a:bodyPr rtlCol="0" anchor="ctr" wrap="square" lIns="0" rIns="0" tIns="0" bIns="0"/>
          <a:lstStyle/>
          <a:p>
            <a:pPr algn="ctr"/>
          </a:p>
        </p:txBody>
      </p:sp>
      <p:sp>
        <p:nvSpPr>
          <p:cNvPr id="34" name="Rectangle 33"/>
          <p:cNvSpPr/>
          <p:nvPr/>
        </p:nvSpPr>
        <p:spPr>
          <a:xfrm>
            <a:off x="3986784" y="4133088"/>
            <a:ext cx="402336" cy="329184"/>
          </a:xfrm>
          <a:prstGeom prst="rect">
            <a:avLst/>
          </a:prstGeom>
          <a:solidFill>
            <a:srgbClr val="E3E7EB"/>
          </a:solidFill>
          <a:ln>
            <a:noFill/>
          </a:ln>
          <a:effectLst/>
        </p:spPr>
        <p:txBody>
          <a:bodyPr rtlCol="0" anchor="ctr" wrap="square" lIns="0" rIns="0" tIns="0" bIns="0"/>
          <a:lstStyle/>
          <a:p>
            <a:pPr algn="ctr"/>
          </a:p>
        </p:txBody>
      </p:sp>
      <p:sp>
        <p:nvSpPr>
          <p:cNvPr id="35" name="Rectangle 34"/>
          <p:cNvSpPr/>
          <p:nvPr/>
        </p:nvSpPr>
        <p:spPr>
          <a:xfrm>
            <a:off x="4471416" y="4133088"/>
            <a:ext cx="402336" cy="329184"/>
          </a:xfrm>
          <a:prstGeom prst="rect">
            <a:avLst/>
          </a:prstGeom>
          <a:solidFill>
            <a:srgbClr val="E3E7EB"/>
          </a:solidFill>
          <a:ln>
            <a:noFill/>
          </a:ln>
          <a:effectLst/>
        </p:spPr>
        <p:txBody>
          <a:bodyPr rtlCol="0" anchor="ctr" wrap="square" lIns="0" rIns="0" tIns="0" bIns="0"/>
          <a:lstStyle/>
          <a:p>
            <a:pPr algn="ctr"/>
          </a:p>
        </p:txBody>
      </p:sp>
      <p:sp>
        <p:nvSpPr>
          <p:cNvPr id="36" name="Rectangle 35"/>
          <p:cNvSpPr/>
          <p:nvPr/>
        </p:nvSpPr>
        <p:spPr>
          <a:xfrm>
            <a:off x="4956048" y="4133088"/>
            <a:ext cx="402336" cy="329184"/>
          </a:xfrm>
          <a:prstGeom prst="rect">
            <a:avLst/>
          </a:prstGeom>
          <a:solidFill>
            <a:srgbClr val="E3E7EB"/>
          </a:solidFill>
          <a:ln>
            <a:noFill/>
          </a:ln>
          <a:effectLst/>
        </p:spPr>
        <p:txBody>
          <a:bodyPr rtlCol="0" anchor="ctr" wrap="square" lIns="0" rIns="0" tIns="0" bIns="0"/>
          <a:lstStyle/>
          <a:p>
            <a:pPr algn="ctr"/>
          </a:p>
        </p:txBody>
      </p:sp>
      <p:sp>
        <p:nvSpPr>
          <p:cNvPr id="37" name="Rectangle 36"/>
          <p:cNvSpPr/>
          <p:nvPr/>
        </p:nvSpPr>
        <p:spPr>
          <a:xfrm>
            <a:off x="5440680" y="4133088"/>
            <a:ext cx="402336" cy="329184"/>
          </a:xfrm>
          <a:prstGeom prst="rect">
            <a:avLst/>
          </a:prstGeom>
          <a:solidFill>
            <a:srgbClr val="E3E7EB"/>
          </a:solidFill>
          <a:ln>
            <a:noFill/>
          </a:ln>
          <a:effectLst/>
        </p:spPr>
        <p:txBody>
          <a:bodyPr rtlCol="0" anchor="ctr" wrap="square" lIns="0" rIns="0" tIns="0" bIns="0"/>
          <a:lstStyle/>
          <a:p>
            <a:pPr algn="ctr"/>
          </a:p>
        </p:txBody>
      </p:sp>
      <p:sp>
        <p:nvSpPr>
          <p:cNvPr id="38" name="Rectangle 37"/>
          <p:cNvSpPr/>
          <p:nvPr/>
        </p:nvSpPr>
        <p:spPr>
          <a:xfrm>
            <a:off x="3017520" y="4882896"/>
            <a:ext cx="182880" cy="182880"/>
          </a:xfrm>
          <a:prstGeom prst="rect">
            <a:avLst/>
          </a:prstGeom>
          <a:solidFill>
            <a:srgbClr val="0033A0"/>
          </a:solidFill>
          <a:ln>
            <a:noFill/>
          </a:ln>
          <a:effectLst/>
        </p:spPr>
        <p:txBody>
          <a:bodyPr rtlCol="0" anchor="ctr" wrap="square" lIns="0" rIns="0" tIns="0" bIns="0"/>
          <a:lstStyle/>
          <a:p>
            <a:pPr algn="ctr"/>
          </a:p>
        </p:txBody>
      </p:sp>
      <p:sp>
        <p:nvSpPr>
          <p:cNvPr id="39" name="TextBox 38"/>
          <p:cNvSpPr txBox="1"/>
          <p:nvPr/>
        </p:nvSpPr>
        <p:spPr>
          <a:xfrm>
            <a:off x="3291839" y="4855464"/>
            <a:ext cx="1463040" cy="237744"/>
          </a:xfrm>
          <a:prstGeom prst="rect">
            <a:avLst/>
          </a:prstGeom>
          <a:noFill/>
        </p:spPr>
        <p:txBody>
          <a:bodyPr wrap="square" lIns="0" rIns="0" tIns="0" bIns="0" anchor="t">
            <a:spAutoFit/>
          </a:bodyPr>
          <a:lstStyle/>
          <a:p>
            <a:pPr algn="l">
              <a:spcBef>
                <a:spcPts val="0"/>
              </a:spcBef>
              <a:spcAft>
                <a:spcPts val="0"/>
              </a:spcAft>
            </a:pPr>
            <a:r>
              <a:rPr sz="1050" b="0" i="0">
                <a:solidFill>
                  <a:srgbClr val="6E7C87"/>
                </a:solidFill>
                <a:latin typeface="Segoe UI"/>
              </a:rPr>
              <a:t>Unsupervised</a:t>
            </a:r>
          </a:p>
        </p:txBody>
      </p:sp>
      <p:sp>
        <p:nvSpPr>
          <p:cNvPr id="40" name="Rectangle 39"/>
          <p:cNvSpPr/>
          <p:nvPr/>
        </p:nvSpPr>
        <p:spPr>
          <a:xfrm>
            <a:off x="4480560" y="4882896"/>
            <a:ext cx="182880" cy="182880"/>
          </a:xfrm>
          <a:prstGeom prst="rect">
            <a:avLst/>
          </a:prstGeom>
          <a:solidFill>
            <a:srgbClr val="5C85D6"/>
          </a:solidFill>
          <a:ln>
            <a:noFill/>
          </a:ln>
          <a:effectLst/>
        </p:spPr>
        <p:txBody>
          <a:bodyPr rtlCol="0" anchor="ctr" wrap="square" lIns="0" rIns="0" tIns="0" bIns="0"/>
          <a:lstStyle/>
          <a:p>
            <a:pPr algn="ctr"/>
          </a:p>
        </p:txBody>
      </p:sp>
      <p:sp>
        <p:nvSpPr>
          <p:cNvPr id="41" name="TextBox 40"/>
          <p:cNvSpPr txBox="1"/>
          <p:nvPr/>
        </p:nvSpPr>
        <p:spPr>
          <a:xfrm>
            <a:off x="4754880" y="4855464"/>
            <a:ext cx="1463040" cy="237744"/>
          </a:xfrm>
          <a:prstGeom prst="rect">
            <a:avLst/>
          </a:prstGeom>
          <a:noFill/>
        </p:spPr>
        <p:txBody>
          <a:bodyPr wrap="square" lIns="0" rIns="0" tIns="0" bIns="0" anchor="t">
            <a:spAutoFit/>
          </a:bodyPr>
          <a:lstStyle/>
          <a:p>
            <a:pPr algn="l">
              <a:spcBef>
                <a:spcPts val="0"/>
              </a:spcBef>
              <a:spcAft>
                <a:spcPts val="0"/>
              </a:spcAft>
            </a:pPr>
            <a:r>
              <a:rPr sz="1050" b="0" i="0">
                <a:solidFill>
                  <a:srgbClr val="6E7C87"/>
                </a:solidFill>
                <a:latin typeface="Segoe UI"/>
              </a:rPr>
              <a:t>In progress</a:t>
            </a:r>
          </a:p>
        </p:txBody>
      </p:sp>
      <p:sp>
        <p:nvSpPr>
          <p:cNvPr id="42" name="Rectangle 41"/>
          <p:cNvSpPr/>
          <p:nvPr/>
        </p:nvSpPr>
        <p:spPr>
          <a:xfrm>
            <a:off x="5943600" y="4882896"/>
            <a:ext cx="182880" cy="182880"/>
          </a:xfrm>
          <a:prstGeom prst="rect">
            <a:avLst/>
          </a:prstGeom>
          <a:solidFill>
            <a:srgbClr val="E3E7EB"/>
          </a:solidFill>
          <a:ln>
            <a:noFill/>
          </a:ln>
          <a:effectLst/>
        </p:spPr>
        <p:txBody>
          <a:bodyPr rtlCol="0" anchor="ctr" wrap="square" lIns="0" rIns="0" tIns="0" bIns="0"/>
          <a:lstStyle/>
          <a:p>
            <a:pPr algn="ctr"/>
          </a:p>
        </p:txBody>
      </p:sp>
      <p:sp>
        <p:nvSpPr>
          <p:cNvPr id="43" name="TextBox 42"/>
          <p:cNvSpPr txBox="1"/>
          <p:nvPr/>
        </p:nvSpPr>
        <p:spPr>
          <a:xfrm>
            <a:off x="6217920" y="4855464"/>
            <a:ext cx="1463040" cy="237744"/>
          </a:xfrm>
          <a:prstGeom prst="rect">
            <a:avLst/>
          </a:prstGeom>
          <a:noFill/>
        </p:spPr>
        <p:txBody>
          <a:bodyPr wrap="square" lIns="0" rIns="0" tIns="0" bIns="0" anchor="t">
            <a:spAutoFit/>
          </a:bodyPr>
          <a:lstStyle/>
          <a:p>
            <a:pPr algn="l">
              <a:spcBef>
                <a:spcPts val="0"/>
              </a:spcBef>
              <a:spcAft>
                <a:spcPts val="0"/>
              </a:spcAft>
            </a:pPr>
            <a:r>
              <a:rPr sz="1050" b="0" i="0">
                <a:solidFill>
                  <a:srgbClr val="6E7C87"/>
                </a:solidFill>
                <a:latin typeface="Segoe UI"/>
              </a:rPr>
              <a:t>Not started</a:t>
            </a:r>
          </a:p>
        </p:txBody>
      </p:sp>
      <p:sp>
        <p:nvSpPr>
          <p:cNvPr id="44" name="Rectangle 43"/>
          <p:cNvSpPr/>
          <p:nvPr/>
        </p:nvSpPr>
        <p:spPr>
          <a:xfrm>
            <a:off x="7973568" y="2066543"/>
            <a:ext cx="3758184" cy="2670048"/>
          </a:xfrm>
          <a:prstGeom prst="rect">
            <a:avLst/>
          </a:prstGeom>
          <a:solidFill>
            <a:srgbClr val="F4F6F7"/>
          </a:solidFill>
          <a:ln>
            <a:noFill/>
          </a:ln>
          <a:effectLst/>
        </p:spPr>
        <p:txBody>
          <a:bodyPr rtlCol="0" anchor="ctr" wrap="square" lIns="0" rIns="0" tIns="0" bIns="0"/>
          <a:lstStyle/>
          <a:p>
            <a:pPr algn="ctr"/>
          </a:p>
        </p:txBody>
      </p:sp>
      <p:sp>
        <p:nvSpPr>
          <p:cNvPr id="45" name="TextBox 44"/>
          <p:cNvSpPr txBox="1"/>
          <p:nvPr/>
        </p:nvSpPr>
        <p:spPr>
          <a:xfrm>
            <a:off x="8266175" y="2359152"/>
            <a:ext cx="3172968" cy="2103120"/>
          </a:xfrm>
          <a:prstGeom prst="rect">
            <a:avLst/>
          </a:prstGeom>
          <a:noFill/>
        </p:spPr>
        <p:txBody>
          <a:bodyPr wrap="square" lIns="0" rIns="0" tIns="0" bIns="0" anchor="t">
            <a:spAutoFit/>
          </a:bodyPr>
          <a:lstStyle/>
          <a:p>
            <a:pPr algn="l">
              <a:spcBef>
                <a:spcPts val="0"/>
              </a:spcBef>
              <a:spcAft>
                <a:spcPts val="0"/>
              </a:spcAft>
            </a:pPr>
            <a:r>
              <a:rPr sz="950" b="1" i="0">
                <a:solidFill>
                  <a:srgbClr val="0033A0"/>
                </a:solidFill>
                <a:latin typeface="Segoe UI"/>
              </a:rPr>
              <a:t>WHAT I DO UNSUPERVISED</a:t>
            </a:r>
          </a:p>
          <a:p>
            <a:pPr>
              <a:spcBef>
                <a:spcPts val="1800"/>
              </a:spcBef>
              <a:spcAft>
                <a:spcPts val="0"/>
              </a:spcAft>
            </a:pPr>
            <a:r>
              <a:rPr sz="1400" b="0" i="0">
                <a:solidFill>
                  <a:srgbClr val="051C2C"/>
                </a:solidFill>
                <a:latin typeface="Segoe UI"/>
              </a:rPr>
              <a:t>Consumable changes</a:t>
            </a:r>
          </a:p>
          <a:p>
            <a:pPr>
              <a:spcBef>
                <a:spcPts val="1800"/>
              </a:spcBef>
              <a:spcAft>
                <a:spcPts val="0"/>
              </a:spcAft>
            </a:pPr>
            <a:r>
              <a:rPr sz="1400" b="0" i="0">
                <a:solidFill>
                  <a:srgbClr val="051C2C"/>
                </a:solidFill>
                <a:latin typeface="Segoe UI"/>
              </a:rPr>
              <a:t>Essential variable adjustment</a:t>
            </a:r>
          </a:p>
          <a:p>
            <a:pPr>
              <a:spcBef>
                <a:spcPts val="1800"/>
              </a:spcBef>
              <a:spcAft>
                <a:spcPts val="0"/>
              </a:spcAft>
            </a:pPr>
            <a:r>
              <a:rPr sz="1400" b="0" i="0">
                <a:solidFill>
                  <a:srgbClr val="051C2C"/>
                </a:solidFill>
                <a:latin typeface="Segoe UI"/>
              </a:rPr>
              <a:t>Welding symbol interpretation</a:t>
            </a:r>
          </a:p>
          <a:p>
            <a:pPr>
              <a:spcBef>
                <a:spcPts val="1800"/>
              </a:spcBef>
              <a:spcAft>
                <a:spcPts val="0"/>
              </a:spcAft>
            </a:pPr>
            <a:r>
              <a:rPr sz="1400" b="0" i="0">
                <a:solidFill>
                  <a:srgbClr val="051C2C"/>
                </a:solidFill>
                <a:latin typeface="Segoe UI"/>
              </a:rPr>
              <a:t>Closing ANDON orders</a:t>
            </a:r>
          </a:p>
        </p:txBody>
      </p:sp>
      <p:sp>
        <p:nvSpPr>
          <p:cNvPr id="46" name="Rectangle 45"/>
          <p:cNvSpPr/>
          <p:nvPr/>
        </p:nvSpPr>
        <p:spPr>
          <a:xfrm>
            <a:off x="457200" y="5358384"/>
            <a:ext cx="11274552" cy="969264"/>
          </a:xfrm>
          <a:prstGeom prst="rect">
            <a:avLst/>
          </a:prstGeom>
          <a:solidFill>
            <a:srgbClr val="051C2C"/>
          </a:solidFill>
          <a:ln>
            <a:noFill/>
          </a:ln>
          <a:effectLst/>
        </p:spPr>
        <p:txBody>
          <a:bodyPr rtlCol="0" anchor="ctr" wrap="square" lIns="0" rIns="0" tIns="0" bIns="0"/>
          <a:lstStyle/>
          <a:p>
            <a:pPr algn="ctr"/>
          </a:p>
        </p:txBody>
      </p:sp>
      <p:sp>
        <p:nvSpPr>
          <p:cNvPr id="47" name="TextBox 46"/>
          <p:cNvSpPr txBox="1"/>
          <p:nvPr/>
        </p:nvSpPr>
        <p:spPr>
          <a:xfrm>
            <a:off x="841248" y="5577840"/>
            <a:ext cx="10515600" cy="566928"/>
          </a:xfrm>
          <a:prstGeom prst="rect">
            <a:avLst/>
          </a:prstGeom>
          <a:noFill/>
        </p:spPr>
        <p:txBody>
          <a:bodyPr wrap="square" lIns="0" rIns="0" tIns="0" bIns="0" anchor="ctr">
            <a:spAutoFit/>
          </a:bodyPr>
          <a:lstStyle/>
          <a:p>
            <a:pPr algn="l">
              <a:lnSpc>
                <a:spcPct val="116000"/>
              </a:lnSpc>
              <a:spcBef>
                <a:spcPts val="0"/>
              </a:spcBef>
              <a:spcAft>
                <a:spcPts val="0"/>
              </a:spcAft>
            </a:pPr>
            <a:r>
              <a:rPr sz="1500" b="0" i="0">
                <a:solidFill>
                  <a:srgbClr val="FFFFFF"/>
                </a:solidFill>
                <a:latin typeface="Segoe UI"/>
              </a:rPr>
              <a:t>I learned Level I in the cell, not in a classroom. The exam has not happened, so nothing is validated yet.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16</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WHAT COMES NEXT</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Three levels ahead, and what each one asks</a:t>
            </a:r>
          </a:p>
        </p:txBody>
      </p:sp>
      <p:sp>
        <p:nvSpPr>
          <p:cNvPr id="7" name="Rectangle 6"/>
          <p:cNvSpPr/>
          <p:nvPr/>
        </p:nvSpPr>
        <p:spPr>
          <a:xfrm>
            <a:off x="457200" y="2011680"/>
            <a:ext cx="3611880" cy="3017520"/>
          </a:xfrm>
          <a:prstGeom prst="rect">
            <a:avLst/>
          </a:prstGeom>
          <a:solidFill>
            <a:srgbClr val="051C2C"/>
          </a:solidFill>
          <a:ln>
            <a:noFill/>
          </a:ln>
          <a:effectLst/>
        </p:spPr>
        <p:txBody>
          <a:bodyPr rtlCol="0" anchor="ctr" wrap="square" lIns="0" rIns="0" tIns="0" bIns="0"/>
          <a:lstStyle/>
          <a:p>
            <a:pPr algn="ctr"/>
          </a:p>
        </p:txBody>
      </p:sp>
      <p:sp>
        <p:nvSpPr>
          <p:cNvPr id="8" name="!!iluo_L"/>
          <p:cNvSpPr/>
          <p:nvPr/>
        </p:nvSpPr>
        <p:spPr>
          <a:xfrm>
            <a:off x="786384" y="2304288"/>
            <a:ext cx="713232" cy="713232"/>
          </a:xfrm>
          <a:prstGeom prst="ellipse">
            <a:avLst/>
          </a:prstGeom>
          <a:solidFill>
            <a:srgbClr val="D5FB00"/>
          </a:solidFill>
          <a:ln>
            <a:noFill/>
          </a:ln>
          <a:effectLst/>
        </p:spPr>
        <p:txBody>
          <a:bodyPr rtlCol="0" anchor="ctr" wrap="square" lIns="0" rIns="0" tIns="0" bIns="0"/>
          <a:lstStyle/>
          <a:p>
            <a:pPr algn="ctr">
              <a:spcBef>
                <a:spcPts val="0"/>
              </a:spcBef>
              <a:spcAft>
                <a:spcPts val="0"/>
              </a:spcAft>
            </a:pPr>
            <a:r>
              <a:rPr sz="2800" b="1" i="0">
                <a:solidFill>
                  <a:srgbClr val="051C2C"/>
                </a:solidFill>
                <a:latin typeface="Segoe UI"/>
              </a:rPr>
              <a:t>L</a:t>
            </a:r>
          </a:p>
        </p:txBody>
      </p:sp>
      <p:sp>
        <p:nvSpPr>
          <p:cNvPr id="9" name="TextBox 8"/>
          <p:cNvSpPr txBox="1"/>
          <p:nvPr/>
        </p:nvSpPr>
        <p:spPr>
          <a:xfrm>
            <a:off x="786384" y="3236976"/>
            <a:ext cx="2953512" cy="1554480"/>
          </a:xfrm>
          <a:prstGeom prst="rect">
            <a:avLst/>
          </a:prstGeom>
          <a:noFill/>
        </p:spPr>
        <p:txBody>
          <a:bodyPr wrap="square" lIns="0" rIns="0" tIns="0" bIns="0" anchor="t">
            <a:spAutoFit/>
          </a:bodyPr>
          <a:lstStyle/>
          <a:p>
            <a:pPr algn="l">
              <a:spcBef>
                <a:spcPts val="0"/>
              </a:spcBef>
              <a:spcAft>
                <a:spcPts val="0"/>
              </a:spcAft>
            </a:pPr>
            <a:r>
              <a:rPr sz="1800" b="1" i="0">
                <a:solidFill>
                  <a:srgbClr val="FFFFFF"/>
                </a:solidFill>
                <a:latin typeface="Segoe UI"/>
              </a:rPr>
              <a:t>Execution in the cell</a:t>
            </a:r>
          </a:p>
          <a:p>
            <a:pPr>
              <a:lnSpc>
                <a:spcPct val="120000"/>
              </a:lnSpc>
              <a:spcBef>
                <a:spcPts val="1000"/>
              </a:spcBef>
              <a:spcAft>
                <a:spcPts val="0"/>
              </a:spcAft>
            </a:pPr>
            <a:r>
              <a:rPr sz="1300" b="0" i="0">
                <a:solidFill>
                  <a:srgbClr val="C6CDD1"/>
                </a:solidFill>
                <a:latin typeface="Segoe UI"/>
              </a:rPr>
              <a:t>Validate parameters against the WPS and adjust the essential variables on my own.</a:t>
            </a:r>
          </a:p>
          <a:p>
            <a:pPr>
              <a:spcBef>
                <a:spcPts val="1400"/>
              </a:spcBef>
              <a:spcAft>
                <a:spcPts val="0"/>
              </a:spcAft>
            </a:pPr>
            <a:r>
              <a:rPr sz="1200" b="1" i="0">
                <a:solidFill>
                  <a:srgbClr val="D5FB00"/>
                </a:solidFill>
                <a:latin typeface="Segoe UI"/>
              </a:rPr>
              <a:t>Validation on the floor</a:t>
            </a:r>
          </a:p>
        </p:txBody>
      </p:sp>
      <p:sp>
        <p:nvSpPr>
          <p:cNvPr id="10" name="Rectangle 9"/>
          <p:cNvSpPr/>
          <p:nvPr/>
        </p:nvSpPr>
        <p:spPr>
          <a:xfrm>
            <a:off x="4288536" y="2011680"/>
            <a:ext cx="3611880" cy="3017520"/>
          </a:xfrm>
          <a:prstGeom prst="rect">
            <a:avLst/>
          </a:prstGeom>
          <a:solidFill>
            <a:srgbClr val="051C2C"/>
          </a:solidFill>
          <a:ln>
            <a:noFill/>
          </a:ln>
          <a:effectLst/>
        </p:spPr>
        <p:txBody>
          <a:bodyPr rtlCol="0" anchor="ctr" wrap="square" lIns="0" rIns="0" tIns="0" bIns="0"/>
          <a:lstStyle/>
          <a:p>
            <a:pPr algn="ctr"/>
          </a:p>
        </p:txBody>
      </p:sp>
      <p:sp>
        <p:nvSpPr>
          <p:cNvPr id="11" name="!!iluo_U"/>
          <p:cNvSpPr/>
          <p:nvPr/>
        </p:nvSpPr>
        <p:spPr>
          <a:xfrm>
            <a:off x="4617720" y="2304288"/>
            <a:ext cx="713232" cy="713232"/>
          </a:xfrm>
          <a:prstGeom prst="ellipse">
            <a:avLst/>
          </a:prstGeom>
          <a:solidFill>
            <a:srgbClr val="D5FB00"/>
          </a:solidFill>
          <a:ln>
            <a:noFill/>
          </a:ln>
          <a:effectLst/>
        </p:spPr>
        <p:txBody>
          <a:bodyPr rtlCol="0" anchor="ctr" wrap="square" lIns="0" rIns="0" tIns="0" bIns="0"/>
          <a:lstStyle/>
          <a:p>
            <a:pPr algn="ctr">
              <a:spcBef>
                <a:spcPts val="0"/>
              </a:spcBef>
              <a:spcAft>
                <a:spcPts val="0"/>
              </a:spcAft>
            </a:pPr>
            <a:r>
              <a:rPr sz="2800" b="1" i="0">
                <a:solidFill>
                  <a:srgbClr val="051C2C"/>
                </a:solidFill>
                <a:latin typeface="Segoe UI"/>
              </a:rPr>
              <a:t>U</a:t>
            </a:r>
          </a:p>
        </p:txBody>
      </p:sp>
      <p:sp>
        <p:nvSpPr>
          <p:cNvPr id="12" name="TextBox 11"/>
          <p:cNvSpPr txBox="1"/>
          <p:nvPr/>
        </p:nvSpPr>
        <p:spPr>
          <a:xfrm>
            <a:off x="4617720" y="3236976"/>
            <a:ext cx="2953512" cy="1554480"/>
          </a:xfrm>
          <a:prstGeom prst="rect">
            <a:avLst/>
          </a:prstGeom>
          <a:noFill/>
        </p:spPr>
        <p:txBody>
          <a:bodyPr wrap="square" lIns="0" rIns="0" tIns="0" bIns="0" anchor="t">
            <a:spAutoFit/>
          </a:bodyPr>
          <a:lstStyle/>
          <a:p>
            <a:pPr algn="l">
              <a:spcBef>
                <a:spcPts val="0"/>
              </a:spcBef>
              <a:spcAft>
                <a:spcPts val="0"/>
              </a:spcAft>
            </a:pPr>
            <a:r>
              <a:rPr sz="1800" b="1" i="0">
                <a:solidFill>
                  <a:srgbClr val="FFFFFF"/>
                </a:solidFill>
                <a:latin typeface="Segoe UI"/>
              </a:rPr>
              <a:t>Robot programming</a:t>
            </a:r>
          </a:p>
          <a:p>
            <a:pPr>
              <a:lnSpc>
                <a:spcPct val="120000"/>
              </a:lnSpc>
              <a:spcBef>
                <a:spcPts val="1000"/>
              </a:spcBef>
              <a:spcAft>
                <a:spcPts val="0"/>
              </a:spcAft>
            </a:pPr>
            <a:r>
              <a:rPr sz="1300" b="0" i="0">
                <a:solidFill>
                  <a:srgbClr val="C6CDD1"/>
                </a:solidFill>
                <a:latin typeface="Segoe UI"/>
              </a:rPr>
              <a:t>Create a welding program in SKS and assign its parameters.</a:t>
            </a:r>
          </a:p>
          <a:p>
            <a:pPr>
              <a:spcBef>
                <a:spcPts val="1400"/>
              </a:spcBef>
              <a:spcAft>
                <a:spcPts val="0"/>
              </a:spcAft>
            </a:pPr>
            <a:r>
              <a:rPr sz="1200" b="1" i="0">
                <a:solidFill>
                  <a:srgbClr val="D5FB00"/>
                </a:solidFill>
                <a:latin typeface="Segoe UI"/>
              </a:rPr>
              <a:t>Practical exam</a:t>
            </a:r>
          </a:p>
        </p:txBody>
      </p:sp>
      <p:sp>
        <p:nvSpPr>
          <p:cNvPr id="13" name="Rectangle 12"/>
          <p:cNvSpPr/>
          <p:nvPr/>
        </p:nvSpPr>
        <p:spPr>
          <a:xfrm>
            <a:off x="8119872" y="2011680"/>
            <a:ext cx="3611880" cy="3017520"/>
          </a:xfrm>
          <a:prstGeom prst="rect">
            <a:avLst/>
          </a:prstGeom>
          <a:solidFill>
            <a:srgbClr val="051C2C"/>
          </a:solidFill>
          <a:ln>
            <a:noFill/>
          </a:ln>
          <a:effectLst/>
        </p:spPr>
        <p:txBody>
          <a:bodyPr rtlCol="0" anchor="ctr" wrap="square" lIns="0" rIns="0" tIns="0" bIns="0"/>
          <a:lstStyle/>
          <a:p>
            <a:pPr algn="ctr"/>
          </a:p>
        </p:txBody>
      </p:sp>
      <p:sp>
        <p:nvSpPr>
          <p:cNvPr id="14" name="!!iluo_O"/>
          <p:cNvSpPr/>
          <p:nvPr/>
        </p:nvSpPr>
        <p:spPr>
          <a:xfrm>
            <a:off x="8449056" y="2304288"/>
            <a:ext cx="713232" cy="713232"/>
          </a:xfrm>
          <a:prstGeom prst="ellipse">
            <a:avLst/>
          </a:prstGeom>
          <a:solidFill>
            <a:srgbClr val="D5FB00"/>
          </a:solidFill>
          <a:ln>
            <a:noFill/>
          </a:ln>
          <a:effectLst/>
        </p:spPr>
        <p:txBody>
          <a:bodyPr rtlCol="0" anchor="ctr" wrap="square" lIns="0" rIns="0" tIns="0" bIns="0"/>
          <a:lstStyle/>
          <a:p>
            <a:pPr algn="ctr">
              <a:spcBef>
                <a:spcPts val="0"/>
              </a:spcBef>
              <a:spcAft>
                <a:spcPts val="0"/>
              </a:spcAft>
            </a:pPr>
            <a:r>
              <a:rPr sz="2800" b="1" i="0">
                <a:solidFill>
                  <a:srgbClr val="051C2C"/>
                </a:solidFill>
                <a:latin typeface="Segoe UI"/>
              </a:rPr>
              <a:t>O</a:t>
            </a:r>
          </a:p>
        </p:txBody>
      </p:sp>
      <p:sp>
        <p:nvSpPr>
          <p:cNvPr id="15" name="TextBox 14"/>
          <p:cNvSpPr txBox="1"/>
          <p:nvPr/>
        </p:nvSpPr>
        <p:spPr>
          <a:xfrm>
            <a:off x="8449056" y="3236976"/>
            <a:ext cx="2953512" cy="1554480"/>
          </a:xfrm>
          <a:prstGeom prst="rect">
            <a:avLst/>
          </a:prstGeom>
          <a:noFill/>
        </p:spPr>
        <p:txBody>
          <a:bodyPr wrap="square" lIns="0" rIns="0" tIns="0" bIns="0" anchor="t">
            <a:spAutoFit/>
          </a:bodyPr>
          <a:lstStyle/>
          <a:p>
            <a:pPr algn="l">
              <a:spcBef>
                <a:spcPts val="0"/>
              </a:spcBef>
              <a:spcAft>
                <a:spcPts val="0"/>
              </a:spcAft>
            </a:pPr>
            <a:r>
              <a:rPr sz="1800" b="1" i="0">
                <a:solidFill>
                  <a:srgbClr val="FFFFFF"/>
                </a:solidFill>
                <a:latin typeface="Segoe UI"/>
              </a:rPr>
              <a:t>Teach and improve</a:t>
            </a:r>
          </a:p>
          <a:p>
            <a:pPr>
              <a:lnSpc>
                <a:spcPct val="120000"/>
              </a:lnSpc>
              <a:spcBef>
                <a:spcPts val="1000"/>
              </a:spcBef>
              <a:spcAft>
                <a:spcPts val="0"/>
              </a:spcAft>
            </a:pPr>
            <a:r>
              <a:rPr sz="1300" b="0" i="0">
                <a:solidFill>
                  <a:srgbClr val="C6CDD1"/>
                </a:solidFill>
                <a:latin typeface="Segoe UI"/>
              </a:rPr>
              <a:t>Train a level 2 or 3 technician and take one improvement idea to implementation.</a:t>
            </a:r>
          </a:p>
          <a:p>
            <a:pPr>
              <a:spcBef>
                <a:spcPts val="1400"/>
              </a:spcBef>
              <a:spcAft>
                <a:spcPts val="0"/>
              </a:spcAft>
            </a:pPr>
            <a:r>
              <a:rPr sz="1200" b="1" i="0">
                <a:solidFill>
                  <a:srgbClr val="D5FB00"/>
                </a:solidFill>
                <a:latin typeface="Segoe UI"/>
              </a:rPr>
              <a:t>Implementation review</a:t>
            </a:r>
          </a:p>
        </p:txBody>
      </p:sp>
      <p:sp>
        <p:nvSpPr>
          <p:cNvPr id="16" name="Rectangle 15"/>
          <p:cNvSpPr/>
          <p:nvPr/>
        </p:nvSpPr>
        <p:spPr>
          <a:xfrm>
            <a:off x="457200" y="5321808"/>
            <a:ext cx="11274552" cy="1005840"/>
          </a:xfrm>
          <a:prstGeom prst="rect">
            <a:avLst/>
          </a:prstGeom>
          <a:solidFill>
            <a:srgbClr val="F4F6F7"/>
          </a:solidFill>
          <a:ln>
            <a:noFill/>
          </a:ln>
          <a:effectLst/>
        </p:spPr>
        <p:txBody>
          <a:bodyPr rtlCol="0" anchor="ctr" wrap="square" lIns="0" rIns="0" tIns="0" bIns="0"/>
          <a:lstStyle/>
          <a:p>
            <a:pPr algn="ctr"/>
          </a:p>
        </p:txBody>
      </p:sp>
      <p:sp>
        <p:nvSpPr>
          <p:cNvPr id="17" name="TextBox 16"/>
          <p:cNvSpPr txBox="1"/>
          <p:nvPr/>
        </p:nvSpPr>
        <p:spPr>
          <a:xfrm>
            <a:off x="841248" y="5541264"/>
            <a:ext cx="10515600" cy="566928"/>
          </a:xfrm>
          <a:prstGeom prst="rect">
            <a:avLst/>
          </a:prstGeom>
          <a:noFill/>
        </p:spPr>
        <p:txBody>
          <a:bodyPr wrap="square" lIns="0" rIns="0" tIns="0" bIns="0" anchor="ctr">
            <a:spAutoFit/>
          </a:bodyPr>
          <a:lstStyle/>
          <a:p>
            <a:pPr algn="l">
              <a:spcBef>
                <a:spcPts val="0"/>
              </a:spcBef>
              <a:spcAft>
                <a:spcPts val="0"/>
              </a:spcAft>
            </a:pPr>
            <a:r>
              <a:rPr sz="1600" b="1" i="0">
                <a:solidFill>
                  <a:srgbClr val="051C2C"/>
                </a:solidFill>
                <a:latin typeface="Segoe UI"/>
              </a:rPr>
              <a:t>Twenty of the forty hours live in these three levels, and none of them open until Level I is signed.</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17</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THE INTEGRATION PROJECT</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60% of my hours, and none of it on the matrix</a:t>
            </a:r>
          </a:p>
        </p:txBody>
      </p:sp>
      <p:sp>
        <p:nvSpPr>
          <p:cNvPr id="7" name="Rectangle 6"/>
          <p:cNvSpPr/>
          <p:nvPr/>
        </p:nvSpPr>
        <p:spPr>
          <a:xfrm>
            <a:off x="457200" y="2194560"/>
            <a:ext cx="7315200" cy="914400"/>
          </a:xfrm>
          <a:prstGeom prst="rect">
            <a:avLst/>
          </a:prstGeom>
          <a:solidFill>
            <a:srgbClr val="F4F6F7"/>
          </a:solidFill>
          <a:ln>
            <a:noFill/>
          </a:ln>
          <a:effectLst/>
        </p:spPr>
        <p:txBody>
          <a:bodyPr rtlCol="0" anchor="ctr" wrap="square" lIns="0" rIns="0" tIns="0" bIns="0"/>
          <a:lstStyle/>
          <a:p>
            <a:pPr algn="ctr"/>
          </a:p>
        </p:txBody>
      </p:sp>
      <p:sp>
        <p:nvSpPr>
          <p:cNvPr id="8" name="TextBox 7"/>
          <p:cNvSpPr txBox="1"/>
          <p:nvPr/>
        </p:nvSpPr>
        <p:spPr>
          <a:xfrm>
            <a:off x="822960" y="2395728"/>
            <a:ext cx="2286000" cy="512064"/>
          </a:xfrm>
          <a:prstGeom prst="rect">
            <a:avLst/>
          </a:prstGeom>
          <a:noFill/>
        </p:spPr>
        <p:txBody>
          <a:bodyPr wrap="square" lIns="0" rIns="0" tIns="0" bIns="0" anchor="ctr">
            <a:spAutoFit/>
          </a:bodyPr>
          <a:lstStyle/>
          <a:p>
            <a:pPr algn="l">
              <a:spcBef>
                <a:spcPts val="0"/>
              </a:spcBef>
              <a:spcAft>
                <a:spcPts val="0"/>
              </a:spcAft>
            </a:pPr>
            <a:r>
              <a:rPr sz="1000" b="1" i="0">
                <a:solidFill>
                  <a:srgbClr val="0033A0"/>
                </a:solidFill>
                <a:latin typeface="Segoe UI"/>
              </a:rPr>
              <a:t>WHAT IT IS</a:t>
            </a:r>
          </a:p>
        </p:txBody>
      </p:sp>
      <p:sp>
        <p:nvSpPr>
          <p:cNvPr id="9" name="TextBox 8"/>
          <p:cNvSpPr txBox="1"/>
          <p:nvPr/>
        </p:nvSpPr>
        <p:spPr>
          <a:xfrm>
            <a:off x="3200400" y="2395728"/>
            <a:ext cx="4297680" cy="512064"/>
          </a:xfrm>
          <a:prstGeom prst="rect">
            <a:avLst/>
          </a:prstGeom>
          <a:noFill/>
        </p:spPr>
        <p:txBody>
          <a:bodyPr wrap="square" lIns="0" rIns="0" tIns="0" bIns="0" anchor="ctr">
            <a:spAutoFit/>
          </a:bodyPr>
          <a:lstStyle/>
          <a:p>
            <a:pPr algn="l">
              <a:spcBef>
                <a:spcPts val="0"/>
              </a:spcBef>
              <a:spcAft>
                <a:spcPts val="0"/>
              </a:spcAft>
            </a:pPr>
            <a:r>
              <a:rPr sz="1400" b="0" i="0">
                <a:solidFill>
                  <a:srgbClr val="051C2C"/>
                </a:solidFill>
                <a:latin typeface="Segoe UI"/>
              </a:rPr>
              <a:t>[ describe the integration in one line ]</a:t>
            </a:r>
          </a:p>
        </p:txBody>
      </p:sp>
      <p:sp>
        <p:nvSpPr>
          <p:cNvPr id="10" name="Rectangle 9"/>
          <p:cNvSpPr/>
          <p:nvPr/>
        </p:nvSpPr>
        <p:spPr>
          <a:xfrm>
            <a:off x="457200" y="3236976"/>
            <a:ext cx="7315200" cy="914400"/>
          </a:xfrm>
          <a:prstGeom prst="rect">
            <a:avLst/>
          </a:prstGeom>
          <a:solidFill>
            <a:srgbClr val="F4F6F7"/>
          </a:solidFill>
          <a:ln>
            <a:noFill/>
          </a:ln>
          <a:effectLst/>
        </p:spPr>
        <p:txBody>
          <a:bodyPr rtlCol="0" anchor="ctr" wrap="square" lIns="0" rIns="0" tIns="0" bIns="0"/>
          <a:lstStyle/>
          <a:p>
            <a:pPr algn="ctr"/>
          </a:p>
        </p:txBody>
      </p:sp>
      <p:sp>
        <p:nvSpPr>
          <p:cNvPr id="11" name="TextBox 10"/>
          <p:cNvSpPr txBox="1"/>
          <p:nvPr/>
        </p:nvSpPr>
        <p:spPr>
          <a:xfrm>
            <a:off x="822960" y="3438144"/>
            <a:ext cx="2286000" cy="512064"/>
          </a:xfrm>
          <a:prstGeom prst="rect">
            <a:avLst/>
          </a:prstGeom>
          <a:noFill/>
        </p:spPr>
        <p:txBody>
          <a:bodyPr wrap="square" lIns="0" rIns="0" tIns="0" bIns="0" anchor="ctr">
            <a:spAutoFit/>
          </a:bodyPr>
          <a:lstStyle/>
          <a:p>
            <a:pPr algn="l">
              <a:spcBef>
                <a:spcPts val="0"/>
              </a:spcBef>
              <a:spcAft>
                <a:spcPts val="0"/>
              </a:spcAft>
            </a:pPr>
            <a:r>
              <a:rPr sz="1000" b="1" i="0">
                <a:solidFill>
                  <a:srgbClr val="0033A0"/>
                </a:solidFill>
                <a:latin typeface="Segoe UI"/>
              </a:rPr>
              <a:t>MY ROLE</a:t>
            </a:r>
          </a:p>
        </p:txBody>
      </p:sp>
      <p:sp>
        <p:nvSpPr>
          <p:cNvPr id="12" name="TextBox 11"/>
          <p:cNvSpPr txBox="1"/>
          <p:nvPr/>
        </p:nvSpPr>
        <p:spPr>
          <a:xfrm>
            <a:off x="3200400" y="3438144"/>
            <a:ext cx="4297680" cy="512064"/>
          </a:xfrm>
          <a:prstGeom prst="rect">
            <a:avLst/>
          </a:prstGeom>
          <a:noFill/>
        </p:spPr>
        <p:txBody>
          <a:bodyPr wrap="square" lIns="0" rIns="0" tIns="0" bIns="0" anchor="ctr">
            <a:spAutoFit/>
          </a:bodyPr>
          <a:lstStyle/>
          <a:p>
            <a:pPr algn="l">
              <a:spcBef>
                <a:spcPts val="0"/>
              </a:spcBef>
              <a:spcAft>
                <a:spcPts val="0"/>
              </a:spcAft>
            </a:pPr>
            <a:r>
              <a:rPr sz="1400" b="0" i="0">
                <a:solidFill>
                  <a:srgbClr val="051C2C"/>
                </a:solidFill>
                <a:latin typeface="Segoe UI"/>
              </a:rPr>
              <a:t>[ what you own day to day ]</a:t>
            </a:r>
          </a:p>
        </p:txBody>
      </p:sp>
      <p:sp>
        <p:nvSpPr>
          <p:cNvPr id="13" name="Rectangle 12"/>
          <p:cNvSpPr/>
          <p:nvPr/>
        </p:nvSpPr>
        <p:spPr>
          <a:xfrm>
            <a:off x="457200" y="4279392"/>
            <a:ext cx="7315200" cy="914400"/>
          </a:xfrm>
          <a:prstGeom prst="rect">
            <a:avLst/>
          </a:prstGeom>
          <a:solidFill>
            <a:srgbClr val="F4F6F7"/>
          </a:solidFill>
          <a:ln>
            <a:noFill/>
          </a:ln>
          <a:effectLst/>
        </p:spPr>
        <p:txBody>
          <a:bodyPr rtlCol="0" anchor="ctr" wrap="square" lIns="0" rIns="0" tIns="0" bIns="0"/>
          <a:lstStyle/>
          <a:p>
            <a:pPr algn="ctr"/>
          </a:p>
        </p:txBody>
      </p:sp>
      <p:sp>
        <p:nvSpPr>
          <p:cNvPr id="14" name="TextBox 13"/>
          <p:cNvSpPr txBox="1"/>
          <p:nvPr/>
        </p:nvSpPr>
        <p:spPr>
          <a:xfrm>
            <a:off x="822960" y="4480559"/>
            <a:ext cx="2286000" cy="512064"/>
          </a:xfrm>
          <a:prstGeom prst="rect">
            <a:avLst/>
          </a:prstGeom>
          <a:noFill/>
        </p:spPr>
        <p:txBody>
          <a:bodyPr wrap="square" lIns="0" rIns="0" tIns="0" bIns="0" anchor="ctr">
            <a:spAutoFit/>
          </a:bodyPr>
          <a:lstStyle/>
          <a:p>
            <a:pPr algn="l">
              <a:spcBef>
                <a:spcPts val="0"/>
              </a:spcBef>
              <a:spcAft>
                <a:spcPts val="0"/>
              </a:spcAft>
            </a:pPr>
            <a:r>
              <a:rPr sz="1000" b="1" i="0">
                <a:solidFill>
                  <a:srgbClr val="0033A0"/>
                </a:solidFill>
                <a:latin typeface="Segoe UI"/>
              </a:rPr>
              <a:t>WHAT IT TAUGHT ME</a:t>
            </a:r>
          </a:p>
        </p:txBody>
      </p:sp>
      <p:sp>
        <p:nvSpPr>
          <p:cNvPr id="15" name="TextBox 14"/>
          <p:cNvSpPr txBox="1"/>
          <p:nvPr/>
        </p:nvSpPr>
        <p:spPr>
          <a:xfrm>
            <a:off x="3200400" y="4480559"/>
            <a:ext cx="4297680" cy="512064"/>
          </a:xfrm>
          <a:prstGeom prst="rect">
            <a:avLst/>
          </a:prstGeom>
          <a:noFill/>
        </p:spPr>
        <p:txBody>
          <a:bodyPr wrap="square" lIns="0" rIns="0" tIns="0" bIns="0" anchor="ctr">
            <a:spAutoFit/>
          </a:bodyPr>
          <a:lstStyle/>
          <a:p>
            <a:pPr algn="l">
              <a:spcBef>
                <a:spcPts val="0"/>
              </a:spcBef>
              <a:spcAft>
                <a:spcPts val="0"/>
              </a:spcAft>
            </a:pPr>
            <a:r>
              <a:rPr sz="1400" b="0" i="0">
                <a:solidFill>
                  <a:srgbClr val="051C2C"/>
                </a:solidFill>
                <a:latin typeface="Segoe UI"/>
              </a:rPr>
              <a:t>[ three skills outside the matrix ]</a:t>
            </a:r>
          </a:p>
        </p:txBody>
      </p:sp>
      <p:sp>
        <p:nvSpPr>
          <p:cNvPr id="16" name="Rectangle 15"/>
          <p:cNvSpPr/>
          <p:nvPr/>
        </p:nvSpPr>
        <p:spPr>
          <a:xfrm>
            <a:off x="457200" y="5321807"/>
            <a:ext cx="7315200" cy="914400"/>
          </a:xfrm>
          <a:prstGeom prst="rect">
            <a:avLst/>
          </a:prstGeom>
          <a:solidFill>
            <a:srgbClr val="F4F6F7"/>
          </a:solidFill>
          <a:ln>
            <a:noFill/>
          </a:ln>
          <a:effectLst/>
        </p:spPr>
        <p:txBody>
          <a:bodyPr rtlCol="0" anchor="ctr" wrap="square" lIns="0" rIns="0" tIns="0" bIns="0"/>
          <a:lstStyle/>
          <a:p>
            <a:pPr algn="ctr"/>
          </a:p>
        </p:txBody>
      </p:sp>
      <p:sp>
        <p:nvSpPr>
          <p:cNvPr id="17" name="TextBox 16"/>
          <p:cNvSpPr txBox="1"/>
          <p:nvPr/>
        </p:nvSpPr>
        <p:spPr>
          <a:xfrm>
            <a:off x="822960" y="5522975"/>
            <a:ext cx="2286000" cy="512064"/>
          </a:xfrm>
          <a:prstGeom prst="rect">
            <a:avLst/>
          </a:prstGeom>
          <a:noFill/>
        </p:spPr>
        <p:txBody>
          <a:bodyPr wrap="square" lIns="0" rIns="0" tIns="0" bIns="0" anchor="ctr">
            <a:spAutoFit/>
          </a:bodyPr>
          <a:lstStyle/>
          <a:p>
            <a:pPr algn="l">
              <a:spcBef>
                <a:spcPts val="0"/>
              </a:spcBef>
              <a:spcAft>
                <a:spcPts val="0"/>
              </a:spcAft>
            </a:pPr>
            <a:r>
              <a:rPr sz="1000" b="1" i="0">
                <a:solidFill>
                  <a:srgbClr val="0033A0"/>
                </a:solidFill>
                <a:latin typeface="Segoe UI"/>
              </a:rPr>
              <a:t>STATUS</a:t>
            </a:r>
          </a:p>
        </p:txBody>
      </p:sp>
      <p:sp>
        <p:nvSpPr>
          <p:cNvPr id="18" name="TextBox 17"/>
          <p:cNvSpPr txBox="1"/>
          <p:nvPr/>
        </p:nvSpPr>
        <p:spPr>
          <a:xfrm>
            <a:off x="3200400" y="5522975"/>
            <a:ext cx="4297680" cy="512064"/>
          </a:xfrm>
          <a:prstGeom prst="rect">
            <a:avLst/>
          </a:prstGeom>
          <a:noFill/>
        </p:spPr>
        <p:txBody>
          <a:bodyPr wrap="square" lIns="0" rIns="0" tIns="0" bIns="0" anchor="ctr">
            <a:spAutoFit/>
          </a:bodyPr>
          <a:lstStyle/>
          <a:p>
            <a:pPr algn="l">
              <a:spcBef>
                <a:spcPts val="0"/>
              </a:spcBef>
              <a:spcAft>
                <a:spcPts val="0"/>
              </a:spcAft>
            </a:pPr>
            <a:r>
              <a:rPr sz="1400" b="0" i="0">
                <a:solidFill>
                  <a:srgbClr val="051C2C"/>
                </a:solidFill>
                <a:latin typeface="Segoe UI"/>
              </a:rPr>
              <a:t>[ % complete, next milestone ]</a:t>
            </a:r>
          </a:p>
        </p:txBody>
      </p:sp>
      <p:pic>
        <p:nvPicPr>
          <p:cNvPr id="19" name="Picture 18" descr="carretera.jpg"/>
          <p:cNvPicPr>
            <a:picLocks noChangeAspect="1"/>
          </p:cNvPicPr>
          <p:nvPr/>
        </p:nvPicPr>
        <p:blipFill>
          <a:blip r:embed="rId2"/>
          <a:stretch>
            <a:fillRect/>
          </a:stretch>
        </p:blipFill>
        <p:spPr>
          <a:xfrm>
            <a:off x="8046720" y="2194560"/>
            <a:ext cx="3685032" cy="2308321"/>
          </a:xfrm>
          <a:prstGeom prst="rect">
            <a:avLst/>
          </a:prstGeom>
        </p:spPr>
      </p:pic>
      <p:sp>
        <p:nvSpPr>
          <p:cNvPr id="20" name="Rectangle 19"/>
          <p:cNvSpPr/>
          <p:nvPr/>
        </p:nvSpPr>
        <p:spPr>
          <a:xfrm>
            <a:off x="8046720" y="3895344"/>
            <a:ext cx="3685032" cy="2103120"/>
          </a:xfrm>
          <a:prstGeom prst="rect">
            <a:avLst/>
          </a:prstGeom>
          <a:solidFill>
            <a:srgbClr val="051C2C"/>
          </a:solidFill>
          <a:ln>
            <a:noFill/>
          </a:ln>
          <a:effectLst/>
        </p:spPr>
        <p:txBody>
          <a:bodyPr rtlCol="0" anchor="ctr" wrap="square" lIns="0" rIns="0" tIns="0" bIns="0"/>
          <a:lstStyle/>
          <a:p>
            <a:pPr algn="ctr"/>
          </a:p>
        </p:txBody>
      </p:sp>
      <p:sp>
        <p:nvSpPr>
          <p:cNvPr id="21" name="TextBox 20"/>
          <p:cNvSpPr txBox="1"/>
          <p:nvPr/>
        </p:nvSpPr>
        <p:spPr>
          <a:xfrm>
            <a:off x="8357616" y="4169663"/>
            <a:ext cx="3063240" cy="1645920"/>
          </a:xfrm>
          <a:prstGeom prst="rect">
            <a:avLst/>
          </a:prstGeom>
          <a:noFill/>
        </p:spPr>
        <p:txBody>
          <a:bodyPr wrap="square" lIns="0" rIns="0" tIns="0" bIns="0" anchor="t">
            <a:spAutoFit/>
          </a:bodyPr>
          <a:lstStyle/>
          <a:p>
            <a:pPr algn="l">
              <a:spcBef>
                <a:spcPts val="0"/>
              </a:spcBef>
              <a:spcAft>
                <a:spcPts val="0"/>
              </a:spcAft>
            </a:pPr>
            <a:r>
              <a:rPr sz="950" b="1" i="0">
                <a:solidFill>
                  <a:srgbClr val="D5FB00"/>
                </a:solidFill>
                <a:latin typeface="Segoe UI"/>
              </a:rPr>
              <a:t>WHY IT BELONGS HERE</a:t>
            </a:r>
          </a:p>
          <a:p>
            <a:pPr>
              <a:lnSpc>
                <a:spcPct val="118000"/>
              </a:lnSpc>
              <a:spcBef>
                <a:spcPts val="1000"/>
              </a:spcBef>
              <a:spcAft>
                <a:spcPts val="0"/>
              </a:spcAft>
            </a:pPr>
            <a:r>
              <a:rPr sz="1250" b="0" i="0">
                <a:solidFill>
                  <a:srgbClr val="C6CDD1"/>
                </a:solidFill>
                <a:latin typeface="Segoe UI"/>
              </a:rPr>
              <a:t>It is real engineering work. It simply does not appear anywhere on the ILUO matrix, so the scorecard cannot see it.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18</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TIMELINE</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14 weeks left, and Levels U and O are still ahead</a:t>
            </a:r>
          </a:p>
        </p:txBody>
      </p:sp>
      <p:sp>
        <p:nvSpPr>
          <p:cNvPr id="7" name="TextBox 6"/>
          <p:cNvSpPr txBox="1"/>
          <p:nvPr/>
        </p:nvSpPr>
        <p:spPr>
          <a:xfrm>
            <a:off x="457200" y="1481328"/>
            <a:ext cx="10607040" cy="310896"/>
          </a:xfrm>
          <a:prstGeom prst="rect">
            <a:avLst/>
          </a:prstGeom>
          <a:noFill/>
        </p:spPr>
        <p:txBody>
          <a:bodyPr wrap="square" lIns="0" rIns="0" tIns="0" bIns="0" anchor="t">
            <a:spAutoFit/>
          </a:bodyPr>
          <a:lstStyle/>
          <a:p>
            <a:pPr algn="l">
              <a:spcBef>
                <a:spcPts val="0"/>
              </a:spcBef>
              <a:spcAft>
                <a:spcPts val="0"/>
              </a:spcAft>
            </a:pPr>
            <a:r>
              <a:rPr sz="1300" b="0" i="0">
                <a:solidFill>
                  <a:srgbClr val="6E7C87"/>
                </a:solidFill>
                <a:latin typeface="Segoe UI"/>
              </a:rPr>
              <a:t>August 1, 2026  →  January 1, 2027</a:t>
            </a:r>
          </a:p>
        </p:txBody>
      </p:sp>
      <p:sp>
        <p:nvSpPr>
          <p:cNvPr id="8" name="TextBox 7"/>
          <p:cNvSpPr txBox="1"/>
          <p:nvPr/>
        </p:nvSpPr>
        <p:spPr>
          <a:xfrm>
            <a:off x="3310128" y="2157984"/>
            <a:ext cx="1682495" cy="219456"/>
          </a:xfrm>
          <a:prstGeom prst="rect">
            <a:avLst/>
          </a:prstGeom>
          <a:noFill/>
        </p:spPr>
        <p:txBody>
          <a:bodyPr wrap="square" lIns="0" rIns="0" tIns="0" bIns="0" anchor="t">
            <a:spAutoFit/>
          </a:bodyPr>
          <a:lstStyle/>
          <a:p>
            <a:pPr algn="ctr">
              <a:spcBef>
                <a:spcPts val="0"/>
              </a:spcBef>
              <a:spcAft>
                <a:spcPts val="0"/>
              </a:spcAft>
            </a:pPr>
            <a:r>
              <a:rPr sz="1000" b="1" i="0">
                <a:solidFill>
                  <a:srgbClr val="6E7C87"/>
                </a:solidFill>
                <a:latin typeface="Segoe UI"/>
              </a:rPr>
              <a:t>AUG</a:t>
            </a:r>
          </a:p>
        </p:txBody>
      </p:sp>
      <p:sp>
        <p:nvSpPr>
          <p:cNvPr id="9" name="TextBox 8"/>
          <p:cNvSpPr txBox="1"/>
          <p:nvPr/>
        </p:nvSpPr>
        <p:spPr>
          <a:xfrm>
            <a:off x="4992624" y="2157984"/>
            <a:ext cx="1682495" cy="219456"/>
          </a:xfrm>
          <a:prstGeom prst="rect">
            <a:avLst/>
          </a:prstGeom>
          <a:noFill/>
        </p:spPr>
        <p:txBody>
          <a:bodyPr wrap="square" lIns="0" rIns="0" tIns="0" bIns="0" anchor="t">
            <a:spAutoFit/>
          </a:bodyPr>
          <a:lstStyle/>
          <a:p>
            <a:pPr algn="ctr">
              <a:spcBef>
                <a:spcPts val="0"/>
              </a:spcBef>
              <a:spcAft>
                <a:spcPts val="0"/>
              </a:spcAft>
            </a:pPr>
            <a:r>
              <a:rPr sz="1000" b="1" i="0">
                <a:solidFill>
                  <a:srgbClr val="6E7C87"/>
                </a:solidFill>
                <a:latin typeface="Segoe UI"/>
              </a:rPr>
              <a:t>SEP</a:t>
            </a:r>
          </a:p>
        </p:txBody>
      </p:sp>
      <p:sp>
        <p:nvSpPr>
          <p:cNvPr id="10" name="Rectangle 9"/>
          <p:cNvSpPr/>
          <p:nvPr/>
        </p:nvSpPr>
        <p:spPr>
          <a:xfrm>
            <a:off x="4992624" y="2414016"/>
            <a:ext cx="7315" cy="3346704"/>
          </a:xfrm>
          <a:prstGeom prst="rect">
            <a:avLst/>
          </a:prstGeom>
          <a:solidFill>
            <a:srgbClr val="E6EAEC"/>
          </a:solidFill>
          <a:ln>
            <a:noFill/>
          </a:ln>
          <a:effectLst/>
        </p:spPr>
        <p:txBody>
          <a:bodyPr rtlCol="0" anchor="ctr" wrap="square" lIns="0" rIns="0" tIns="0" bIns="0"/>
          <a:lstStyle/>
          <a:p>
            <a:pPr algn="ctr"/>
          </a:p>
        </p:txBody>
      </p:sp>
      <p:sp>
        <p:nvSpPr>
          <p:cNvPr id="11" name="TextBox 10"/>
          <p:cNvSpPr txBox="1"/>
          <p:nvPr/>
        </p:nvSpPr>
        <p:spPr>
          <a:xfrm>
            <a:off x="6675120" y="2157984"/>
            <a:ext cx="1682495" cy="219456"/>
          </a:xfrm>
          <a:prstGeom prst="rect">
            <a:avLst/>
          </a:prstGeom>
          <a:noFill/>
        </p:spPr>
        <p:txBody>
          <a:bodyPr wrap="square" lIns="0" rIns="0" tIns="0" bIns="0" anchor="t">
            <a:spAutoFit/>
          </a:bodyPr>
          <a:lstStyle/>
          <a:p>
            <a:pPr algn="ctr">
              <a:spcBef>
                <a:spcPts val="0"/>
              </a:spcBef>
              <a:spcAft>
                <a:spcPts val="0"/>
              </a:spcAft>
            </a:pPr>
            <a:r>
              <a:rPr sz="1000" b="1" i="0">
                <a:solidFill>
                  <a:srgbClr val="6E7C87"/>
                </a:solidFill>
                <a:latin typeface="Segoe UI"/>
              </a:rPr>
              <a:t>OCT</a:t>
            </a:r>
          </a:p>
        </p:txBody>
      </p:sp>
      <p:sp>
        <p:nvSpPr>
          <p:cNvPr id="12" name="Rectangle 11"/>
          <p:cNvSpPr/>
          <p:nvPr/>
        </p:nvSpPr>
        <p:spPr>
          <a:xfrm>
            <a:off x="6675120" y="2414016"/>
            <a:ext cx="7315" cy="3346704"/>
          </a:xfrm>
          <a:prstGeom prst="rect">
            <a:avLst/>
          </a:prstGeom>
          <a:solidFill>
            <a:srgbClr val="E6EAEC"/>
          </a:solidFill>
          <a:ln>
            <a:noFill/>
          </a:ln>
          <a:effectLst/>
        </p:spPr>
        <p:txBody>
          <a:bodyPr rtlCol="0" anchor="ctr" wrap="square" lIns="0" rIns="0" tIns="0" bIns="0"/>
          <a:lstStyle/>
          <a:p>
            <a:pPr algn="ctr"/>
          </a:p>
        </p:txBody>
      </p:sp>
      <p:sp>
        <p:nvSpPr>
          <p:cNvPr id="13" name="TextBox 12"/>
          <p:cNvSpPr txBox="1"/>
          <p:nvPr/>
        </p:nvSpPr>
        <p:spPr>
          <a:xfrm>
            <a:off x="8357616" y="2157984"/>
            <a:ext cx="1682495" cy="219456"/>
          </a:xfrm>
          <a:prstGeom prst="rect">
            <a:avLst/>
          </a:prstGeom>
          <a:noFill/>
        </p:spPr>
        <p:txBody>
          <a:bodyPr wrap="square" lIns="0" rIns="0" tIns="0" bIns="0" anchor="t">
            <a:spAutoFit/>
          </a:bodyPr>
          <a:lstStyle/>
          <a:p>
            <a:pPr algn="ctr">
              <a:spcBef>
                <a:spcPts val="0"/>
              </a:spcBef>
              <a:spcAft>
                <a:spcPts val="0"/>
              </a:spcAft>
            </a:pPr>
            <a:r>
              <a:rPr sz="1000" b="1" i="0">
                <a:solidFill>
                  <a:srgbClr val="6E7C87"/>
                </a:solidFill>
                <a:latin typeface="Segoe UI"/>
              </a:rPr>
              <a:t>NOV</a:t>
            </a:r>
          </a:p>
        </p:txBody>
      </p:sp>
      <p:sp>
        <p:nvSpPr>
          <p:cNvPr id="14" name="Rectangle 13"/>
          <p:cNvSpPr/>
          <p:nvPr/>
        </p:nvSpPr>
        <p:spPr>
          <a:xfrm>
            <a:off x="8357616" y="2414016"/>
            <a:ext cx="7315" cy="3346704"/>
          </a:xfrm>
          <a:prstGeom prst="rect">
            <a:avLst/>
          </a:prstGeom>
          <a:solidFill>
            <a:srgbClr val="E6EAEC"/>
          </a:solidFill>
          <a:ln>
            <a:noFill/>
          </a:ln>
          <a:effectLst/>
        </p:spPr>
        <p:txBody>
          <a:bodyPr rtlCol="0" anchor="ctr" wrap="square" lIns="0" rIns="0" tIns="0" bIns="0"/>
          <a:lstStyle/>
          <a:p>
            <a:pPr algn="ctr"/>
          </a:p>
        </p:txBody>
      </p:sp>
      <p:sp>
        <p:nvSpPr>
          <p:cNvPr id="15" name="TextBox 14"/>
          <p:cNvSpPr txBox="1"/>
          <p:nvPr/>
        </p:nvSpPr>
        <p:spPr>
          <a:xfrm>
            <a:off x="10040112" y="2157984"/>
            <a:ext cx="1682495" cy="219456"/>
          </a:xfrm>
          <a:prstGeom prst="rect">
            <a:avLst/>
          </a:prstGeom>
          <a:noFill/>
        </p:spPr>
        <p:txBody>
          <a:bodyPr wrap="square" lIns="0" rIns="0" tIns="0" bIns="0" anchor="t">
            <a:spAutoFit/>
          </a:bodyPr>
          <a:lstStyle/>
          <a:p>
            <a:pPr algn="ctr">
              <a:spcBef>
                <a:spcPts val="0"/>
              </a:spcBef>
              <a:spcAft>
                <a:spcPts val="0"/>
              </a:spcAft>
            </a:pPr>
            <a:r>
              <a:rPr sz="1000" b="1" i="0">
                <a:solidFill>
                  <a:srgbClr val="6E7C87"/>
                </a:solidFill>
                <a:latin typeface="Segoe UI"/>
              </a:rPr>
              <a:t>DEC</a:t>
            </a:r>
          </a:p>
        </p:txBody>
      </p:sp>
      <p:sp>
        <p:nvSpPr>
          <p:cNvPr id="16" name="Rectangle 15"/>
          <p:cNvSpPr/>
          <p:nvPr/>
        </p:nvSpPr>
        <p:spPr>
          <a:xfrm>
            <a:off x="10040112" y="2414016"/>
            <a:ext cx="7315" cy="3346704"/>
          </a:xfrm>
          <a:prstGeom prst="rect">
            <a:avLst/>
          </a:prstGeom>
          <a:solidFill>
            <a:srgbClr val="E6EAEC"/>
          </a:solidFill>
          <a:ln>
            <a:noFill/>
          </a:ln>
          <a:effectLst/>
        </p:spPr>
        <p:txBody>
          <a:bodyPr rtlCol="0" anchor="ctr" wrap="square" lIns="0" rIns="0" tIns="0" bIns="0"/>
          <a:lstStyle/>
          <a:p>
            <a:pPr algn="ctr"/>
          </a:p>
        </p:txBody>
      </p:sp>
      <p:sp>
        <p:nvSpPr>
          <p:cNvPr id="17" name="TextBox 16"/>
          <p:cNvSpPr txBox="1"/>
          <p:nvPr/>
        </p:nvSpPr>
        <p:spPr>
          <a:xfrm>
            <a:off x="457200" y="2724912"/>
            <a:ext cx="2743200" cy="365760"/>
          </a:xfrm>
          <a:prstGeom prst="rect">
            <a:avLst/>
          </a:prstGeom>
          <a:noFill/>
        </p:spPr>
        <p:txBody>
          <a:bodyPr wrap="square" lIns="0" rIns="0" tIns="0" bIns="0" anchor="t">
            <a:spAutoFit/>
          </a:bodyPr>
          <a:lstStyle/>
          <a:p>
            <a:pPr algn="l">
              <a:lnSpc>
                <a:spcPct val="110000"/>
              </a:lnSpc>
              <a:spcBef>
                <a:spcPts val="0"/>
              </a:spcBef>
              <a:spcAft>
                <a:spcPts val="0"/>
              </a:spcAft>
            </a:pPr>
            <a:r>
              <a:rPr sz="1200" b="1" i="0">
                <a:solidFill>
                  <a:srgbClr val="051C2C"/>
                </a:solidFill>
                <a:latin typeface="Segoe UI"/>
              </a:rPr>
              <a:t>Level I: welding fundamentals</a:t>
            </a:r>
          </a:p>
        </p:txBody>
      </p:sp>
      <p:sp>
        <p:nvSpPr>
          <p:cNvPr id="18" name="Rectangle 17"/>
          <p:cNvSpPr/>
          <p:nvPr/>
        </p:nvSpPr>
        <p:spPr>
          <a:xfrm>
            <a:off x="3310128" y="2651760"/>
            <a:ext cx="3028492" cy="384048"/>
          </a:xfrm>
          <a:prstGeom prst="rect">
            <a:avLst/>
          </a:prstGeom>
          <a:solidFill>
            <a:srgbClr val="0033A0"/>
          </a:solidFill>
          <a:ln>
            <a:noFill/>
          </a:ln>
          <a:effectLst/>
        </p:spPr>
        <p:txBody>
          <a:bodyPr rtlCol="0" anchor="ctr" wrap="square" lIns="0" rIns="0" tIns="0" bIns="0"/>
          <a:lstStyle/>
          <a:p>
            <a:pPr algn="ctr"/>
          </a:p>
        </p:txBody>
      </p:sp>
      <p:sp>
        <p:nvSpPr>
          <p:cNvPr id="19" name="Rectangle 18"/>
          <p:cNvSpPr/>
          <p:nvPr/>
        </p:nvSpPr>
        <p:spPr>
          <a:xfrm>
            <a:off x="6675120" y="2651760"/>
            <a:ext cx="1682496" cy="384048"/>
          </a:xfrm>
          <a:prstGeom prst="rect">
            <a:avLst/>
          </a:prstGeom>
          <a:solidFill>
            <a:srgbClr val="E3E7EB"/>
          </a:solidFill>
          <a:ln>
            <a:noFill/>
          </a:ln>
          <a:effectLst/>
        </p:spPr>
        <p:txBody>
          <a:bodyPr rtlCol="0" anchor="ctr" wrap="square" lIns="0" rIns="0" tIns="0" bIns="0"/>
          <a:lstStyle/>
          <a:p>
            <a:pPr algn="ctr"/>
          </a:p>
        </p:txBody>
      </p:sp>
      <p:sp>
        <p:nvSpPr>
          <p:cNvPr id="20" name="TextBox 19"/>
          <p:cNvSpPr txBox="1"/>
          <p:nvPr/>
        </p:nvSpPr>
        <p:spPr>
          <a:xfrm>
            <a:off x="457200" y="3383280"/>
            <a:ext cx="2743200" cy="365760"/>
          </a:xfrm>
          <a:prstGeom prst="rect">
            <a:avLst/>
          </a:prstGeom>
          <a:noFill/>
        </p:spPr>
        <p:txBody>
          <a:bodyPr wrap="square" lIns="0" rIns="0" tIns="0" bIns="0" anchor="t">
            <a:spAutoFit/>
          </a:bodyPr>
          <a:lstStyle/>
          <a:p>
            <a:pPr algn="l">
              <a:lnSpc>
                <a:spcPct val="110000"/>
              </a:lnSpc>
              <a:spcBef>
                <a:spcPts val="0"/>
              </a:spcBef>
              <a:spcAft>
                <a:spcPts val="0"/>
              </a:spcAft>
            </a:pPr>
            <a:r>
              <a:rPr sz="1200" b="1" i="0">
                <a:solidFill>
                  <a:srgbClr val="051C2C"/>
                </a:solidFill>
                <a:latin typeface="Segoe UI"/>
              </a:rPr>
              <a:t>Level L: execution in the cell</a:t>
            </a:r>
          </a:p>
        </p:txBody>
      </p:sp>
      <p:sp>
        <p:nvSpPr>
          <p:cNvPr id="21" name="Rectangle 20"/>
          <p:cNvSpPr/>
          <p:nvPr/>
        </p:nvSpPr>
        <p:spPr>
          <a:xfrm>
            <a:off x="3310128" y="3310128"/>
            <a:ext cx="3028492" cy="384048"/>
          </a:xfrm>
          <a:prstGeom prst="rect">
            <a:avLst/>
          </a:prstGeom>
          <a:solidFill>
            <a:srgbClr val="0033A0"/>
          </a:solidFill>
          <a:ln>
            <a:noFill/>
          </a:ln>
          <a:effectLst/>
        </p:spPr>
        <p:txBody>
          <a:bodyPr rtlCol="0" anchor="ctr" wrap="square" lIns="0" rIns="0" tIns="0" bIns="0"/>
          <a:lstStyle/>
          <a:p>
            <a:pPr algn="ctr"/>
          </a:p>
        </p:txBody>
      </p:sp>
      <p:sp>
        <p:nvSpPr>
          <p:cNvPr id="22" name="Rectangle 21"/>
          <p:cNvSpPr/>
          <p:nvPr/>
        </p:nvSpPr>
        <p:spPr>
          <a:xfrm>
            <a:off x="6338620" y="3310128"/>
            <a:ext cx="3701491" cy="384048"/>
          </a:xfrm>
          <a:prstGeom prst="rect">
            <a:avLst/>
          </a:prstGeom>
          <a:solidFill>
            <a:srgbClr val="E3E7EB"/>
          </a:solidFill>
          <a:ln>
            <a:noFill/>
          </a:ln>
          <a:effectLst/>
        </p:spPr>
        <p:txBody>
          <a:bodyPr rtlCol="0" anchor="ctr" wrap="square" lIns="0" rIns="0" tIns="0" bIns="0"/>
          <a:lstStyle/>
          <a:p>
            <a:pPr algn="ctr"/>
          </a:p>
        </p:txBody>
      </p:sp>
      <p:sp>
        <p:nvSpPr>
          <p:cNvPr id="23" name="TextBox 22"/>
          <p:cNvSpPr txBox="1"/>
          <p:nvPr/>
        </p:nvSpPr>
        <p:spPr>
          <a:xfrm>
            <a:off x="457200" y="4041648"/>
            <a:ext cx="2743200" cy="365760"/>
          </a:xfrm>
          <a:prstGeom prst="rect">
            <a:avLst/>
          </a:prstGeom>
          <a:noFill/>
        </p:spPr>
        <p:txBody>
          <a:bodyPr wrap="square" lIns="0" rIns="0" tIns="0" bIns="0" anchor="t">
            <a:spAutoFit/>
          </a:bodyPr>
          <a:lstStyle/>
          <a:p>
            <a:pPr algn="l">
              <a:lnSpc>
                <a:spcPct val="110000"/>
              </a:lnSpc>
              <a:spcBef>
                <a:spcPts val="0"/>
              </a:spcBef>
              <a:spcAft>
                <a:spcPts val="0"/>
              </a:spcAft>
            </a:pPr>
            <a:r>
              <a:rPr sz="1200" b="1" i="0">
                <a:solidFill>
                  <a:srgbClr val="051C2C"/>
                </a:solidFill>
                <a:latin typeface="Segoe UI"/>
              </a:rPr>
              <a:t>Level U: robot programming</a:t>
            </a:r>
          </a:p>
        </p:txBody>
      </p:sp>
      <p:sp>
        <p:nvSpPr>
          <p:cNvPr id="24" name="Rectangle 23"/>
          <p:cNvSpPr/>
          <p:nvPr/>
        </p:nvSpPr>
        <p:spPr>
          <a:xfrm>
            <a:off x="6675120" y="3968496"/>
            <a:ext cx="4542739" cy="384048"/>
          </a:xfrm>
          <a:prstGeom prst="rect">
            <a:avLst/>
          </a:prstGeom>
          <a:solidFill>
            <a:srgbClr val="E3E7EB"/>
          </a:solidFill>
          <a:ln>
            <a:noFill/>
          </a:ln>
          <a:effectLst/>
        </p:spPr>
        <p:txBody>
          <a:bodyPr rtlCol="0" anchor="ctr" wrap="square" lIns="0" rIns="0" tIns="0" bIns="0"/>
          <a:lstStyle/>
          <a:p>
            <a:pPr algn="ctr"/>
          </a:p>
        </p:txBody>
      </p:sp>
      <p:sp>
        <p:nvSpPr>
          <p:cNvPr id="25" name="TextBox 24"/>
          <p:cNvSpPr txBox="1"/>
          <p:nvPr/>
        </p:nvSpPr>
        <p:spPr>
          <a:xfrm>
            <a:off x="457200" y="4700016"/>
            <a:ext cx="2743200" cy="365760"/>
          </a:xfrm>
          <a:prstGeom prst="rect">
            <a:avLst/>
          </a:prstGeom>
          <a:noFill/>
        </p:spPr>
        <p:txBody>
          <a:bodyPr wrap="square" lIns="0" rIns="0" tIns="0" bIns="0" anchor="t">
            <a:spAutoFit/>
          </a:bodyPr>
          <a:lstStyle/>
          <a:p>
            <a:pPr algn="l">
              <a:lnSpc>
                <a:spcPct val="110000"/>
              </a:lnSpc>
              <a:spcBef>
                <a:spcPts val="0"/>
              </a:spcBef>
              <a:spcAft>
                <a:spcPts val="0"/>
              </a:spcAft>
            </a:pPr>
            <a:r>
              <a:rPr sz="1200" b="1" i="0">
                <a:solidFill>
                  <a:srgbClr val="051C2C"/>
                </a:solidFill>
                <a:latin typeface="Segoe UI"/>
              </a:rPr>
              <a:t>Level O: ANDON and improvement</a:t>
            </a:r>
          </a:p>
        </p:txBody>
      </p:sp>
      <p:sp>
        <p:nvSpPr>
          <p:cNvPr id="26" name="Rectangle 25"/>
          <p:cNvSpPr/>
          <p:nvPr/>
        </p:nvSpPr>
        <p:spPr>
          <a:xfrm>
            <a:off x="3310128" y="4626864"/>
            <a:ext cx="3028492" cy="384048"/>
          </a:xfrm>
          <a:prstGeom prst="rect">
            <a:avLst/>
          </a:prstGeom>
          <a:solidFill>
            <a:srgbClr val="0033A0"/>
          </a:solidFill>
          <a:ln>
            <a:noFill/>
          </a:ln>
          <a:effectLst/>
        </p:spPr>
        <p:txBody>
          <a:bodyPr rtlCol="0" anchor="ctr" wrap="square" lIns="0" rIns="0" tIns="0" bIns="0"/>
          <a:lstStyle/>
          <a:p>
            <a:pPr algn="ctr"/>
          </a:p>
        </p:txBody>
      </p:sp>
      <p:sp>
        <p:nvSpPr>
          <p:cNvPr id="27" name="Rectangle 26"/>
          <p:cNvSpPr/>
          <p:nvPr/>
        </p:nvSpPr>
        <p:spPr>
          <a:xfrm>
            <a:off x="8357616" y="4626864"/>
            <a:ext cx="2860243" cy="384048"/>
          </a:xfrm>
          <a:prstGeom prst="rect">
            <a:avLst/>
          </a:prstGeom>
          <a:solidFill>
            <a:srgbClr val="E3E7EB"/>
          </a:solidFill>
          <a:ln>
            <a:noFill/>
          </a:ln>
          <a:effectLst/>
        </p:spPr>
        <p:txBody>
          <a:bodyPr rtlCol="0" anchor="ctr" wrap="square" lIns="0" rIns="0" tIns="0" bIns="0"/>
          <a:lstStyle/>
          <a:p>
            <a:pPr algn="ctr"/>
          </a:p>
        </p:txBody>
      </p:sp>
      <p:sp>
        <p:nvSpPr>
          <p:cNvPr id="28" name="TextBox 27"/>
          <p:cNvSpPr txBox="1"/>
          <p:nvPr/>
        </p:nvSpPr>
        <p:spPr>
          <a:xfrm>
            <a:off x="457200" y="5358383"/>
            <a:ext cx="2743200" cy="365760"/>
          </a:xfrm>
          <a:prstGeom prst="rect">
            <a:avLst/>
          </a:prstGeom>
          <a:noFill/>
        </p:spPr>
        <p:txBody>
          <a:bodyPr wrap="square" lIns="0" rIns="0" tIns="0" bIns="0" anchor="t">
            <a:spAutoFit/>
          </a:bodyPr>
          <a:lstStyle/>
          <a:p>
            <a:pPr algn="l">
              <a:lnSpc>
                <a:spcPct val="110000"/>
              </a:lnSpc>
              <a:spcBef>
                <a:spcPts val="0"/>
              </a:spcBef>
              <a:spcAft>
                <a:spcPts val="0"/>
              </a:spcAft>
            </a:pPr>
            <a:r>
              <a:rPr sz="1200" b="1" i="0">
                <a:solidFill>
                  <a:srgbClr val="051C2C"/>
                </a:solidFill>
                <a:latin typeface="Segoe UI"/>
              </a:rPr>
              <a:t>Integration project</a:t>
            </a:r>
          </a:p>
        </p:txBody>
      </p:sp>
      <p:sp>
        <p:nvSpPr>
          <p:cNvPr id="29" name="Rectangle 28"/>
          <p:cNvSpPr/>
          <p:nvPr/>
        </p:nvSpPr>
        <p:spPr>
          <a:xfrm>
            <a:off x="3310128" y="5285231"/>
            <a:ext cx="3028492" cy="384048"/>
          </a:xfrm>
          <a:prstGeom prst="rect">
            <a:avLst/>
          </a:prstGeom>
          <a:solidFill>
            <a:srgbClr val="0033A0"/>
          </a:solidFill>
          <a:ln>
            <a:noFill/>
          </a:ln>
          <a:effectLst/>
        </p:spPr>
        <p:txBody>
          <a:bodyPr rtlCol="0" anchor="ctr" wrap="square" lIns="0" rIns="0" tIns="0" bIns="0"/>
          <a:lstStyle/>
          <a:p>
            <a:pPr algn="ctr"/>
          </a:p>
        </p:txBody>
      </p:sp>
      <p:sp>
        <p:nvSpPr>
          <p:cNvPr id="30" name="Rectangle 29"/>
          <p:cNvSpPr/>
          <p:nvPr/>
        </p:nvSpPr>
        <p:spPr>
          <a:xfrm>
            <a:off x="6338620" y="5285231"/>
            <a:ext cx="3701491" cy="384048"/>
          </a:xfrm>
          <a:prstGeom prst="rect">
            <a:avLst/>
          </a:prstGeom>
          <a:solidFill>
            <a:srgbClr val="E3E7EB"/>
          </a:solidFill>
          <a:ln>
            <a:noFill/>
          </a:ln>
          <a:effectLst/>
        </p:spPr>
        <p:txBody>
          <a:bodyPr rtlCol="0" anchor="ctr" wrap="square" lIns="0" rIns="0" tIns="0" bIns="0"/>
          <a:lstStyle/>
          <a:p>
            <a:pPr algn="ctr"/>
          </a:p>
        </p:txBody>
      </p:sp>
      <p:sp>
        <p:nvSpPr>
          <p:cNvPr id="31" name="Rectangle 30"/>
          <p:cNvSpPr/>
          <p:nvPr/>
        </p:nvSpPr>
        <p:spPr>
          <a:xfrm>
            <a:off x="6324904" y="2414016"/>
            <a:ext cx="27432" cy="3346704"/>
          </a:xfrm>
          <a:prstGeom prst="rect">
            <a:avLst/>
          </a:prstGeom>
          <a:solidFill>
            <a:srgbClr val="D5FB00"/>
          </a:solidFill>
          <a:ln>
            <a:noFill/>
          </a:ln>
          <a:effectLst/>
        </p:spPr>
        <p:txBody>
          <a:bodyPr rtlCol="0" anchor="ctr" wrap="square" lIns="0" rIns="0" tIns="0" bIns="0"/>
          <a:lstStyle/>
          <a:p>
            <a:pPr algn="ctr"/>
          </a:p>
        </p:txBody>
      </p:sp>
      <p:sp>
        <p:nvSpPr>
          <p:cNvPr id="32" name="TextBox 31"/>
          <p:cNvSpPr txBox="1"/>
          <p:nvPr/>
        </p:nvSpPr>
        <p:spPr>
          <a:xfrm>
            <a:off x="5826556" y="1883664"/>
            <a:ext cx="1024128" cy="219456"/>
          </a:xfrm>
          <a:prstGeom prst="rect">
            <a:avLst/>
          </a:prstGeom>
          <a:noFill/>
        </p:spPr>
        <p:txBody>
          <a:bodyPr wrap="square" lIns="0" rIns="0" tIns="0" bIns="0" anchor="t">
            <a:spAutoFit/>
          </a:bodyPr>
          <a:lstStyle/>
          <a:p>
            <a:pPr algn="ctr">
              <a:spcBef>
                <a:spcPts val="0"/>
              </a:spcBef>
              <a:spcAft>
                <a:spcPts val="0"/>
              </a:spcAft>
            </a:pPr>
            <a:r>
              <a:rPr sz="950" b="1" i="0">
                <a:solidFill>
                  <a:srgbClr val="051C2C"/>
                </a:solidFill>
                <a:latin typeface="Segoe UI"/>
              </a:rPr>
              <a:t>TODAY</a:t>
            </a:r>
          </a:p>
        </p:txBody>
      </p:sp>
      <p:sp>
        <p:nvSpPr>
          <p:cNvPr id="33" name="Rectangle 32"/>
          <p:cNvSpPr/>
          <p:nvPr/>
        </p:nvSpPr>
        <p:spPr>
          <a:xfrm>
            <a:off x="3310128" y="5943600"/>
            <a:ext cx="182880" cy="182880"/>
          </a:xfrm>
          <a:prstGeom prst="rect">
            <a:avLst/>
          </a:prstGeom>
          <a:solidFill>
            <a:srgbClr val="0033A0"/>
          </a:solidFill>
          <a:ln>
            <a:noFill/>
          </a:ln>
          <a:effectLst/>
        </p:spPr>
        <p:txBody>
          <a:bodyPr rtlCol="0" anchor="ctr" wrap="square" lIns="0" rIns="0" tIns="0" bIns="0"/>
          <a:lstStyle/>
          <a:p>
            <a:pPr algn="ctr"/>
          </a:p>
        </p:txBody>
      </p:sp>
      <p:sp>
        <p:nvSpPr>
          <p:cNvPr id="34" name="TextBox 33"/>
          <p:cNvSpPr txBox="1"/>
          <p:nvPr/>
        </p:nvSpPr>
        <p:spPr>
          <a:xfrm>
            <a:off x="3584448" y="5916168"/>
            <a:ext cx="1463040" cy="237744"/>
          </a:xfrm>
          <a:prstGeom prst="rect">
            <a:avLst/>
          </a:prstGeom>
          <a:noFill/>
        </p:spPr>
        <p:txBody>
          <a:bodyPr wrap="square" lIns="0" rIns="0" tIns="0" bIns="0" anchor="t">
            <a:spAutoFit/>
          </a:bodyPr>
          <a:lstStyle/>
          <a:p>
            <a:pPr algn="l">
              <a:spcBef>
                <a:spcPts val="0"/>
              </a:spcBef>
              <a:spcAft>
                <a:spcPts val="0"/>
              </a:spcAft>
            </a:pPr>
            <a:r>
              <a:rPr sz="1050" b="0" i="0">
                <a:solidFill>
                  <a:srgbClr val="6E7C87"/>
                </a:solidFill>
                <a:latin typeface="Segoe UI"/>
              </a:rPr>
              <a:t>Actual</a:t>
            </a:r>
          </a:p>
        </p:txBody>
      </p:sp>
      <p:sp>
        <p:nvSpPr>
          <p:cNvPr id="35" name="Rectangle 34"/>
          <p:cNvSpPr/>
          <p:nvPr/>
        </p:nvSpPr>
        <p:spPr>
          <a:xfrm>
            <a:off x="4773168" y="5943600"/>
            <a:ext cx="182880" cy="182880"/>
          </a:xfrm>
          <a:prstGeom prst="rect">
            <a:avLst/>
          </a:prstGeom>
          <a:solidFill>
            <a:srgbClr val="E3E7EB"/>
          </a:solidFill>
          <a:ln>
            <a:noFill/>
          </a:ln>
          <a:effectLst/>
        </p:spPr>
        <p:txBody>
          <a:bodyPr rtlCol="0" anchor="ctr" wrap="square" lIns="0" rIns="0" tIns="0" bIns="0"/>
          <a:lstStyle/>
          <a:p>
            <a:pPr algn="ctr"/>
          </a:p>
        </p:txBody>
      </p:sp>
      <p:sp>
        <p:nvSpPr>
          <p:cNvPr id="36" name="TextBox 35"/>
          <p:cNvSpPr txBox="1"/>
          <p:nvPr/>
        </p:nvSpPr>
        <p:spPr>
          <a:xfrm>
            <a:off x="5047488" y="5916168"/>
            <a:ext cx="1463040" cy="237744"/>
          </a:xfrm>
          <a:prstGeom prst="rect">
            <a:avLst/>
          </a:prstGeom>
          <a:noFill/>
        </p:spPr>
        <p:txBody>
          <a:bodyPr wrap="square" lIns="0" rIns="0" tIns="0" bIns="0" anchor="t">
            <a:spAutoFit/>
          </a:bodyPr>
          <a:lstStyle/>
          <a:p>
            <a:pPr algn="l">
              <a:spcBef>
                <a:spcPts val="0"/>
              </a:spcBef>
              <a:spcAft>
                <a:spcPts val="0"/>
              </a:spcAft>
            </a:pPr>
            <a:r>
              <a:rPr sz="1050" b="0" i="0">
                <a:solidFill>
                  <a:srgbClr val="6E7C87"/>
                </a:solidFill>
                <a:latin typeface="Segoe UI"/>
              </a:rPr>
              <a:t>Planned</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6E7C87"/>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6E7C87"/>
                </a:solidFill>
                <a:latin typeface="Segoe UI"/>
              </a:rPr>
              <a:t>19</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6E7C87"/>
                </a:solidFill>
                <a:latin typeface="Segoe UI"/>
              </a:rPr>
              <a:t>WHAT I NEED FROM YOU</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051C2C"/>
                </a:solidFill>
                <a:latin typeface="Segoe UI"/>
              </a:rPr>
              <a:t>Four commitments, and none of them cost money</a:t>
            </a:r>
          </a:p>
        </p:txBody>
      </p:sp>
      <p:sp>
        <p:nvSpPr>
          <p:cNvPr id="7" name="TextBox 6"/>
          <p:cNvSpPr txBox="1"/>
          <p:nvPr/>
        </p:nvSpPr>
        <p:spPr>
          <a:xfrm>
            <a:off x="1078992" y="2103120"/>
            <a:ext cx="4754880" cy="237744"/>
          </a:xfrm>
          <a:prstGeom prst="rect">
            <a:avLst/>
          </a:prstGeom>
          <a:noFill/>
        </p:spPr>
        <p:txBody>
          <a:bodyPr wrap="square" lIns="0" rIns="0" tIns="0" bIns="0" anchor="t">
            <a:spAutoFit/>
          </a:bodyPr>
          <a:lstStyle/>
          <a:p>
            <a:pPr algn="l">
              <a:spcBef>
                <a:spcPts val="0"/>
              </a:spcBef>
              <a:spcAft>
                <a:spcPts val="0"/>
              </a:spcAft>
            </a:pPr>
            <a:r>
              <a:rPr sz="900" b="1" i="0">
                <a:solidFill>
                  <a:srgbClr val="0033A0"/>
                </a:solidFill>
                <a:latin typeface="Segoe UI"/>
              </a:rPr>
              <a:t>COMMITMENT</a:t>
            </a:r>
          </a:p>
        </p:txBody>
      </p:sp>
      <p:sp>
        <p:nvSpPr>
          <p:cNvPr id="8" name="TextBox 7"/>
          <p:cNvSpPr txBox="1"/>
          <p:nvPr/>
        </p:nvSpPr>
        <p:spPr>
          <a:xfrm>
            <a:off x="6217920" y="2103120"/>
            <a:ext cx="3291840" cy="237744"/>
          </a:xfrm>
          <a:prstGeom prst="rect">
            <a:avLst/>
          </a:prstGeom>
          <a:noFill/>
        </p:spPr>
        <p:txBody>
          <a:bodyPr wrap="square" lIns="0" rIns="0" tIns="0" bIns="0" anchor="t">
            <a:spAutoFit/>
          </a:bodyPr>
          <a:lstStyle/>
          <a:p>
            <a:pPr algn="l">
              <a:spcBef>
                <a:spcPts val="0"/>
              </a:spcBef>
              <a:spcAft>
                <a:spcPts val="0"/>
              </a:spcAft>
            </a:pPr>
            <a:r>
              <a:rPr sz="900" b="1" i="0">
                <a:solidFill>
                  <a:srgbClr val="0033A0"/>
                </a:solidFill>
                <a:latin typeface="Segoe UI"/>
              </a:rPr>
              <a:t>WHAT I NEED</a:t>
            </a:r>
          </a:p>
        </p:txBody>
      </p:sp>
      <p:sp>
        <p:nvSpPr>
          <p:cNvPr id="9" name="TextBox 8"/>
          <p:cNvSpPr txBox="1"/>
          <p:nvPr/>
        </p:nvSpPr>
        <p:spPr>
          <a:xfrm>
            <a:off x="9966960" y="2103120"/>
            <a:ext cx="1737360" cy="237744"/>
          </a:xfrm>
          <a:prstGeom prst="rect">
            <a:avLst/>
          </a:prstGeom>
          <a:noFill/>
        </p:spPr>
        <p:txBody>
          <a:bodyPr wrap="square" lIns="0" rIns="0" tIns="0" bIns="0" anchor="t">
            <a:spAutoFit/>
          </a:bodyPr>
          <a:lstStyle/>
          <a:p>
            <a:pPr algn="l">
              <a:spcBef>
                <a:spcPts val="0"/>
              </a:spcBef>
              <a:spcAft>
                <a:spcPts val="0"/>
              </a:spcAft>
            </a:pPr>
            <a:r>
              <a:rPr sz="900" b="1" i="0">
                <a:solidFill>
                  <a:srgbClr val="0033A0"/>
                </a:solidFill>
                <a:latin typeface="Segoe UI"/>
              </a:rPr>
              <a:t>WHEN</a:t>
            </a:r>
          </a:p>
        </p:txBody>
      </p:sp>
      <p:sp>
        <p:nvSpPr>
          <p:cNvPr id="10" name="Rectangle 9"/>
          <p:cNvSpPr/>
          <p:nvPr/>
        </p:nvSpPr>
        <p:spPr>
          <a:xfrm>
            <a:off x="457200" y="2331720"/>
            <a:ext cx="11274552" cy="896112"/>
          </a:xfrm>
          <a:prstGeom prst="rect">
            <a:avLst/>
          </a:prstGeom>
          <a:solidFill>
            <a:srgbClr val="F4F6F7"/>
          </a:solidFill>
          <a:ln>
            <a:noFill/>
          </a:ln>
          <a:effectLst/>
        </p:spPr>
        <p:txBody>
          <a:bodyPr rtlCol="0" anchor="ctr" wrap="square" lIns="0" rIns="0" tIns="0" bIns="0"/>
          <a:lstStyle/>
          <a:p>
            <a:pPr algn="ctr"/>
          </a:p>
        </p:txBody>
      </p:sp>
      <p:sp>
        <p:nvSpPr>
          <p:cNvPr id="11" name="Oval 10"/>
          <p:cNvSpPr/>
          <p:nvPr/>
        </p:nvSpPr>
        <p:spPr>
          <a:xfrm>
            <a:off x="566928" y="2560320"/>
            <a:ext cx="365760" cy="365760"/>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400" b="1" i="0">
                <a:solidFill>
                  <a:srgbClr val="D5FB00"/>
                </a:solidFill>
                <a:latin typeface="Segoe UI"/>
              </a:rPr>
              <a:t>1</a:t>
            </a:r>
          </a:p>
        </p:txBody>
      </p:sp>
      <p:sp>
        <p:nvSpPr>
          <p:cNvPr id="12" name="TextBox 11"/>
          <p:cNvSpPr txBox="1"/>
          <p:nvPr/>
        </p:nvSpPr>
        <p:spPr>
          <a:xfrm>
            <a:off x="1078992" y="2450592"/>
            <a:ext cx="4754880" cy="731520"/>
          </a:xfrm>
          <a:prstGeom prst="rect">
            <a:avLst/>
          </a:prstGeom>
          <a:noFill/>
        </p:spPr>
        <p:txBody>
          <a:bodyPr wrap="square" lIns="0" rIns="0" tIns="0" bIns="0" anchor="t">
            <a:spAutoFit/>
          </a:bodyPr>
          <a:lstStyle/>
          <a:p>
            <a:pPr algn="l">
              <a:lnSpc>
                <a:spcPct val="114000"/>
              </a:lnSpc>
              <a:spcBef>
                <a:spcPts val="0"/>
              </a:spcBef>
              <a:spcAft>
                <a:spcPts val="0"/>
              </a:spcAft>
            </a:pPr>
            <a:r>
              <a:rPr sz="1400" b="1" i="0">
                <a:solidFill>
                  <a:srgbClr val="051C2C"/>
                </a:solidFill>
                <a:latin typeface="Segoe UI"/>
              </a:rPr>
              <a:t>Sit the Level I written exam</a:t>
            </a:r>
          </a:p>
          <a:p>
            <a:pPr>
              <a:spcBef>
                <a:spcPts val="400"/>
              </a:spcBef>
              <a:spcAft>
                <a:spcPts val="0"/>
              </a:spcAft>
            </a:pPr>
            <a:r>
              <a:rPr sz="1100" b="0" i="0">
                <a:solidFill>
                  <a:srgbClr val="0033A0"/>
                </a:solidFill>
                <a:latin typeface="Segoe UI"/>
              </a:rPr>
              <a:t>Validates Level I</a:t>
            </a:r>
          </a:p>
        </p:txBody>
      </p:sp>
      <p:sp>
        <p:nvSpPr>
          <p:cNvPr id="13" name="TextBox 12"/>
          <p:cNvSpPr txBox="1"/>
          <p:nvPr/>
        </p:nvSpPr>
        <p:spPr>
          <a:xfrm>
            <a:off x="6217920" y="2578608"/>
            <a:ext cx="3291840" cy="457200"/>
          </a:xfrm>
          <a:prstGeom prst="rect">
            <a:avLst/>
          </a:prstGeom>
          <a:noFill/>
        </p:spPr>
        <p:txBody>
          <a:bodyPr wrap="square" lIns="0" rIns="0" tIns="0" bIns="0" anchor="ctr">
            <a:spAutoFit/>
          </a:bodyPr>
          <a:lstStyle/>
          <a:p>
            <a:pPr algn="l">
              <a:lnSpc>
                <a:spcPct val="114000"/>
              </a:lnSpc>
              <a:spcBef>
                <a:spcPts val="0"/>
              </a:spcBef>
              <a:spcAft>
                <a:spcPts val="0"/>
              </a:spcAft>
            </a:pPr>
            <a:r>
              <a:rPr sz="1300" b="0" i="0">
                <a:solidFill>
                  <a:srgbClr val="6E7C87"/>
                </a:solidFill>
                <a:latin typeface="Segoe UI"/>
              </a:rPr>
              <a:t>A date on the calendar</a:t>
            </a:r>
          </a:p>
        </p:txBody>
      </p:sp>
      <p:sp>
        <p:nvSpPr>
          <p:cNvPr id="14" name="TextBox 13"/>
          <p:cNvSpPr txBox="1"/>
          <p:nvPr/>
        </p:nvSpPr>
        <p:spPr>
          <a:xfrm>
            <a:off x="9966960" y="2578608"/>
            <a:ext cx="1737360" cy="457200"/>
          </a:xfrm>
          <a:prstGeom prst="rect">
            <a:avLst/>
          </a:prstGeom>
          <a:noFill/>
        </p:spPr>
        <p:txBody>
          <a:bodyPr wrap="square" lIns="0" rIns="0" tIns="0" bIns="0" anchor="ctr">
            <a:spAutoFit/>
          </a:bodyPr>
          <a:lstStyle/>
          <a:p>
            <a:pPr algn="l">
              <a:spcBef>
                <a:spcPts val="0"/>
              </a:spcBef>
              <a:spcAft>
                <a:spcPts val="0"/>
              </a:spcAft>
            </a:pPr>
            <a:r>
              <a:rPr sz="1300" b="1" i="0">
                <a:solidFill>
                  <a:srgbClr val="0033A0"/>
                </a:solidFill>
                <a:latin typeface="Segoe UI"/>
              </a:rPr>
              <a:t>October</a:t>
            </a:r>
          </a:p>
        </p:txBody>
      </p:sp>
      <p:sp>
        <p:nvSpPr>
          <p:cNvPr id="15" name="Oval 14"/>
          <p:cNvSpPr/>
          <p:nvPr/>
        </p:nvSpPr>
        <p:spPr>
          <a:xfrm>
            <a:off x="566928" y="3474720"/>
            <a:ext cx="365760" cy="365760"/>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400" b="1" i="0">
                <a:solidFill>
                  <a:srgbClr val="D5FB00"/>
                </a:solidFill>
                <a:latin typeface="Segoe UI"/>
              </a:rPr>
              <a:t>2</a:t>
            </a:r>
          </a:p>
        </p:txBody>
      </p:sp>
      <p:sp>
        <p:nvSpPr>
          <p:cNvPr id="16" name="TextBox 15"/>
          <p:cNvSpPr txBox="1"/>
          <p:nvPr/>
        </p:nvSpPr>
        <p:spPr>
          <a:xfrm>
            <a:off x="1078992" y="3364992"/>
            <a:ext cx="4754880" cy="731520"/>
          </a:xfrm>
          <a:prstGeom prst="rect">
            <a:avLst/>
          </a:prstGeom>
          <a:noFill/>
        </p:spPr>
        <p:txBody>
          <a:bodyPr wrap="square" lIns="0" rIns="0" tIns="0" bIns="0" anchor="t">
            <a:spAutoFit/>
          </a:bodyPr>
          <a:lstStyle/>
          <a:p>
            <a:pPr algn="l">
              <a:lnSpc>
                <a:spcPct val="114000"/>
              </a:lnSpc>
              <a:spcBef>
                <a:spcPts val="0"/>
              </a:spcBef>
              <a:spcAft>
                <a:spcPts val="0"/>
              </a:spcAft>
            </a:pPr>
            <a:r>
              <a:rPr sz="1400" b="1" i="0">
                <a:solidFill>
                  <a:srgbClr val="051C2C"/>
                </a:solidFill>
                <a:latin typeface="Segoe UI"/>
              </a:rPr>
              <a:t>Document parameter validations vs. the WPS</a:t>
            </a:r>
          </a:p>
          <a:p>
            <a:pPr>
              <a:spcBef>
                <a:spcPts val="400"/>
              </a:spcBef>
              <a:spcAft>
                <a:spcPts val="0"/>
              </a:spcAft>
            </a:pPr>
            <a:r>
              <a:rPr sz="1100" b="0" i="0">
                <a:solidFill>
                  <a:srgbClr val="0033A0"/>
                </a:solidFill>
                <a:latin typeface="Segoe UI"/>
              </a:rPr>
              <a:t>Closes Level L</a:t>
            </a:r>
          </a:p>
        </p:txBody>
      </p:sp>
      <p:sp>
        <p:nvSpPr>
          <p:cNvPr id="17" name="TextBox 16"/>
          <p:cNvSpPr txBox="1"/>
          <p:nvPr/>
        </p:nvSpPr>
        <p:spPr>
          <a:xfrm>
            <a:off x="6217920" y="3493008"/>
            <a:ext cx="3291840" cy="457200"/>
          </a:xfrm>
          <a:prstGeom prst="rect">
            <a:avLst/>
          </a:prstGeom>
          <a:noFill/>
        </p:spPr>
        <p:txBody>
          <a:bodyPr wrap="square" lIns="0" rIns="0" tIns="0" bIns="0" anchor="ctr">
            <a:spAutoFit/>
          </a:bodyPr>
          <a:lstStyle/>
          <a:p>
            <a:pPr algn="l">
              <a:lnSpc>
                <a:spcPct val="114000"/>
              </a:lnSpc>
              <a:spcBef>
                <a:spcPts val="0"/>
              </a:spcBef>
              <a:spcAft>
                <a:spcPts val="0"/>
              </a:spcAft>
            </a:pPr>
            <a:r>
              <a:rPr sz="1300" b="0" i="0">
                <a:solidFill>
                  <a:srgbClr val="6E7C87"/>
                </a:solidFill>
                <a:latin typeface="Segoe UI"/>
              </a:rPr>
              <a:t>Access to the parameter sheets</a:t>
            </a:r>
          </a:p>
        </p:txBody>
      </p:sp>
      <p:sp>
        <p:nvSpPr>
          <p:cNvPr id="18" name="TextBox 17"/>
          <p:cNvSpPr txBox="1"/>
          <p:nvPr/>
        </p:nvSpPr>
        <p:spPr>
          <a:xfrm>
            <a:off x="9966960" y="3493008"/>
            <a:ext cx="1737360" cy="457200"/>
          </a:xfrm>
          <a:prstGeom prst="rect">
            <a:avLst/>
          </a:prstGeom>
          <a:noFill/>
        </p:spPr>
        <p:txBody>
          <a:bodyPr wrap="square" lIns="0" rIns="0" tIns="0" bIns="0" anchor="ctr">
            <a:spAutoFit/>
          </a:bodyPr>
          <a:lstStyle/>
          <a:p>
            <a:pPr algn="l">
              <a:spcBef>
                <a:spcPts val="0"/>
              </a:spcBef>
              <a:spcAft>
                <a:spcPts val="0"/>
              </a:spcAft>
            </a:pPr>
            <a:r>
              <a:rPr sz="1300" b="1" i="0">
                <a:solidFill>
                  <a:srgbClr val="0033A0"/>
                </a:solidFill>
                <a:latin typeface="Segoe UI"/>
              </a:rPr>
              <a:t>Oct – Nov</a:t>
            </a:r>
          </a:p>
        </p:txBody>
      </p:sp>
      <p:sp>
        <p:nvSpPr>
          <p:cNvPr id="19" name="Rectangle 18"/>
          <p:cNvSpPr/>
          <p:nvPr/>
        </p:nvSpPr>
        <p:spPr>
          <a:xfrm>
            <a:off x="457200" y="4160520"/>
            <a:ext cx="11274552" cy="896112"/>
          </a:xfrm>
          <a:prstGeom prst="rect">
            <a:avLst/>
          </a:prstGeom>
          <a:solidFill>
            <a:srgbClr val="F4F6F7"/>
          </a:solidFill>
          <a:ln>
            <a:noFill/>
          </a:ln>
          <a:effectLst/>
        </p:spPr>
        <p:txBody>
          <a:bodyPr rtlCol="0" anchor="ctr" wrap="square" lIns="0" rIns="0" tIns="0" bIns="0"/>
          <a:lstStyle/>
          <a:p>
            <a:pPr algn="ctr"/>
          </a:p>
        </p:txBody>
      </p:sp>
      <p:sp>
        <p:nvSpPr>
          <p:cNvPr id="20" name="Oval 19"/>
          <p:cNvSpPr/>
          <p:nvPr/>
        </p:nvSpPr>
        <p:spPr>
          <a:xfrm>
            <a:off x="566928" y="4389120"/>
            <a:ext cx="365760" cy="365760"/>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400" b="1" i="0">
                <a:solidFill>
                  <a:srgbClr val="D5FB00"/>
                </a:solidFill>
                <a:latin typeface="Segoe UI"/>
              </a:rPr>
              <a:t>3</a:t>
            </a:r>
          </a:p>
        </p:txBody>
      </p:sp>
      <p:sp>
        <p:nvSpPr>
          <p:cNvPr id="21" name="TextBox 20"/>
          <p:cNvSpPr txBox="1"/>
          <p:nvPr/>
        </p:nvSpPr>
        <p:spPr>
          <a:xfrm>
            <a:off x="1078992" y="4279392"/>
            <a:ext cx="4754880" cy="731520"/>
          </a:xfrm>
          <a:prstGeom prst="rect">
            <a:avLst/>
          </a:prstGeom>
          <a:noFill/>
        </p:spPr>
        <p:txBody>
          <a:bodyPr wrap="square" lIns="0" rIns="0" tIns="0" bIns="0" anchor="t">
            <a:spAutoFit/>
          </a:bodyPr>
          <a:lstStyle/>
          <a:p>
            <a:pPr algn="l">
              <a:lnSpc>
                <a:spcPct val="114000"/>
              </a:lnSpc>
              <a:spcBef>
                <a:spcPts val="0"/>
              </a:spcBef>
              <a:spcAft>
                <a:spcPts val="0"/>
              </a:spcAft>
            </a:pPr>
            <a:r>
              <a:rPr sz="1400" b="1" i="0">
                <a:solidFill>
                  <a:srgbClr val="051C2C"/>
                </a:solidFill>
                <a:latin typeface="Segoe UI"/>
              </a:rPr>
              <a:t>Create one welding program in SKS, supervised</a:t>
            </a:r>
          </a:p>
          <a:p>
            <a:pPr>
              <a:spcBef>
                <a:spcPts val="400"/>
              </a:spcBef>
              <a:spcAft>
                <a:spcPts val="0"/>
              </a:spcAft>
            </a:pPr>
            <a:r>
              <a:rPr sz="1100" b="0" i="0">
                <a:solidFill>
                  <a:srgbClr val="0033A0"/>
                </a:solidFill>
                <a:latin typeface="Segoe UI"/>
              </a:rPr>
              <a:t>Opens Level U</a:t>
            </a:r>
          </a:p>
        </p:txBody>
      </p:sp>
      <p:sp>
        <p:nvSpPr>
          <p:cNvPr id="22" name="TextBox 21"/>
          <p:cNvSpPr txBox="1"/>
          <p:nvPr/>
        </p:nvSpPr>
        <p:spPr>
          <a:xfrm>
            <a:off x="6217920" y="4407407"/>
            <a:ext cx="3291840" cy="457200"/>
          </a:xfrm>
          <a:prstGeom prst="rect">
            <a:avLst/>
          </a:prstGeom>
          <a:noFill/>
        </p:spPr>
        <p:txBody>
          <a:bodyPr wrap="square" lIns="0" rIns="0" tIns="0" bIns="0" anchor="ctr">
            <a:spAutoFit/>
          </a:bodyPr>
          <a:lstStyle/>
          <a:p>
            <a:pPr algn="l">
              <a:lnSpc>
                <a:spcPct val="114000"/>
              </a:lnSpc>
              <a:spcBef>
                <a:spcPts val="0"/>
              </a:spcBef>
              <a:spcAft>
                <a:spcPts val="0"/>
              </a:spcAft>
            </a:pPr>
            <a:r>
              <a:rPr sz="1300" b="0" i="0">
                <a:solidFill>
                  <a:srgbClr val="6E7C87"/>
                </a:solidFill>
                <a:latin typeface="Segoe UI"/>
              </a:rPr>
              <a:t>Cell time and supervision</a:t>
            </a:r>
          </a:p>
        </p:txBody>
      </p:sp>
      <p:sp>
        <p:nvSpPr>
          <p:cNvPr id="23" name="TextBox 22"/>
          <p:cNvSpPr txBox="1"/>
          <p:nvPr/>
        </p:nvSpPr>
        <p:spPr>
          <a:xfrm>
            <a:off x="9966960" y="4407407"/>
            <a:ext cx="1737360" cy="457200"/>
          </a:xfrm>
          <a:prstGeom prst="rect">
            <a:avLst/>
          </a:prstGeom>
          <a:noFill/>
        </p:spPr>
        <p:txBody>
          <a:bodyPr wrap="square" lIns="0" rIns="0" tIns="0" bIns="0" anchor="ctr">
            <a:spAutoFit/>
          </a:bodyPr>
          <a:lstStyle/>
          <a:p>
            <a:pPr algn="l">
              <a:spcBef>
                <a:spcPts val="0"/>
              </a:spcBef>
              <a:spcAft>
                <a:spcPts val="0"/>
              </a:spcAft>
            </a:pPr>
            <a:r>
              <a:rPr sz="1300" b="1" i="0">
                <a:solidFill>
                  <a:srgbClr val="0033A0"/>
                </a:solidFill>
                <a:latin typeface="Segoe UI"/>
              </a:rPr>
              <a:t>November</a:t>
            </a:r>
          </a:p>
        </p:txBody>
      </p:sp>
      <p:sp>
        <p:nvSpPr>
          <p:cNvPr id="24" name="Oval 23"/>
          <p:cNvSpPr/>
          <p:nvPr/>
        </p:nvSpPr>
        <p:spPr>
          <a:xfrm>
            <a:off x="566928" y="5303520"/>
            <a:ext cx="365760" cy="365760"/>
          </a:xfrm>
          <a:prstGeom prst="ellipse">
            <a:avLst/>
          </a:prstGeom>
          <a:solidFill>
            <a:srgbClr val="051C2C"/>
          </a:solidFill>
          <a:ln>
            <a:noFill/>
          </a:ln>
          <a:effectLst/>
        </p:spPr>
        <p:txBody>
          <a:bodyPr rtlCol="0" anchor="ctr" wrap="square" lIns="0" rIns="0" tIns="0" bIns="0"/>
          <a:lstStyle/>
          <a:p>
            <a:pPr algn="ctr">
              <a:spcBef>
                <a:spcPts val="0"/>
              </a:spcBef>
              <a:spcAft>
                <a:spcPts val="0"/>
              </a:spcAft>
            </a:pPr>
            <a:r>
              <a:rPr sz="1400" b="1" i="0">
                <a:solidFill>
                  <a:srgbClr val="D5FB00"/>
                </a:solidFill>
                <a:latin typeface="Segoe UI"/>
              </a:rPr>
              <a:t>4</a:t>
            </a:r>
          </a:p>
        </p:txBody>
      </p:sp>
      <p:sp>
        <p:nvSpPr>
          <p:cNvPr id="25" name="TextBox 24"/>
          <p:cNvSpPr txBox="1"/>
          <p:nvPr/>
        </p:nvSpPr>
        <p:spPr>
          <a:xfrm>
            <a:off x="1078992" y="5193792"/>
            <a:ext cx="4754880" cy="731520"/>
          </a:xfrm>
          <a:prstGeom prst="rect">
            <a:avLst/>
          </a:prstGeom>
          <a:noFill/>
        </p:spPr>
        <p:txBody>
          <a:bodyPr wrap="square" lIns="0" rIns="0" tIns="0" bIns="0" anchor="t">
            <a:spAutoFit/>
          </a:bodyPr>
          <a:lstStyle/>
          <a:p>
            <a:pPr algn="l">
              <a:lnSpc>
                <a:spcPct val="114000"/>
              </a:lnSpc>
              <a:spcBef>
                <a:spcPts val="0"/>
              </a:spcBef>
              <a:spcAft>
                <a:spcPts val="0"/>
              </a:spcAft>
            </a:pPr>
            <a:r>
              <a:rPr sz="1400" b="1" i="0">
                <a:solidFill>
                  <a:srgbClr val="051C2C"/>
                </a:solidFill>
                <a:latin typeface="Segoe UI"/>
              </a:rPr>
              <a:t>Take one improvement idea to implementation</a:t>
            </a:r>
          </a:p>
          <a:p>
            <a:pPr>
              <a:spcBef>
                <a:spcPts val="400"/>
              </a:spcBef>
              <a:spcAft>
                <a:spcPts val="0"/>
              </a:spcAft>
            </a:pPr>
            <a:r>
              <a:rPr sz="1100" b="0" i="0">
                <a:solidFill>
                  <a:srgbClr val="0033A0"/>
                </a:solidFill>
                <a:latin typeface="Segoe UI"/>
              </a:rPr>
              <a:t>First Level O evidence</a:t>
            </a:r>
          </a:p>
        </p:txBody>
      </p:sp>
      <p:sp>
        <p:nvSpPr>
          <p:cNvPr id="26" name="TextBox 25"/>
          <p:cNvSpPr txBox="1"/>
          <p:nvPr/>
        </p:nvSpPr>
        <p:spPr>
          <a:xfrm>
            <a:off x="6217920" y="5321807"/>
            <a:ext cx="3291840" cy="457200"/>
          </a:xfrm>
          <a:prstGeom prst="rect">
            <a:avLst/>
          </a:prstGeom>
          <a:noFill/>
        </p:spPr>
        <p:txBody>
          <a:bodyPr wrap="square" lIns="0" rIns="0" tIns="0" bIns="0" anchor="ctr">
            <a:spAutoFit/>
          </a:bodyPr>
          <a:lstStyle/>
          <a:p>
            <a:pPr algn="l">
              <a:lnSpc>
                <a:spcPct val="114000"/>
              </a:lnSpc>
              <a:spcBef>
                <a:spcPts val="0"/>
              </a:spcBef>
              <a:spcAft>
                <a:spcPts val="0"/>
              </a:spcAft>
            </a:pPr>
            <a:r>
              <a:rPr sz="1300" b="0" i="0">
                <a:solidFill>
                  <a:srgbClr val="6E7C87"/>
                </a:solidFill>
                <a:latin typeface="Segoe UI"/>
              </a:rPr>
              <a:t>A sponsor for the idea</a:t>
            </a:r>
          </a:p>
        </p:txBody>
      </p:sp>
      <p:sp>
        <p:nvSpPr>
          <p:cNvPr id="27" name="TextBox 26"/>
          <p:cNvSpPr txBox="1"/>
          <p:nvPr/>
        </p:nvSpPr>
        <p:spPr>
          <a:xfrm>
            <a:off x="9966960" y="5321807"/>
            <a:ext cx="1737360" cy="457200"/>
          </a:xfrm>
          <a:prstGeom prst="rect">
            <a:avLst/>
          </a:prstGeom>
          <a:noFill/>
        </p:spPr>
        <p:txBody>
          <a:bodyPr wrap="square" lIns="0" rIns="0" tIns="0" bIns="0" anchor="ctr">
            <a:spAutoFit/>
          </a:bodyPr>
          <a:lstStyle/>
          <a:p>
            <a:pPr algn="l">
              <a:spcBef>
                <a:spcPts val="0"/>
              </a:spcBef>
              <a:spcAft>
                <a:spcPts val="0"/>
              </a:spcAft>
            </a:pPr>
            <a:r>
              <a:rPr sz="1300" b="1" i="0">
                <a:solidFill>
                  <a:srgbClr val="0033A0"/>
                </a:solidFill>
                <a:latin typeface="Segoe UI"/>
              </a:rPr>
              <a:t>Nov – Dec</a:t>
            </a:r>
          </a:p>
        </p:txBody>
      </p:sp>
      <p:sp>
        <p:nvSpPr>
          <p:cNvPr id="28" name="TextBox 27"/>
          <p:cNvSpPr txBox="1"/>
          <p:nvPr/>
        </p:nvSpPr>
        <p:spPr>
          <a:xfrm>
            <a:off x="457200" y="6199632"/>
            <a:ext cx="11274552" cy="274320"/>
          </a:xfrm>
          <a:prstGeom prst="rect">
            <a:avLst/>
          </a:prstGeom>
          <a:noFill/>
        </p:spPr>
        <p:txBody>
          <a:bodyPr wrap="square" lIns="0" rIns="0" tIns="0" bIns="0" anchor="t">
            <a:spAutoFit/>
          </a:bodyPr>
          <a:lstStyle/>
          <a:p>
            <a:pPr algn="l">
              <a:spcBef>
                <a:spcPts val="0"/>
              </a:spcBef>
              <a:spcAft>
                <a:spcPts val="0"/>
              </a:spcAft>
            </a:pPr>
            <a:r>
              <a:rPr sz="1400" b="1" i="0">
                <a:solidFill>
                  <a:srgbClr val="051C2C"/>
                </a:solidFill>
                <a:latin typeface="Segoe UI"/>
              </a:rPr>
              <a:t>Approve these four and I finish the program certified, not just experienced.</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56032" y="6620256"/>
            <a:ext cx="3657600" cy="182880"/>
          </a:xfrm>
          <a:prstGeom prst="rect">
            <a:avLst/>
          </a:prstGeom>
          <a:noFill/>
        </p:spPr>
        <p:txBody>
          <a:bodyPr wrap="square" lIns="0" rIns="0" tIns="0" bIns="0" anchor="t">
            <a:spAutoFit/>
          </a:bodyPr>
          <a:lstStyle/>
          <a:p>
            <a:pPr algn="l">
              <a:spcBef>
                <a:spcPts val="0"/>
              </a:spcBef>
              <a:spcAft>
                <a:spcPts val="0"/>
              </a:spcAft>
            </a:pPr>
            <a:r>
              <a:rPr sz="800" b="0" i="0">
                <a:solidFill>
                  <a:srgbClr val="9FAFBA"/>
                </a:solidFill>
                <a:latin typeface="Segoe UI"/>
              </a:rPr>
              <a:t>TENNECO CONFIDENTIAL</a:t>
            </a:r>
          </a:p>
        </p:txBody>
      </p:sp>
      <p:sp>
        <p:nvSpPr>
          <p:cNvPr id="3" name="TextBox 2"/>
          <p:cNvSpPr txBox="1"/>
          <p:nvPr/>
        </p:nvSpPr>
        <p:spPr>
          <a:xfrm>
            <a:off x="11064240" y="6601968"/>
            <a:ext cx="502920" cy="219456"/>
          </a:xfrm>
          <a:prstGeom prst="rect">
            <a:avLst/>
          </a:prstGeom>
          <a:noFill/>
        </p:spPr>
        <p:txBody>
          <a:bodyPr wrap="square" lIns="0" rIns="0" tIns="0" bIns="0" anchor="t">
            <a:spAutoFit/>
          </a:bodyPr>
          <a:lstStyle/>
          <a:p>
            <a:pPr algn="r">
              <a:spcBef>
                <a:spcPts val="0"/>
              </a:spcBef>
              <a:spcAft>
                <a:spcPts val="0"/>
              </a:spcAft>
            </a:pPr>
            <a:r>
              <a:rPr sz="900" b="0" i="0">
                <a:solidFill>
                  <a:srgbClr val="9FAFBA"/>
                </a:solidFill>
                <a:latin typeface="Segoe UI"/>
              </a:rPr>
              <a:t>20</a:t>
            </a:r>
          </a:p>
        </p:txBody>
      </p:sp>
      <p:cxnSp>
        <p:nvCxnSpPr>
          <p:cNvPr id="4" name="Connector 3"/>
          <p:cNvCxnSpPr/>
          <p:nvPr/>
        </p:nvCxnSpPr>
        <p:spPr>
          <a:xfrm>
            <a:off x="484632" y="566928"/>
            <a:ext cx="630936" cy="0"/>
          </a:xfrm>
          <a:prstGeom prst="line">
            <a:avLst/>
          </a:prstGeom>
          <a:ln w="28575">
            <a:solidFill>
              <a:srgbClr val="D5FB0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713232"/>
            <a:ext cx="11338560" cy="237744"/>
          </a:xfrm>
          <a:prstGeom prst="rect">
            <a:avLst/>
          </a:prstGeom>
          <a:noFill/>
        </p:spPr>
        <p:txBody>
          <a:bodyPr wrap="square" lIns="0" rIns="0" tIns="0" bIns="0" anchor="t">
            <a:spAutoFit/>
          </a:bodyPr>
          <a:lstStyle/>
          <a:p>
            <a:pPr algn="l">
              <a:spcBef>
                <a:spcPts val="0"/>
              </a:spcBef>
              <a:spcAft>
                <a:spcPts val="0"/>
              </a:spcAft>
            </a:pPr>
            <a:r>
              <a:rPr sz="1000" b="1" i="0">
                <a:solidFill>
                  <a:srgbClr val="9FAFBA"/>
                </a:solidFill>
                <a:latin typeface="Segoe UI"/>
              </a:rPr>
              <a:t>CONCLUSIONS</a:t>
            </a:r>
          </a:p>
        </p:txBody>
      </p:sp>
      <p:sp>
        <p:nvSpPr>
          <p:cNvPr id="6" name="TextBox 5"/>
          <p:cNvSpPr txBox="1"/>
          <p:nvPr/>
        </p:nvSpPr>
        <p:spPr>
          <a:xfrm>
            <a:off x="457200" y="932688"/>
            <a:ext cx="11338560" cy="457200"/>
          </a:xfrm>
          <a:prstGeom prst="rect">
            <a:avLst/>
          </a:prstGeom>
          <a:noFill/>
        </p:spPr>
        <p:txBody>
          <a:bodyPr wrap="square" lIns="0" rIns="0" tIns="0" bIns="0" anchor="t">
            <a:spAutoFit/>
          </a:bodyPr>
          <a:lstStyle/>
          <a:p>
            <a:pPr algn="l">
              <a:spcBef>
                <a:spcPts val="0"/>
              </a:spcBef>
              <a:spcAft>
                <a:spcPts val="0"/>
              </a:spcAft>
            </a:pPr>
            <a:r>
              <a:rPr sz="3000" b="1" i="0">
                <a:solidFill>
                  <a:srgbClr val="D5FB00"/>
                </a:solidFill>
                <a:latin typeface="Segoe UI"/>
              </a:rPr>
              <a:t>Informally capable now, certified by January</a:t>
            </a:r>
          </a:p>
        </p:txBody>
      </p:sp>
      <p:sp>
        <p:nvSpPr>
          <p:cNvPr id="7" name="TextBox 6"/>
          <p:cNvSpPr txBox="1"/>
          <p:nvPr/>
        </p:nvSpPr>
        <p:spPr>
          <a:xfrm>
            <a:off x="457200" y="1920240"/>
            <a:ext cx="822960" cy="457200"/>
          </a:xfrm>
          <a:prstGeom prst="rect">
            <a:avLst/>
          </a:prstGeom>
          <a:noFill/>
        </p:spPr>
        <p:txBody>
          <a:bodyPr wrap="square" lIns="0" rIns="0" tIns="0" bIns="0" anchor="t">
            <a:spAutoFit/>
          </a:bodyPr>
          <a:lstStyle/>
          <a:p>
            <a:pPr algn="l">
              <a:spcBef>
                <a:spcPts val="0"/>
              </a:spcBef>
              <a:spcAft>
                <a:spcPts val="0"/>
              </a:spcAft>
            </a:pPr>
            <a:r>
              <a:rPr sz="2600" b="1" i="0">
                <a:solidFill>
                  <a:srgbClr val="D5FB00"/>
                </a:solidFill>
                <a:latin typeface="Segoe UI"/>
              </a:rPr>
              <a:t>01</a:t>
            </a:r>
          </a:p>
        </p:txBody>
      </p:sp>
      <p:sp>
        <p:nvSpPr>
          <p:cNvPr id="8" name="TextBox 7"/>
          <p:cNvSpPr txBox="1"/>
          <p:nvPr/>
        </p:nvSpPr>
        <p:spPr>
          <a:xfrm>
            <a:off x="1389888" y="1956816"/>
            <a:ext cx="9875520" cy="457200"/>
          </a:xfrm>
          <a:prstGeom prst="rect">
            <a:avLst/>
          </a:prstGeom>
          <a:noFill/>
        </p:spPr>
        <p:txBody>
          <a:bodyPr wrap="square" lIns="0" rIns="0" tIns="0" bIns="0" anchor="t">
            <a:spAutoFit/>
          </a:bodyPr>
          <a:lstStyle/>
          <a:p>
            <a:pPr algn="l">
              <a:spcBef>
                <a:spcPts val="0"/>
              </a:spcBef>
              <a:spcAft>
                <a:spcPts val="0"/>
              </a:spcAft>
            </a:pPr>
            <a:r>
              <a:rPr sz="2100" b="1" i="0">
                <a:solidFill>
                  <a:srgbClr val="FFFFFF"/>
                </a:solidFill>
                <a:latin typeface="Segoe UI"/>
              </a:rPr>
              <a:t>I studied all of Level I. None of it is validated yet.</a:t>
            </a:r>
          </a:p>
        </p:txBody>
      </p:sp>
      <p:sp>
        <p:nvSpPr>
          <p:cNvPr id="9" name="TextBox 8"/>
          <p:cNvSpPr txBox="1"/>
          <p:nvPr/>
        </p:nvSpPr>
        <p:spPr>
          <a:xfrm>
            <a:off x="457200" y="2926080"/>
            <a:ext cx="822960" cy="457200"/>
          </a:xfrm>
          <a:prstGeom prst="rect">
            <a:avLst/>
          </a:prstGeom>
          <a:noFill/>
        </p:spPr>
        <p:txBody>
          <a:bodyPr wrap="square" lIns="0" rIns="0" tIns="0" bIns="0" anchor="t">
            <a:spAutoFit/>
          </a:bodyPr>
          <a:lstStyle/>
          <a:p>
            <a:pPr algn="l">
              <a:spcBef>
                <a:spcPts val="0"/>
              </a:spcBef>
              <a:spcAft>
                <a:spcPts val="0"/>
              </a:spcAft>
            </a:pPr>
            <a:r>
              <a:rPr sz="2600" b="1" i="0">
                <a:solidFill>
                  <a:srgbClr val="D5FB00"/>
                </a:solidFill>
                <a:latin typeface="Segoe UI"/>
              </a:rPr>
              <a:t>02</a:t>
            </a:r>
          </a:p>
        </p:txBody>
      </p:sp>
      <p:sp>
        <p:nvSpPr>
          <p:cNvPr id="10" name="TextBox 9"/>
          <p:cNvSpPr txBox="1"/>
          <p:nvPr/>
        </p:nvSpPr>
        <p:spPr>
          <a:xfrm>
            <a:off x="1389888" y="2962656"/>
            <a:ext cx="9875520" cy="457200"/>
          </a:xfrm>
          <a:prstGeom prst="rect">
            <a:avLst/>
          </a:prstGeom>
          <a:noFill/>
        </p:spPr>
        <p:txBody>
          <a:bodyPr wrap="square" lIns="0" rIns="0" tIns="0" bIns="0" anchor="t">
            <a:spAutoFit/>
          </a:bodyPr>
          <a:lstStyle/>
          <a:p>
            <a:pPr algn="l">
              <a:spcBef>
                <a:spcPts val="0"/>
              </a:spcBef>
              <a:spcAft>
                <a:spcPts val="0"/>
              </a:spcAft>
            </a:pPr>
            <a:r>
              <a:rPr sz="2100" b="1" i="0">
                <a:solidFill>
                  <a:srgbClr val="FFFFFF"/>
                </a:solidFill>
                <a:latin typeface="Segoe UI"/>
              </a:rPr>
              <a:t>The floor taught me faster than the schedule would have.</a:t>
            </a:r>
          </a:p>
        </p:txBody>
      </p:sp>
      <p:sp>
        <p:nvSpPr>
          <p:cNvPr id="11" name="TextBox 10"/>
          <p:cNvSpPr txBox="1"/>
          <p:nvPr/>
        </p:nvSpPr>
        <p:spPr>
          <a:xfrm>
            <a:off x="457200" y="3931920"/>
            <a:ext cx="822960" cy="457200"/>
          </a:xfrm>
          <a:prstGeom prst="rect">
            <a:avLst/>
          </a:prstGeom>
          <a:noFill/>
        </p:spPr>
        <p:txBody>
          <a:bodyPr wrap="square" lIns="0" rIns="0" tIns="0" bIns="0" anchor="t">
            <a:spAutoFit/>
          </a:bodyPr>
          <a:lstStyle/>
          <a:p>
            <a:pPr algn="l">
              <a:spcBef>
                <a:spcPts val="0"/>
              </a:spcBef>
              <a:spcAft>
                <a:spcPts val="0"/>
              </a:spcAft>
            </a:pPr>
            <a:r>
              <a:rPr sz="2600" b="1" i="0">
                <a:solidFill>
                  <a:srgbClr val="D5FB00"/>
                </a:solidFill>
                <a:latin typeface="Segoe UI"/>
              </a:rPr>
              <a:t>03</a:t>
            </a:r>
          </a:p>
        </p:txBody>
      </p:sp>
      <p:sp>
        <p:nvSpPr>
          <p:cNvPr id="12" name="TextBox 11"/>
          <p:cNvSpPr txBox="1"/>
          <p:nvPr/>
        </p:nvSpPr>
        <p:spPr>
          <a:xfrm>
            <a:off x="1389888" y="3968496"/>
            <a:ext cx="9875520" cy="457200"/>
          </a:xfrm>
          <a:prstGeom prst="rect">
            <a:avLst/>
          </a:prstGeom>
          <a:noFill/>
        </p:spPr>
        <p:txBody>
          <a:bodyPr wrap="square" lIns="0" rIns="0" tIns="0" bIns="0" anchor="t">
            <a:spAutoFit/>
          </a:bodyPr>
          <a:lstStyle/>
          <a:p>
            <a:pPr algn="l">
              <a:spcBef>
                <a:spcPts val="0"/>
              </a:spcBef>
              <a:spcAft>
                <a:spcPts val="0"/>
              </a:spcAft>
            </a:pPr>
            <a:r>
              <a:rPr sz="2100" b="1" i="0">
                <a:solidFill>
                  <a:srgbClr val="FFFFFF"/>
                </a:solidFill>
                <a:latin typeface="Segoe UI"/>
              </a:rPr>
              <a:t>Two months ago I called the ANDON in. Now I close it.</a:t>
            </a:r>
          </a:p>
        </p:txBody>
      </p:sp>
      <p:sp>
        <p:nvSpPr>
          <p:cNvPr id="13" name="TextBox 12"/>
          <p:cNvSpPr txBox="1"/>
          <p:nvPr/>
        </p:nvSpPr>
        <p:spPr>
          <a:xfrm>
            <a:off x="457200" y="4937760"/>
            <a:ext cx="822960" cy="457200"/>
          </a:xfrm>
          <a:prstGeom prst="rect">
            <a:avLst/>
          </a:prstGeom>
          <a:noFill/>
        </p:spPr>
        <p:txBody>
          <a:bodyPr wrap="square" lIns="0" rIns="0" tIns="0" bIns="0" anchor="t">
            <a:spAutoFit/>
          </a:bodyPr>
          <a:lstStyle/>
          <a:p>
            <a:pPr algn="l">
              <a:spcBef>
                <a:spcPts val="0"/>
              </a:spcBef>
              <a:spcAft>
                <a:spcPts val="0"/>
              </a:spcAft>
            </a:pPr>
            <a:r>
              <a:rPr sz="2600" b="1" i="0">
                <a:solidFill>
                  <a:srgbClr val="D5FB00"/>
                </a:solidFill>
                <a:latin typeface="Segoe UI"/>
              </a:rPr>
              <a:t>04</a:t>
            </a:r>
          </a:p>
        </p:txBody>
      </p:sp>
      <p:sp>
        <p:nvSpPr>
          <p:cNvPr id="14" name="TextBox 13"/>
          <p:cNvSpPr txBox="1"/>
          <p:nvPr/>
        </p:nvSpPr>
        <p:spPr>
          <a:xfrm>
            <a:off x="1389888" y="4974336"/>
            <a:ext cx="9875520" cy="457200"/>
          </a:xfrm>
          <a:prstGeom prst="rect">
            <a:avLst/>
          </a:prstGeom>
          <a:noFill/>
        </p:spPr>
        <p:txBody>
          <a:bodyPr wrap="square" lIns="0" rIns="0" tIns="0" bIns="0" anchor="t">
            <a:spAutoFit/>
          </a:bodyPr>
          <a:lstStyle/>
          <a:p>
            <a:pPr algn="l">
              <a:spcBef>
                <a:spcPts val="0"/>
              </a:spcBef>
              <a:spcAft>
                <a:spcPts val="0"/>
              </a:spcAft>
            </a:pPr>
            <a:r>
              <a:rPr sz="2100" b="1" i="0">
                <a:solidFill>
                  <a:srgbClr val="FFFFFF"/>
                </a:solidFill>
                <a:latin typeface="Segoe UI"/>
              </a:rPr>
              <a:t>Fourteen weeks left, and a plan for them.</a:t>
            </a:r>
          </a:p>
        </p:txBody>
      </p:sp>
      <p:sp>
        <p:nvSpPr>
          <p:cNvPr id="15" name="Rectangle 14"/>
          <p:cNvSpPr/>
          <p:nvPr/>
        </p:nvSpPr>
        <p:spPr>
          <a:xfrm>
            <a:off x="457200" y="5687568"/>
            <a:ext cx="11274552" cy="18288"/>
          </a:xfrm>
          <a:prstGeom prst="rect">
            <a:avLst/>
          </a:prstGeom>
          <a:solidFill>
            <a:srgbClr val="1B384A"/>
          </a:solidFill>
          <a:ln>
            <a:noFill/>
          </a:ln>
          <a:effectLst/>
        </p:spPr>
        <p:txBody>
          <a:bodyPr rtlCol="0" anchor="ctr" wrap="square" lIns="0" rIns="0" tIns="0" bIns="0"/>
          <a:lstStyle/>
          <a:p>
            <a:pPr algn="ctr"/>
          </a:p>
        </p:txBody>
      </p:sp>
      <p:sp>
        <p:nvSpPr>
          <p:cNvPr id="16" name="TextBox 15"/>
          <p:cNvSpPr txBox="1"/>
          <p:nvPr/>
        </p:nvSpPr>
        <p:spPr>
          <a:xfrm>
            <a:off x="457200" y="5907024"/>
            <a:ext cx="11274552" cy="310896"/>
          </a:xfrm>
          <a:prstGeom prst="rect">
            <a:avLst/>
          </a:prstGeom>
          <a:noFill/>
        </p:spPr>
        <p:txBody>
          <a:bodyPr wrap="square" lIns="0" rIns="0" tIns="0" bIns="0" anchor="t">
            <a:spAutoFit/>
          </a:bodyPr>
          <a:lstStyle/>
          <a:p>
            <a:pPr algn="l">
              <a:spcBef>
                <a:spcPts val="0"/>
              </a:spcBef>
              <a:spcAft>
                <a:spcPts val="0"/>
              </a:spcAft>
            </a:pPr>
            <a:r>
              <a:rPr sz="1700" b="1" i="1">
                <a:solidFill>
                  <a:srgbClr val="D5FB00"/>
                </a:solidFill>
                <a:latin typeface="Segoe UI"/>
              </a:rPr>
              <a:t>Trust first, then the torch. That is how I read WIN.</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1572768"/>
            <a:ext cx="12191695" cy="731520"/>
          </a:xfrm>
          <a:prstGeom prst="rect">
            <a:avLst/>
          </a:prstGeom>
          <a:noFill/>
        </p:spPr>
        <p:txBody>
          <a:bodyPr wrap="square" lIns="0" rIns="0" tIns="0" bIns="0" anchor="t">
            <a:spAutoFit/>
          </a:bodyPr>
          <a:lstStyle/>
          <a:p>
            <a:pPr algn="ctr">
              <a:spcBef>
                <a:spcPts val="0"/>
              </a:spcBef>
              <a:spcAft>
                <a:spcPts val="0"/>
              </a:spcAft>
            </a:pPr>
            <a:r>
              <a:rPr sz="4400" b="1" i="0">
                <a:solidFill>
                  <a:srgbClr val="FFFFFF"/>
                </a:solidFill>
                <a:latin typeface="Segoe UI"/>
              </a:rPr>
              <a:t>Thank you</a:t>
            </a:r>
          </a:p>
        </p:txBody>
      </p:sp>
      <p:sp>
        <p:nvSpPr>
          <p:cNvPr id="3" name="TextBox 2"/>
          <p:cNvSpPr txBox="1"/>
          <p:nvPr/>
        </p:nvSpPr>
        <p:spPr>
          <a:xfrm>
            <a:off x="0" y="2395728"/>
            <a:ext cx="12191695" cy="310896"/>
          </a:xfrm>
          <a:prstGeom prst="rect">
            <a:avLst/>
          </a:prstGeom>
          <a:noFill/>
        </p:spPr>
        <p:txBody>
          <a:bodyPr wrap="square" lIns="0" rIns="0" tIns="0" bIns="0" anchor="t">
            <a:spAutoFit/>
          </a:bodyPr>
          <a:lstStyle/>
          <a:p>
            <a:pPr algn="ctr">
              <a:spcBef>
                <a:spcPts val="0"/>
              </a:spcBef>
              <a:spcAft>
                <a:spcPts val="0"/>
              </a:spcAft>
            </a:pPr>
            <a:r>
              <a:rPr sz="1700" b="1" i="0">
                <a:solidFill>
                  <a:srgbClr val="D5FB00"/>
                </a:solidFill>
                <a:latin typeface="Segoe UI"/>
              </a:rPr>
              <a:t>Questions?</a:t>
            </a:r>
          </a:p>
        </p:txBody>
      </p:sp>
      <p:sp>
        <p:nvSpPr>
          <p:cNvPr id="4" name="TextBox 3"/>
          <p:cNvSpPr txBox="1"/>
          <p:nvPr/>
        </p:nvSpPr>
        <p:spPr>
          <a:xfrm>
            <a:off x="0" y="4169663"/>
            <a:ext cx="12191695" cy="566928"/>
          </a:xfrm>
          <a:prstGeom prst="rect">
            <a:avLst/>
          </a:prstGeom>
          <a:noFill/>
        </p:spPr>
        <p:txBody>
          <a:bodyPr wrap="square" lIns="0" rIns="0" tIns="0" bIns="0" anchor="t">
            <a:spAutoFit/>
          </a:bodyPr>
          <a:lstStyle/>
          <a:p>
            <a:pPr algn="ctr">
              <a:spcBef>
                <a:spcPts val="0"/>
              </a:spcBef>
              <a:spcAft>
                <a:spcPts val="0"/>
              </a:spcAft>
            </a:pPr>
            <a:r>
              <a:rPr sz="1500" b="0" i="0">
                <a:solidFill>
                  <a:srgbClr val="FFFFFF"/>
                </a:solidFill>
                <a:latin typeface="Segoe UI"/>
              </a:rPr>
              <a:t>Diego Adair de León Márquez</a:t>
            </a:r>
          </a:p>
          <a:p>
            <a:pPr algn="ctr">
              <a:spcBef>
                <a:spcPts val="600"/>
              </a:spcBef>
              <a:spcAft>
                <a:spcPts val="0"/>
              </a:spcAft>
            </a:pPr>
            <a:r>
              <a:rPr sz="1150" b="0" i="0">
                <a:solidFill>
                  <a:srgbClr val="C6CDD1"/>
                </a:solidFill>
                <a:latin typeface="Segoe UI"/>
              </a:rPr>
              <a:t>Robotic Welding  ·  Engineering  ·  Tenneco Aguascalientes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xmlns:p14="http://schemas.microsoft.com/office/powerpoint/2010/main" spd="slow">
        <p:fade/>
      </p:transition>
    </mc:Fallback>
  </mc:AlternateContent>
</p:sld>
</file>

<file path=ppt/theme/theme1.xml><?xml version="1.0" encoding="utf-8"?>
<a:theme xmlns:a="http://schemas.openxmlformats.org/drawingml/2006/main" name="1_White">
  <a:themeElements>
    <a:clrScheme name="Tenneco Color 25">
      <a:dk1>
        <a:srgbClr val="000000"/>
      </a:dk1>
      <a:lt1>
        <a:srgbClr val="FFFFFF"/>
      </a:lt1>
      <a:dk2>
        <a:srgbClr val="051C2C"/>
      </a:dk2>
      <a:lt2>
        <a:srgbClr val="E8EBEC"/>
      </a:lt2>
      <a:accent1>
        <a:srgbClr val="0033A0"/>
      </a:accent1>
      <a:accent2>
        <a:srgbClr val="D5FB00"/>
      </a:accent2>
      <a:accent3>
        <a:srgbClr val="75F0E7"/>
      </a:accent3>
      <a:accent4>
        <a:srgbClr val="001D34"/>
      </a:accent4>
      <a:accent5>
        <a:srgbClr val="C6CDD1"/>
      </a:accent5>
      <a:accent6>
        <a:srgbClr val="0033A0"/>
      </a:accent6>
      <a:hlink>
        <a:srgbClr val="005CA6"/>
      </a:hlink>
      <a:folHlink>
        <a:srgbClr val="00B050"/>
      </a:folHlink>
    </a:clrScheme>
    <a:fontScheme name="Tenneco">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solidFill>
              <a:schemeClr val="accent1"/>
            </a:solidFill>
          </a:defRPr>
        </a:defPPr>
      </a:lstStyle>
      <a:style>
        <a:lnRef idx="1">
          <a:schemeClr val="accent1"/>
        </a:lnRef>
        <a:fillRef idx="3">
          <a:schemeClr val="accent1"/>
        </a:fillRef>
        <a:effectRef idx="2">
          <a:schemeClr val="accent1"/>
        </a:effectRef>
        <a:fontRef idx="minor">
          <a:schemeClr val="lt1"/>
        </a:fontRef>
      </a:style>
    </a:spDef>
    <a:lnDef>
      <a:spPr>
        <a:ln w="12700">
          <a:solidFill>
            <a:schemeClr val="tx2"/>
          </a:solidFill>
        </a:ln>
        <a:effectLst/>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FB157E22-A02F-4FAF-A2FB-73BD9D9D4FFB}" vid="{EF3754FB-E33A-4020-9705-0817439DFCB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40000"/>
                <a:satMod val="155000"/>
              </a:schemeClr>
            </a:gs>
            <a:gs pos="65000">
              <a:schemeClr val="phClr">
                <a:shade val="85000"/>
                <a:satMod val="155000"/>
              </a:schemeClr>
            </a:gs>
            <a:gs pos="100000">
              <a:schemeClr val="phClr">
                <a:shade val="95000"/>
                <a:satMod val="155000"/>
              </a:schemeClr>
            </a:gs>
          </a:gsLst>
          <a:lin ang="16200000" scaled="0"/>
        </a:gradFill>
      </a:fillStyleLst>
      <a:lnStyleLst>
        <a:ln w="6350" cap="rnd" cmpd="sng" algn="ctr">
          <a:solidFill>
            <a:schemeClr val="phClr">
              <a:shade val="95000"/>
              <a:satMod val="105000"/>
            </a:schemeClr>
          </a:solidFill>
          <a:prstDash val="solid"/>
        </a:ln>
        <a:ln w="25400" cap="rnd" cmpd="sng" algn="ctr">
          <a:solidFill>
            <a:schemeClr val="phClr"/>
          </a:solidFill>
          <a:prstDash val="solid"/>
        </a:ln>
        <a:ln w="34925" cap="rnd" cmpd="sng" algn="ctr">
          <a:solidFill>
            <a:schemeClr val="phClr"/>
          </a:solidFill>
          <a:prstDash val="solid"/>
        </a:ln>
      </a:lnStyleLst>
      <a:effectStyleLst>
        <a:effectStyle>
          <a:effectLst>
            <a:outerShdw blurRad="50800" algn="tl" rotWithShape="0">
              <a:srgbClr val="000000">
                <a:alpha val="64000"/>
              </a:srgbClr>
            </a:outerShdw>
          </a:effectLst>
        </a:effectStyle>
        <a:effectStyle>
          <a:effectLst>
            <a:outerShdw blurRad="39000" dist="25400" dir="5400000">
              <a:srgbClr val="000000">
                <a:alpha val="35000"/>
              </a:srgbClr>
            </a:outerShdw>
          </a:effectLst>
        </a:effectStyle>
        <a:effectStyle>
          <a:effectLst>
            <a:outerShdw blurRad="39000" dist="25400" dir="5400000">
              <a:srgbClr val="000000">
                <a:alpha val="35000"/>
              </a:srgbClr>
            </a:outerShdw>
          </a:effectLst>
          <a:scene3d>
            <a:camera prst="orthographicFront" fov="0">
              <a:rot lat="0" lon="0" rev="0"/>
            </a:camera>
            <a:lightRig rig="threePt" dir="t">
              <a:rot lat="0" lon="0" rev="0"/>
            </a:lightRig>
          </a:scene3d>
          <a:sp3d prstMaterial="matte">
            <a:bevelT h="22225"/>
          </a:sp3d>
        </a:effectStyle>
      </a:effectStyleLst>
      <a:bgFillStyleLst>
        <a:solidFill>
          <a:schemeClr val="phClr"/>
        </a:solidFill>
        <a:gradFill rotWithShape="1">
          <a:gsLst>
            <a:gs pos="0">
              <a:schemeClr val="phClr">
                <a:shade val="50000"/>
                <a:satMod val="155000"/>
              </a:schemeClr>
            </a:gs>
            <a:gs pos="35000">
              <a:schemeClr val="phClr">
                <a:shade val="75000"/>
                <a:satMod val="155000"/>
              </a:schemeClr>
            </a:gs>
            <a:gs pos="100000">
              <a:schemeClr val="phClr">
                <a:tint val="80000"/>
                <a:satMod val="255000"/>
              </a:schemeClr>
            </a:gs>
          </a:gsLst>
          <a:lin ang="16200000" scaled="0"/>
        </a:gradFill>
        <a:gradFill rotWithShape="1">
          <a:gsLst>
            <a:gs pos="0">
              <a:schemeClr val="phClr">
                <a:tint val="80000"/>
                <a:satMod val="300000"/>
              </a:schemeClr>
            </a:gs>
            <a:gs pos="100000">
              <a:schemeClr val="phClr">
                <a:shade val="30000"/>
                <a:satMod val="200000"/>
              </a:schemeClr>
            </a:gs>
          </a:gsLst>
          <a:path path="circle">
            <a:fillToRect l="100000" t="100000" r="100000" b="10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20B4C10F8A3B04DA4DBE0F0A3904D74" ma:contentTypeVersion="16" ma:contentTypeDescription="Create a new document." ma:contentTypeScope="" ma:versionID="52f2129a391aed5232fef677c67f3900">
  <xsd:schema xmlns:xsd="http://www.w3.org/2001/XMLSchema" xmlns:xs="http://www.w3.org/2001/XMLSchema" xmlns:p="http://schemas.microsoft.com/office/2006/metadata/properties" xmlns:ns3="5c14cc6d-e40f-4b2d-a417-eec04fa8d460" xmlns:ns4="ceee2a82-2205-4a84-b9c6-2fd18c27ec94" targetNamespace="http://schemas.microsoft.com/office/2006/metadata/properties" ma:root="true" ma:fieldsID="f156e9a2547d43c7295749e76bd37f10" ns3:_="" ns4:_="">
    <xsd:import namespace="5c14cc6d-e40f-4b2d-a417-eec04fa8d460"/>
    <xsd:import namespace="ceee2a82-2205-4a84-b9c6-2fd18c27ec94"/>
    <xsd:element name="properties">
      <xsd:complexType>
        <xsd:sequence>
          <xsd:element name="documentManagement">
            <xsd:complexType>
              <xsd:all>
                <xsd:element ref="ns3:MediaServiceMetadata" minOccurs="0"/>
                <xsd:element ref="ns3:MediaServiceFastMetadata" minOccurs="0"/>
                <xsd:element ref="ns3:MediaServiceSearchProperties" minOccurs="0"/>
                <xsd:element ref="ns3:MediaServiceDateTaken" minOccurs="0"/>
                <xsd:element ref="ns3:MediaServiceObjectDetectorVersions" minOccurs="0"/>
                <xsd:element ref="ns3:MediaServiceSystemTags" minOccurs="0"/>
                <xsd:element ref="ns3:MediaServiceGenerationTime" minOccurs="0"/>
                <xsd:element ref="ns3:MediaServiceEventHashCode" minOccurs="0"/>
                <xsd:element ref="ns3:MediaLengthInSeconds" minOccurs="0"/>
                <xsd:element ref="ns3:MediaServiceOCR" minOccurs="0"/>
                <xsd:element ref="ns3:MediaServiceLocation" minOccurs="0"/>
                <xsd:element ref="ns4:SharedWithUsers" minOccurs="0"/>
                <xsd:element ref="ns4:SharedWithDetails" minOccurs="0"/>
                <xsd:element ref="ns4:SharingHintHash" minOccurs="0"/>
                <xsd:element ref="ns3:_activity"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c14cc6d-e40f-4b2d-a417-eec04fa8d46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Location" ma:index="18" nillable="true" ma:displayName="Location" ma:indexed="true" ma:internalName="MediaServiceLocation" ma:readOnly="true">
      <xsd:simpleType>
        <xsd:restriction base="dms:Text"/>
      </xsd:simpleType>
    </xsd:element>
    <xsd:element name="_activity" ma:index="22" nillable="true" ma:displayName="_activity" ma:hidden="true" ma:internalName="_activity">
      <xsd:simpleType>
        <xsd:restriction base="dms:Note"/>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eee2a82-2205-4a84-b9c6-2fd18c27ec94" elementFormDefault="qualified">
    <xsd:import namespace="http://schemas.microsoft.com/office/2006/documentManagement/types"/>
    <xsd:import namespace="http://schemas.microsoft.com/office/infopath/2007/PartnerControls"/>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element name="SharingHintHash" ma:index="21"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activity xmlns="5c14cc6d-e40f-4b2d-a417-eec04fa8d460"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B66201A-1EA5-482A-9784-C5B52D8AB37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c14cc6d-e40f-4b2d-a417-eec04fa8d460"/>
    <ds:schemaRef ds:uri="ceee2a82-2205-4a84-b9c6-2fd18c27ec9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F85D069B-D1CD-4CA8-B708-14136CD06A0E}">
  <ds:schemaRefs>
    <ds:schemaRef ds:uri="ceee2a82-2205-4a84-b9c6-2fd18c27ec94"/>
    <ds:schemaRef ds:uri="http://schemas.microsoft.com/office/2006/metadata/properties"/>
    <ds:schemaRef ds:uri="http://purl.org/dc/terms/"/>
    <ds:schemaRef ds:uri="http://purl.org/dc/elements/1.1/"/>
    <ds:schemaRef ds:uri="5c14cc6d-e40f-4b2d-a417-eec04fa8d460"/>
    <ds:schemaRef ds:uri="http://schemas.microsoft.com/office/infopath/2007/PartnerControls"/>
    <ds:schemaRef ds:uri="http://schemas.microsoft.com/office/2006/documentManagement/types"/>
    <ds:schemaRef ds:uri="http://schemas.openxmlformats.org/package/2006/metadata/core-properties"/>
    <ds:schemaRef ds:uri="http://www.w3.org/XML/1998/namespace"/>
    <ds:schemaRef ds:uri="http://purl.org/dc/dcmitype/"/>
  </ds:schemaRefs>
</ds:datastoreItem>
</file>

<file path=customXml/itemProps3.xml><?xml version="1.0" encoding="utf-8"?>
<ds:datastoreItem xmlns:ds="http://schemas.openxmlformats.org/officeDocument/2006/customXml" ds:itemID="{A9CD2D24-FE7C-438A-8DC6-540DB837867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Tenneco PPT template.February 2024</Template>
  <TotalTime>4104</TotalTime>
  <Words>575</Words>
  <Application>Microsoft Office PowerPoint</Application>
  <PresentationFormat>Widescreen</PresentationFormat>
  <Paragraphs>295</Paragraphs>
  <Slides>28</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Calibri</vt:lpstr>
      <vt:lpstr>Segoe UI</vt:lpstr>
      <vt:lpstr>Wingdings</vt:lpstr>
      <vt:lpstr>1_White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Tenneco Enterprise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Neely, Marissa</dc:creator>
  <cp:lastModifiedBy>Canales, Rocio Vianey</cp:lastModifiedBy>
  <cp:revision>27</cp:revision>
  <dcterms:created xsi:type="dcterms:W3CDTF">2025-02-07T15:41:40Z</dcterms:created>
  <dcterms:modified xsi:type="dcterms:W3CDTF">2026-09-11T16:09:19Z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LCID">
    <vt:i4>1033</vt:i4>
  </property>
  <property fmtid="{D5CDD505-2E9C-101B-9397-08002B2CF9AE}" pid="3" name="_Version">
    <vt:lpwstr>12.0.4518</vt:lpwstr>
  </property>
  <property fmtid="{D5CDD505-2E9C-101B-9397-08002B2CF9AE}" pid="4" name="TaxKeyword">
    <vt:lpwstr/>
  </property>
  <property fmtid="{D5CDD505-2E9C-101B-9397-08002B2CF9AE}" pid="5" name="Topic">
    <vt:lpwstr/>
  </property>
  <property fmtid="{D5CDD505-2E9C-101B-9397-08002B2CF9AE}" pid="6" name="ContentTypeId">
    <vt:lpwstr>0x010100720B4C10F8A3B04DA4DBE0F0A3904D74</vt:lpwstr>
  </property>
  <property fmtid="{D5CDD505-2E9C-101B-9397-08002B2CF9AE}" pid="7" name="Team">
    <vt:lpwstr>4;#Communications|55433342-d803-4d30-a5b5-f7b631e0c9e4</vt:lpwstr>
  </property>
  <property fmtid="{D5CDD505-2E9C-101B-9397-08002B2CF9AE}" pid="8" name="ResourceType">
    <vt:lpwstr/>
  </property>
  <property fmtid="{D5CDD505-2E9C-101B-9397-08002B2CF9AE}" pid="9" name="TeamType">
    <vt:lpwstr>6;#Function|ae29062b-af98-4a35-a748-b0a4bdb4b1fa</vt:lpwstr>
  </property>
  <property fmtid="{D5CDD505-2E9C-101B-9397-08002B2CF9AE}" pid="10" name="Languages">
    <vt:lpwstr>1;#|94dd1d05-d422-4901-bbbe-44330005c902</vt:lpwstr>
  </property>
  <property fmtid="{D5CDD505-2E9C-101B-9397-08002B2CF9AE}" pid="11" name="MSIP_Label_7303cfa0-d896-4cc6-b4f0-0d6fcb44e974_Enabled">
    <vt:lpwstr>true</vt:lpwstr>
  </property>
  <property fmtid="{D5CDD505-2E9C-101B-9397-08002B2CF9AE}" pid="12" name="MSIP_Label_7303cfa0-d896-4cc6-b4f0-0d6fcb44e974_SetDate">
    <vt:lpwstr>2022-03-08T15:09:46Z</vt:lpwstr>
  </property>
  <property fmtid="{D5CDD505-2E9C-101B-9397-08002B2CF9AE}" pid="13" name="MSIP_Label_7303cfa0-d896-4cc6-b4f0-0d6fcb44e974_Method">
    <vt:lpwstr>Standard</vt:lpwstr>
  </property>
  <property fmtid="{D5CDD505-2E9C-101B-9397-08002B2CF9AE}" pid="14" name="MSIP_Label_7303cfa0-d896-4cc6-b4f0-0d6fcb44e974_Name">
    <vt:lpwstr>General Not Encrypted</vt:lpwstr>
  </property>
  <property fmtid="{D5CDD505-2E9C-101B-9397-08002B2CF9AE}" pid="15" name="MSIP_Label_7303cfa0-d896-4cc6-b4f0-0d6fcb44e974_SiteId">
    <vt:lpwstr>a33489ef-a7bc-48cc-9660-8a2d7703dcc7</vt:lpwstr>
  </property>
  <property fmtid="{D5CDD505-2E9C-101B-9397-08002B2CF9AE}" pid="16" name="MSIP_Label_7303cfa0-d896-4cc6-b4f0-0d6fcb44e974_ActionId">
    <vt:lpwstr>1343a2ce-de59-4d00-aa98-518ac6d980ae</vt:lpwstr>
  </property>
  <property fmtid="{D5CDD505-2E9C-101B-9397-08002B2CF9AE}" pid="17" name="MSIP_Label_7303cfa0-d896-4cc6-b4f0-0d6fcb44e974_ContentBits">
    <vt:lpwstr>0</vt:lpwstr>
  </property>
  <property fmtid="{D5CDD505-2E9C-101B-9397-08002B2CF9AE}" pid="18" name="MediaServiceImageTags">
    <vt:lpwstr/>
  </property>
  <property fmtid="{D5CDD505-2E9C-101B-9397-08002B2CF9AE}" pid="19" name="MSIP_Label_40aec7cc-352d-4b45-bfa1-c0f7d77959a8_Enabled">
    <vt:lpwstr>true</vt:lpwstr>
  </property>
  <property fmtid="{D5CDD505-2E9C-101B-9397-08002B2CF9AE}" pid="20" name="MSIP_Label_40aec7cc-352d-4b45-bfa1-c0f7d77959a8_SetDate">
    <vt:lpwstr>2025-02-25T20:55:55Z</vt:lpwstr>
  </property>
  <property fmtid="{D5CDD505-2E9C-101B-9397-08002B2CF9AE}" pid="21" name="MSIP_Label_40aec7cc-352d-4b45-bfa1-c0f7d77959a8_Method">
    <vt:lpwstr>Privileged</vt:lpwstr>
  </property>
  <property fmtid="{D5CDD505-2E9C-101B-9397-08002B2CF9AE}" pid="22" name="MSIP_Label_40aec7cc-352d-4b45-bfa1-c0f7d77959a8_Name">
    <vt:lpwstr>General Confidential - Tenneco Confidential</vt:lpwstr>
  </property>
  <property fmtid="{D5CDD505-2E9C-101B-9397-08002B2CF9AE}" pid="23" name="MSIP_Label_40aec7cc-352d-4b45-bfa1-c0f7d77959a8_SiteId">
    <vt:lpwstr>6eec918b-f654-44a7-ac1a-abfdb64e694e</vt:lpwstr>
  </property>
  <property fmtid="{D5CDD505-2E9C-101B-9397-08002B2CF9AE}" pid="24" name="MSIP_Label_40aec7cc-352d-4b45-bfa1-c0f7d77959a8_ActionId">
    <vt:lpwstr>42cda4f5-515a-4292-adf7-13e863a999f7</vt:lpwstr>
  </property>
  <property fmtid="{D5CDD505-2E9C-101B-9397-08002B2CF9AE}" pid="25" name="MSIP_Label_40aec7cc-352d-4b45-bfa1-c0f7d77959a8_ContentBits">
    <vt:lpwstr>1</vt:lpwstr>
  </property>
  <property fmtid="{D5CDD505-2E9C-101B-9397-08002B2CF9AE}" pid="26" name="ClassificationContentMarkingHeaderLocations">
    <vt:lpwstr>1_White:9</vt:lpwstr>
  </property>
  <property fmtid="{D5CDD505-2E9C-101B-9397-08002B2CF9AE}" pid="27" name="ClassificationContentMarkingHeaderText">
    <vt:lpwstr>General Confidential - Tenneco Confidential</vt:lpwstr>
  </property>
</Properties>
</file>