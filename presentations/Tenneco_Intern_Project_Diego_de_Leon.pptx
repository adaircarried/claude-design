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90" r:id="rId4"/>
  </p:sldMasterIdLst>
  <p:notesMasterIdLst>
    <p:notesMasterId r:id="rId33"/>
  </p:notesMasterIdLst>
  <p:handoutMasterIdLst>
    <p:handoutMasterId r:id="rId34"/>
  </p:handoutMasterIdLst>
  <p:sldIdLst>
    <p:sldId id="2147483645" r:id="rId5"/>
    <p:sldId id="2147483646" r:id="rId12"/>
    <p:sldId id="2147483647" r:id="rId13"/>
    <p:sldId id="256" r:id="rId14"/>
    <p:sldId id="257" r:id="rId15"/>
    <p:sldId id="258" r:id="rId16"/>
    <p:sldId id="259" r:id="rId17"/>
    <p:sldId id="260" r:id="rId18"/>
    <p:sldId id="261" r:id="rId19"/>
    <p:sldId id="262" r:id="rId20"/>
    <p:sldId id="263" r:id="rId21"/>
    <p:sldId id="264" r:id="rId22"/>
  </p:sldIdLst>
  <p:sldSz cx="12192000" cy="6858000"/>
  <p:notesSz cx="7010400" cy="9296400"/>
  <p:defaultTextStyle>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extLst/>
  </p:defaultTextStyle>
  <p:extLst>
    <p:ext uri="{EFAFB233-063F-42B5-8137-9DF3F51BA10A}">
      <p15:sldGuideLst xmlns:p15="http://schemas.microsoft.com/office/powerpoint/2012/main">
        <p15:guide id="1" orient="horz" pos="4320" userDrawn="1">
          <p15:clr>
            <a:srgbClr val="A4A3A4"/>
          </p15:clr>
        </p15:guide>
        <p15:guide id="3" orient="horz" userDrawn="1">
          <p15:clr>
            <a:srgbClr val="A4A3A4"/>
          </p15:clr>
        </p15:guide>
        <p15:guide id="4" pos="3840">
          <p15:clr>
            <a:srgbClr val="A4A3A4"/>
          </p15:clr>
        </p15:guide>
      </p15:sldGuideLst>
    </p:ext>
    <p:ext uri="{2D200454-40CA-4A62-9FC3-DE9A4176ACB9}">
      <p15:notesGuideLst xmlns:p15="http://schemas.microsoft.com/office/powerpoint/2012/main">
        <p15:guide id="1" orient="horz" pos="2839" userDrawn="1">
          <p15:clr>
            <a:srgbClr val="A4A3A4"/>
          </p15:clr>
        </p15:guide>
        <p15:guide id="2" pos="2120" userDrawn="1">
          <p15:clr>
            <a:srgbClr val="A4A3A4"/>
          </p15:clr>
        </p15:guide>
        <p15:guide id="3" orient="horz" pos="2928" userDrawn="1">
          <p15:clr>
            <a:srgbClr val="A4A3A4"/>
          </p15:clr>
        </p15:guide>
        <p15:guide id="4"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8E9CA4"/>
    <a:srgbClr val="051C2C"/>
    <a:srgbClr val="17D3C6"/>
    <a:srgbClr val="002678"/>
    <a:srgbClr val="001D34"/>
    <a:srgbClr val="0033A0"/>
    <a:srgbClr val="60EE91"/>
    <a:srgbClr val="9AF448"/>
    <a:srgbClr val="A0B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323" autoAdjust="0"/>
    <p:restoredTop sz="94660"/>
  </p:normalViewPr>
  <p:slideViewPr>
    <p:cSldViewPr snapToGrid="0">
      <p:cViewPr varScale="1">
        <p:scale>
          <a:sx n="78" d="100"/>
          <a:sy n="78" d="100"/>
        </p:scale>
        <p:origin x="499" y="62"/>
      </p:cViewPr>
      <p:guideLst>
        <p:guide orient="horz" pos="4320"/>
        <p:guide orient="horz"/>
        <p:guide pos="3840"/>
      </p:guideLst>
    </p:cSldViewPr>
  </p:slideViewPr>
  <p:notesTextViewPr>
    <p:cViewPr>
      <p:scale>
        <a:sx n="1" d="1"/>
        <a:sy n="1" d="1"/>
      </p:scale>
      <p:origin x="0" y="0"/>
    </p:cViewPr>
  </p:notesTextViewPr>
  <p:notesViewPr>
    <p:cSldViewPr snapToGrid="0">
      <p:cViewPr varScale="1">
        <p:scale>
          <a:sx n="72" d="100"/>
          <a:sy n="72" d="100"/>
        </p:scale>
        <p:origin x="2974" y="31"/>
      </p:cViewPr>
      <p:guideLst>
        <p:guide orient="horz" pos="2839"/>
        <p:guide pos="2120"/>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33" Type="http://schemas.openxmlformats.org/officeDocument/2006/relationships/notesMaster" Target="notesMasters/notesMaster1.xml"/><Relationship Id="rId34" Type="http://schemas.openxmlformats.org/officeDocument/2006/relationships/handoutMaster" Target="handoutMasters/handout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2" y="8"/>
            <a:ext cx="3038476" cy="466724"/>
          </a:xfrm>
          <a:prstGeom prst="rect">
            <a:avLst/>
          </a:prstGeom>
        </p:spPr>
        <p:txBody>
          <a:bodyPr vert="horz" lIns="91272" tIns="45639" rIns="91272" bIns="45639" rtlCol="0"/>
          <a:lstStyle>
            <a:lvl1pPr algn="l">
              <a:defRPr sz="1200"/>
            </a:lvl1pPr>
          </a:lstStyle>
          <a:p>
            <a:endParaRPr lang="en-US"/>
          </a:p>
        </p:txBody>
      </p:sp>
      <p:sp>
        <p:nvSpPr>
          <p:cNvPr id="3" name="Date Placeholder 2"/>
          <p:cNvSpPr>
            <a:spLocks noGrp="1"/>
          </p:cNvSpPr>
          <p:nvPr>
            <p:ph type="dt" sz="quarter" idx="1"/>
          </p:nvPr>
        </p:nvSpPr>
        <p:spPr>
          <a:xfrm>
            <a:off x="3970347" y="8"/>
            <a:ext cx="3038476" cy="466724"/>
          </a:xfrm>
          <a:prstGeom prst="rect">
            <a:avLst/>
          </a:prstGeom>
        </p:spPr>
        <p:txBody>
          <a:bodyPr vert="horz" lIns="91272" tIns="45639" rIns="91272" bIns="45639" rtlCol="0"/>
          <a:lstStyle>
            <a:lvl1pPr algn="r">
              <a:defRPr sz="1200"/>
            </a:lvl1pPr>
          </a:lstStyle>
          <a:p>
            <a:fld id="{833996CD-14A4-4580-8179-96CA8C9E6455}" type="datetimeFigureOut">
              <a:rPr lang="en-US" smtClean="0"/>
              <a:t>9/11/2026</a:t>
            </a:fld>
            <a:endParaRPr lang="en-US"/>
          </a:p>
        </p:txBody>
      </p:sp>
      <p:sp>
        <p:nvSpPr>
          <p:cNvPr id="4" name="Footer Placeholder 3"/>
          <p:cNvSpPr>
            <a:spLocks noGrp="1"/>
          </p:cNvSpPr>
          <p:nvPr>
            <p:ph type="ftr" sz="quarter" idx="2"/>
          </p:nvPr>
        </p:nvSpPr>
        <p:spPr>
          <a:xfrm>
            <a:off x="12" y="8829687"/>
            <a:ext cx="3038476" cy="466724"/>
          </a:xfrm>
          <a:prstGeom prst="rect">
            <a:avLst/>
          </a:prstGeom>
        </p:spPr>
        <p:txBody>
          <a:bodyPr vert="horz" lIns="91272" tIns="45639" rIns="91272" bIns="45639" rtlCol="0" anchor="b"/>
          <a:lstStyle>
            <a:lvl1pPr algn="l">
              <a:defRPr sz="1200"/>
            </a:lvl1pPr>
          </a:lstStyle>
          <a:p>
            <a:endParaRPr lang="en-US"/>
          </a:p>
        </p:txBody>
      </p:sp>
      <p:sp>
        <p:nvSpPr>
          <p:cNvPr id="5" name="Slide Number Placeholder 4"/>
          <p:cNvSpPr>
            <a:spLocks noGrp="1"/>
          </p:cNvSpPr>
          <p:nvPr>
            <p:ph type="sldNum" sz="quarter" idx="3"/>
          </p:nvPr>
        </p:nvSpPr>
        <p:spPr>
          <a:xfrm>
            <a:off x="3970347" y="8829687"/>
            <a:ext cx="3038476" cy="466724"/>
          </a:xfrm>
          <a:prstGeom prst="rect">
            <a:avLst/>
          </a:prstGeom>
        </p:spPr>
        <p:txBody>
          <a:bodyPr vert="horz" lIns="91272" tIns="45639" rIns="91272" bIns="45639" rtlCol="0" anchor="b"/>
          <a:lstStyle>
            <a:lvl1pPr algn="r">
              <a:defRPr sz="1200"/>
            </a:lvl1pPr>
          </a:lstStyle>
          <a:p>
            <a:fld id="{525AA254-D7DE-46F6-A698-B477C991BF74}" type="slidenum">
              <a:rPr lang="en-US" smtClean="0"/>
              <a:t>‹#›</a:t>
            </a:fld>
            <a:endParaRPr lang="en-US"/>
          </a:p>
        </p:txBody>
      </p:sp>
    </p:spTree>
    <p:extLst>
      <p:ext uri="{BB962C8B-B14F-4D97-AF65-F5344CB8AC3E}">
        <p14:creationId xmlns:p14="http://schemas.microsoft.com/office/powerpoint/2010/main" val="13669384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7"/>
            <a:ext cx="3037842" cy="464821"/>
          </a:xfrm>
          <a:prstGeom prst="rect">
            <a:avLst/>
          </a:prstGeom>
        </p:spPr>
        <p:txBody>
          <a:bodyPr vert="horz" lIns="91741" tIns="45863" rIns="91741" bIns="45863" rtlCol="0"/>
          <a:lstStyle>
            <a:lvl1pPr algn="l">
              <a:defRPr sz="1200"/>
            </a:lvl1pPr>
            <a:extLst/>
          </a:lstStyle>
          <a:p>
            <a:endParaRPr lang="en-US"/>
          </a:p>
        </p:txBody>
      </p:sp>
      <p:sp>
        <p:nvSpPr>
          <p:cNvPr id="3" name="Date Placeholder 2"/>
          <p:cNvSpPr>
            <a:spLocks noGrp="1"/>
          </p:cNvSpPr>
          <p:nvPr>
            <p:ph type="dt" idx="1"/>
          </p:nvPr>
        </p:nvSpPr>
        <p:spPr>
          <a:xfrm>
            <a:off x="3970964" y="37"/>
            <a:ext cx="3037842" cy="464821"/>
          </a:xfrm>
          <a:prstGeom prst="rect">
            <a:avLst/>
          </a:prstGeom>
        </p:spPr>
        <p:txBody>
          <a:bodyPr vert="horz" lIns="91741" tIns="45863" rIns="91741" bIns="45863" rtlCol="0"/>
          <a:lstStyle>
            <a:lvl1pPr algn="r">
              <a:defRPr sz="1200"/>
            </a:lvl1pPr>
            <a:extLst/>
          </a:lstStyle>
          <a:p>
            <a:fld id="{A8ADFD5B-A66C-449C-B6E8-FB716D07777D}" type="datetimeFigureOut">
              <a:rPr lang="en-US" smtClean="0"/>
              <a:pPr/>
              <a:t>9/11/2026</a:t>
            </a:fld>
            <a:endParaRPr lang="en-US"/>
          </a:p>
        </p:txBody>
      </p:sp>
      <p:sp>
        <p:nvSpPr>
          <p:cNvPr id="4" name="Slide Image Placeholder 3"/>
          <p:cNvSpPr>
            <a:spLocks noGrp="1" noRot="1" noChangeAspect="1"/>
          </p:cNvSpPr>
          <p:nvPr>
            <p:ph type="sldImg" idx="2"/>
          </p:nvPr>
        </p:nvSpPr>
        <p:spPr>
          <a:xfrm>
            <a:off x="403225" y="693738"/>
            <a:ext cx="6203950" cy="3489325"/>
          </a:xfrm>
          <a:prstGeom prst="rect">
            <a:avLst/>
          </a:prstGeom>
          <a:noFill/>
          <a:ln w="12700">
            <a:solidFill>
              <a:prstClr val="black"/>
            </a:solidFill>
          </a:ln>
        </p:spPr>
        <p:txBody>
          <a:bodyPr vert="horz" lIns="91741" tIns="45863" rIns="91741" bIns="45863" rtlCol="0" anchor="ctr"/>
          <a:lstStyle/>
          <a:p>
            <a:endParaRPr lang="en-US"/>
          </a:p>
        </p:txBody>
      </p:sp>
      <p:sp>
        <p:nvSpPr>
          <p:cNvPr id="5" name="Notes Placeholder 4"/>
          <p:cNvSpPr>
            <a:spLocks noGrp="1"/>
          </p:cNvSpPr>
          <p:nvPr>
            <p:ph type="body" sz="quarter" idx="3"/>
          </p:nvPr>
        </p:nvSpPr>
        <p:spPr>
          <a:xfrm>
            <a:off x="701042" y="4415808"/>
            <a:ext cx="5608320" cy="4183381"/>
          </a:xfrm>
          <a:prstGeom prst="rect">
            <a:avLst/>
          </a:prstGeom>
        </p:spPr>
        <p:txBody>
          <a:bodyPr vert="horz" lIns="91741" tIns="45863" rIns="91741" bIns="4586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 y="8829989"/>
            <a:ext cx="3037842" cy="464821"/>
          </a:xfrm>
          <a:prstGeom prst="rect">
            <a:avLst/>
          </a:prstGeom>
        </p:spPr>
        <p:txBody>
          <a:bodyPr vert="horz" lIns="91741" tIns="45863" rIns="91741" bIns="45863" rtlCol="0" anchor="b"/>
          <a:lstStyle>
            <a:lvl1pPr algn="l">
              <a:defRPr sz="1200"/>
            </a:lvl1pPr>
            <a:extLst/>
          </a:lstStyle>
          <a:p>
            <a:endParaRPr lang="en-US"/>
          </a:p>
        </p:txBody>
      </p:sp>
      <p:sp>
        <p:nvSpPr>
          <p:cNvPr id="7" name="Slide Number Placeholder 6"/>
          <p:cNvSpPr>
            <a:spLocks noGrp="1"/>
          </p:cNvSpPr>
          <p:nvPr>
            <p:ph type="sldNum" sz="quarter" idx="5"/>
          </p:nvPr>
        </p:nvSpPr>
        <p:spPr>
          <a:xfrm>
            <a:off x="3970964" y="8829989"/>
            <a:ext cx="3037842" cy="464821"/>
          </a:xfrm>
          <a:prstGeom prst="rect">
            <a:avLst/>
          </a:prstGeom>
        </p:spPr>
        <p:txBody>
          <a:bodyPr vert="horz" lIns="91741" tIns="45863" rIns="91741" bIns="45863" rtlCol="0" anchor="b"/>
          <a:lstStyle>
            <a:lvl1pPr algn="r">
              <a:defRPr sz="1200"/>
            </a:lvl1pPr>
            <a:extLst/>
          </a:lstStyle>
          <a:p>
            <a:fld id="{CA5D3BF3-D352-46FC-8343-31F56E6730EA}" type="slidenum">
              <a:rPr lang="en-US" smtClean="0"/>
              <a:pPr/>
              <a:t>‹#›</a:t>
            </a:fld>
            <a:endParaRPr lang="en-US"/>
          </a:p>
        </p:txBody>
      </p:sp>
    </p:spTree>
    <p:extLst>
      <p:ext uri="{BB962C8B-B14F-4D97-AF65-F5344CB8AC3E}">
        <p14:creationId xmlns:p14="http://schemas.microsoft.com/office/powerpoint/2010/main" val="105482043"/>
      </p:ext>
    </p:extLst>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name is Diego de Leon, ninth term Mechatronics at UPA. For the last two months I have been the welding intern in the robotic cells here in Aguascalientes, with Fernando Robledo as my plant tutor. In the next fifteen minutes I want to show you exactly where I stand on the welding skill path, what I actually learned, and the four things I need from you to finish it before January.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value I identify with is WIN. Not because it sounds ambitious, but because of how it actually works on the floor. Nobody hands a welding torch to an intern because of a title. You earn it. I earned mine by being the one who showed up when a cell went down, and the day the technicians started calling me instead of waiting for the engineer, that was the moment I felt I had won something real.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context. We weld exhaust systems, robotic GMAW, mostly Yaskawa robots with SKS and Miller equipment. There is one Fanuc I have not touched yet. The line at the bottom matters more than it looks: my zone has few welding cells and they are stable. That is good for the plant, but it means I could not learn by waiting for them to fail.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ILUO path the plant defines for a welding technician. Four levels, twenty three specific skills, forty hours. I is knowing the theory. L is doing it with support. U is doing it alone. O is teaching it and improving the process. Notice that twenty of the forty hours sit in level O. This program is not designed to certify one person. It is designed so that one person multiplies.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 picture. Each square is one skill. Four of the twenty three I execute with nobody standing next to me: consumable changes, essential variable adjustment, reading welding symbols, and closing ANDON orders. Twelve are in progress. Seven I have not started. And the line at the bottom is the part I want to be direct about. I know the level I content because I picked it up in the cell, but the theory session and the exam have not happened, so formally I am validated at zero. That is not a small detail and I am not going to hide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part that explains the previous slide. The plan assumed forty scheduled hours, classroom first, one level at a time. What happened was different. We went straight to the floor, we learned what the day demanded, and about sixty percent of my hours went into an integration project with my engineer, which is not on the welding matrix at all. I want to be clear about how I am framing this. It is not a gap in effort. It is a gap in structure, and structure is something we can fix in the time I have left.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project that took most of my time. Explain it here in your own words: what the integration is, what you own day to day, what it taught you that is not welding, and where it stands. Keep it to about ninety seconds. The reason it belongs in this presentation is that it is real engineering work — it just does not appear anywhere on the ILUO matrix.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same story on a calendar. The lime line is today, September twenty fifth. Everything to the left is what actually happened: level I content and level L execution built up on the floor, ANDON closings, and the integration project running alongside all of it. Everything to the right is what I am proposing. The level I exam in October, level L closed by the end of November, level U programming from October to December, and one level O improvement before I finish. Fourteen weeks left.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weeks on the floor. Four skills I own unsupervised, twelve in progress. But the numbers are not the part I am proud of. The bottom three lines are. Two months ago I watched someone change consumables, now I do it alone. Two months ago I could not read a joint callout on a print, now I find the joint. And two months ago I was the intern who called the ANDON. Now I am the one who closes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what I am asking for, and it is small. Four things. Give me two half-days for the level I session and the exam, and the theory stops being informal. Give me access to the parameter sheets and I will document ten validations, which closes level L. Give me supervised cell time and I will build one program in SKS, which opens level U. And give me a sponsor for one improvement idea and I leave you my first piece of level O evidence. None of this needs budget. It needs calendar.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conclusions. First, I am genuinely capable at level L and I am being honest that level I is not validated. Second, learning on the floor made me faster at diagnosing problems than a classroom would have, it just did not generate paperwork. Third, I have fourteen weeks and a concrete plan for them. And if I go back to the value I picked: trust first, then the torch. That is what these two months taught 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 am happy to take questions, and if anyone wants the detail behind any of the twenty three skills, I can walk through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8.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blipFill dpi="0" rotWithShape="1">
          <a:blip r:embed="rId2"/>
          <a:srcRect/>
          <a:stretch>
            <a:fillRect/>
          </a:stretch>
        </a:blipFill>
        <a:effectLst/>
      </p:bgPr>
    </p:bg>
    <p:spTree>
      <p:nvGrpSpPr>
        <p:cNvPr id="1" name=""/>
        <p:cNvGrpSpPr/>
        <p:nvPr/>
      </p:nvGrpSpPr>
      <p:grpSpPr>
        <a:xfrm>
          <a:off x="0" y="0"/>
          <a:ext cx="0" cy="0"/>
          <a:chOff x="0" y="0"/>
          <a:chExt cx="0" cy="0"/>
        </a:xfrm>
      </p:grpSpPr>
      <p:pic>
        <p:nvPicPr>
          <p:cNvPr id="11" name="Picture 10" descr="A white letter on a black background&#10;&#10;Description automatically generated">
            <a:extLst>
              <a:ext uri="{FF2B5EF4-FFF2-40B4-BE49-F238E27FC236}">
                <a16:creationId xmlns:a16="http://schemas.microsoft.com/office/drawing/2014/main" id="{BF2C4E05-5B96-4FE8-9203-E062EA1E7D1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298944" y="6315499"/>
            <a:ext cx="1594113" cy="258546"/>
          </a:xfrm>
          <a:prstGeom prst="rect">
            <a:avLst/>
          </a:prstGeom>
        </p:spPr>
      </p:pic>
      <p:cxnSp>
        <p:nvCxnSpPr>
          <p:cNvPr id="10" name="Straight Connector 9">
            <a:extLst>
              <a:ext uri="{FF2B5EF4-FFF2-40B4-BE49-F238E27FC236}">
                <a16:creationId xmlns:a16="http://schemas.microsoft.com/office/drawing/2014/main" id="{2EDE12E5-9D38-8BB0-C741-0125EF39B619}"/>
              </a:ext>
            </a:extLst>
          </p:cNvPr>
          <p:cNvCxnSpPr>
            <a:cxnSpLocks/>
          </p:cNvCxnSpPr>
          <p:nvPr userDrawn="1"/>
        </p:nvCxnSpPr>
        <p:spPr>
          <a:xfrm>
            <a:off x="3353065" y="4022448"/>
            <a:ext cx="5485870" cy="0"/>
          </a:xfrm>
          <a:prstGeom prst="line">
            <a:avLst/>
          </a:prstGeom>
          <a:ln w="12700">
            <a:solidFill>
              <a:schemeClr val="accent2"/>
            </a:solidFill>
          </a:ln>
        </p:spPr>
        <p:style>
          <a:lnRef idx="1">
            <a:schemeClr val="accent6"/>
          </a:lnRef>
          <a:fillRef idx="0">
            <a:schemeClr val="accent6"/>
          </a:fillRef>
          <a:effectRef idx="0">
            <a:schemeClr val="accent6"/>
          </a:effectRef>
          <a:fontRef idx="minor">
            <a:schemeClr val="tx1"/>
          </a:fontRef>
        </p:style>
      </p:cxnSp>
      <p:sp>
        <p:nvSpPr>
          <p:cNvPr id="12" name="Slide Number Placeholder 5">
            <a:extLst>
              <a:ext uri="{FF2B5EF4-FFF2-40B4-BE49-F238E27FC236}">
                <a16:creationId xmlns:a16="http://schemas.microsoft.com/office/drawing/2014/main" id="{6A79A4CA-41B6-CACF-DF9E-23E3C9AA8698}"/>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75000"/>
                  </a:schemeClr>
                </a:solidFill>
              </a:defRPr>
            </a:lvl1pPr>
          </a:lstStyle>
          <a:p>
            <a:pPr>
              <a:defRPr/>
            </a:pPr>
            <a:fld id="{FEA2E03D-9F5B-5343-B21F-62525800774A}" type="slidenum">
              <a:rPr lang="en-US" smtClean="0"/>
              <a:pPr>
                <a:defRPr/>
              </a:pPr>
              <a:t>‹#›</a:t>
            </a:fld>
            <a:endParaRPr lang="en-US"/>
          </a:p>
        </p:txBody>
      </p:sp>
      <p:sp>
        <p:nvSpPr>
          <p:cNvPr id="6" name="Text Placeholder 3">
            <a:extLst>
              <a:ext uri="{FF2B5EF4-FFF2-40B4-BE49-F238E27FC236}">
                <a16:creationId xmlns:a16="http://schemas.microsoft.com/office/drawing/2014/main" id="{44610A3A-A85C-E487-6787-16E3A757CC17}"/>
              </a:ext>
            </a:extLst>
          </p:cNvPr>
          <p:cNvSpPr>
            <a:spLocks noGrp="1"/>
          </p:cNvSpPr>
          <p:nvPr>
            <p:ph type="body" sz="quarter" idx="13" hasCustomPrompt="1"/>
          </p:nvPr>
        </p:nvSpPr>
        <p:spPr>
          <a:xfrm>
            <a:off x="4294" y="2147171"/>
            <a:ext cx="12187705" cy="963863"/>
          </a:xfrm>
          <a:prstGeom prst="rect">
            <a:avLst/>
          </a:prstGeom>
        </p:spPr>
        <p:txBody>
          <a:bodyPr/>
          <a:lstStyle>
            <a:lvl1pPr algn="ctr">
              <a:defRPr sz="6600" b="1">
                <a:ln w="28575">
                  <a:solidFill>
                    <a:schemeClr val="bg1"/>
                  </a:solidFill>
                </a:ln>
                <a:noFill/>
              </a:defRPr>
            </a:lvl1pPr>
          </a:lstStyle>
          <a:p>
            <a:pPr lvl="0"/>
            <a:r>
              <a:rPr lang="en-US" dirty="0"/>
              <a:t>TITLE</a:t>
            </a:r>
          </a:p>
        </p:txBody>
      </p:sp>
      <p:sp>
        <p:nvSpPr>
          <p:cNvPr id="14" name="Text Placeholder 13">
            <a:extLst>
              <a:ext uri="{FF2B5EF4-FFF2-40B4-BE49-F238E27FC236}">
                <a16:creationId xmlns:a16="http://schemas.microsoft.com/office/drawing/2014/main" id="{7C73B5FE-AC5E-0242-3AAD-BA8513664CD1}"/>
              </a:ext>
            </a:extLst>
          </p:cNvPr>
          <p:cNvSpPr>
            <a:spLocks noGrp="1"/>
          </p:cNvSpPr>
          <p:nvPr>
            <p:ph type="body" sz="quarter" idx="14" hasCustomPrompt="1"/>
          </p:nvPr>
        </p:nvSpPr>
        <p:spPr>
          <a:xfrm>
            <a:off x="0" y="3111500"/>
            <a:ext cx="12192000" cy="754899"/>
          </a:xfrm>
          <a:prstGeom prst="rect">
            <a:avLst/>
          </a:prstGeom>
        </p:spPr>
        <p:txBody>
          <a:bodyPr/>
          <a:lstStyle>
            <a:lvl1pPr algn="ctr">
              <a:defRPr sz="4400" b="1">
                <a:solidFill>
                  <a:schemeClr val="bg1"/>
                </a:solidFill>
              </a:defRPr>
            </a:lvl1pPr>
          </a:lstStyle>
          <a:p>
            <a:pPr lvl="0"/>
            <a:r>
              <a:rPr lang="en-US"/>
              <a:t>SUBTITLE</a:t>
            </a:r>
          </a:p>
        </p:txBody>
      </p:sp>
      <p:sp>
        <p:nvSpPr>
          <p:cNvPr id="15" name="TextBox 14">
            <a:extLst>
              <a:ext uri="{FF2B5EF4-FFF2-40B4-BE49-F238E27FC236}">
                <a16:creationId xmlns:a16="http://schemas.microsoft.com/office/drawing/2014/main" id="{82469257-1DA4-1F18-9419-7A51EE972419}"/>
              </a:ext>
            </a:extLst>
          </p:cNvPr>
          <p:cNvSpPr txBox="1"/>
          <p:nvPr userDrawn="1">
            <p:extLst>
              <p:ext uri="{1162E1C5-73C7-4A58-AE30-91384D911F3F}">
                <p184:classification xmlns:p184="http://schemas.microsoft.com/office/powerpoint/2018/4/main" val="hdr"/>
              </p:ext>
            </p:extLst>
          </p:nvPr>
        </p:nvSpPr>
        <p:spPr>
          <a:xfrm>
            <a:off x="63500" y="6651653"/>
            <a:ext cx="2832100" cy="138499"/>
          </a:xfrm>
          <a:prstGeom prst="rect">
            <a:avLst/>
          </a:prstGeom>
        </p:spPr>
        <p:txBody>
          <a:bodyPr horzOverflow="overflow" wrap="square" lIns="0" tIns="0" rIns="0" bIns="0">
            <a:spAutoFit/>
          </a:bodyPr>
          <a:lstStyle/>
          <a:p>
            <a:pPr algn="l"/>
            <a:r>
              <a:rPr lang="en-US" sz="900" dirty="0">
                <a:solidFill>
                  <a:schemeClr val="bg1">
                    <a:lumMod val="75000"/>
                  </a:schemeClr>
                </a:solidFill>
                <a:latin typeface="+mn-lt"/>
                <a:ea typeface="Calibri" panose="020F0502020204030204" pitchFamily="34" charset="0"/>
                <a:cs typeface="Calibri" panose="020F0502020204030204" pitchFamily="34" charset="0"/>
              </a:rPr>
              <a:t>TENNECO CONFIDENTIAL</a:t>
            </a:r>
          </a:p>
        </p:txBody>
      </p:sp>
      <p:sp>
        <p:nvSpPr>
          <p:cNvPr id="16" name="Text Placeholder 13">
            <a:extLst>
              <a:ext uri="{FF2B5EF4-FFF2-40B4-BE49-F238E27FC236}">
                <a16:creationId xmlns:a16="http://schemas.microsoft.com/office/drawing/2014/main" id="{0894E9CE-8D2A-EA5B-AFBE-BCA894E89640}"/>
              </a:ext>
            </a:extLst>
          </p:cNvPr>
          <p:cNvSpPr>
            <a:spLocks noGrp="1"/>
          </p:cNvSpPr>
          <p:nvPr>
            <p:ph type="body" sz="quarter" idx="15" hasCustomPrompt="1"/>
          </p:nvPr>
        </p:nvSpPr>
        <p:spPr>
          <a:xfrm>
            <a:off x="0" y="4158608"/>
            <a:ext cx="12192000" cy="754899"/>
          </a:xfrm>
          <a:prstGeom prst="rect">
            <a:avLst/>
          </a:prstGeom>
        </p:spPr>
        <p:txBody>
          <a:bodyPr/>
          <a:lstStyle>
            <a:lvl1pPr algn="ctr">
              <a:defRPr sz="2000" b="0" spc="300">
                <a:solidFill>
                  <a:schemeClr val="bg1"/>
                </a:solidFill>
              </a:defRPr>
            </a:lvl1pPr>
          </a:lstStyle>
          <a:p>
            <a:pPr lvl="0"/>
            <a:r>
              <a:rPr lang="en-US"/>
              <a:t>SUBTITLE</a:t>
            </a:r>
          </a:p>
        </p:txBody>
      </p:sp>
    </p:spTree>
    <p:extLst>
      <p:ext uri="{BB962C8B-B14F-4D97-AF65-F5344CB8AC3E}">
        <p14:creationId xmlns:p14="http://schemas.microsoft.com/office/powerpoint/2010/main" val="4052621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_Light">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D58B6260-8AFF-7F92-5605-968301F646D8}"/>
              </a:ext>
            </a:extLst>
          </p:cNvPr>
          <p:cNvSpPr>
            <a:spLocks noGrp="1"/>
          </p:cNvSpPr>
          <p:nvPr>
            <p:ph type="body" sz="quarter" idx="20" hasCustomPrompt="1"/>
          </p:nvPr>
        </p:nvSpPr>
        <p:spPr>
          <a:xfrm>
            <a:off x="252880" y="334029"/>
            <a:ext cx="11640298" cy="472794"/>
          </a:xfrm>
          <a:prstGeom prst="rect">
            <a:avLst/>
          </a:prstGeom>
        </p:spPr>
        <p:txBody>
          <a:bodyPr/>
          <a:lstStyle>
            <a:lvl1pPr>
              <a:defRPr sz="3600" b="1">
                <a:solidFill>
                  <a:schemeClr val="tx1"/>
                </a:solidFill>
              </a:defRPr>
            </a:lvl1pPr>
          </a:lstStyle>
          <a:p>
            <a:pPr lvl="0"/>
            <a:r>
              <a:rPr lang="en-US"/>
              <a:t>HEADER</a:t>
            </a:r>
          </a:p>
        </p:txBody>
      </p:sp>
      <p:sp>
        <p:nvSpPr>
          <p:cNvPr id="3" name="Text Placeholder 3">
            <a:extLst>
              <a:ext uri="{FF2B5EF4-FFF2-40B4-BE49-F238E27FC236}">
                <a16:creationId xmlns:a16="http://schemas.microsoft.com/office/drawing/2014/main" id="{7311A4FB-94D0-09CA-1A22-6EC451952A7F}"/>
              </a:ext>
            </a:extLst>
          </p:cNvPr>
          <p:cNvSpPr>
            <a:spLocks noGrp="1"/>
          </p:cNvSpPr>
          <p:nvPr>
            <p:ph type="body" sz="quarter" idx="21" hasCustomPrompt="1"/>
          </p:nvPr>
        </p:nvSpPr>
        <p:spPr>
          <a:xfrm>
            <a:off x="252880" y="850163"/>
            <a:ext cx="11640298" cy="400426"/>
          </a:xfrm>
          <a:prstGeom prst="rect">
            <a:avLst/>
          </a:prstGeom>
        </p:spPr>
        <p:txBody>
          <a:bodyPr/>
          <a:lstStyle>
            <a:lvl1pPr>
              <a:defRPr sz="2000" b="0">
                <a:solidFill>
                  <a:schemeClr val="bg1">
                    <a:lumMod val="50000"/>
                  </a:schemeClr>
                </a:solidFill>
              </a:defRPr>
            </a:lvl1pPr>
          </a:lstStyle>
          <a:p>
            <a:pPr lvl="0"/>
            <a:r>
              <a:rPr lang="en-US" dirty="0"/>
              <a:t>Optional Subheading</a:t>
            </a:r>
          </a:p>
        </p:txBody>
      </p:sp>
      <p:sp>
        <p:nvSpPr>
          <p:cNvPr id="7" name="Slide Number Placeholder 5">
            <a:extLst>
              <a:ext uri="{FF2B5EF4-FFF2-40B4-BE49-F238E27FC236}">
                <a16:creationId xmlns:a16="http://schemas.microsoft.com/office/drawing/2014/main" id="{6916490A-C5E4-FBE7-1569-8928EDD73977}"/>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pic>
        <p:nvPicPr>
          <p:cNvPr id="4" name="Picture 3" descr="A blue and black logo&#10;&#10;AI-generated content may be incorrect.">
            <a:extLst>
              <a:ext uri="{FF2B5EF4-FFF2-40B4-BE49-F238E27FC236}">
                <a16:creationId xmlns:a16="http://schemas.microsoft.com/office/drawing/2014/main" id="{33A94846-FB92-6415-C227-4AD373802ACD}"/>
              </a:ext>
            </a:extLst>
          </p:cNvPr>
          <p:cNvPicPr>
            <a:picLocks noChangeAspect="1"/>
          </p:cNvPicPr>
          <p:nvPr userDrawn="1"/>
        </p:nvPicPr>
        <p:blipFill>
          <a:blip r:embed="rId2"/>
          <a:stretch>
            <a:fillRect/>
          </a:stretch>
        </p:blipFill>
        <p:spPr>
          <a:xfrm>
            <a:off x="10983861" y="6549780"/>
            <a:ext cx="924065" cy="357025"/>
          </a:xfrm>
          <a:prstGeom prst="rect">
            <a:avLst/>
          </a:prstGeom>
        </p:spPr>
      </p:pic>
    </p:spTree>
    <p:extLst>
      <p:ext uri="{BB962C8B-B14F-4D97-AF65-F5344CB8AC3E}">
        <p14:creationId xmlns:p14="http://schemas.microsoft.com/office/powerpoint/2010/main" val="18567924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48C80B-BA83-2163-F6F0-434A9287CCCE}"/>
              </a:ext>
            </a:extLst>
          </p:cNvPr>
          <p:cNvSpPr/>
          <p:nvPr userDrawn="1"/>
        </p:nvSpPr>
        <p:spPr>
          <a:xfrm>
            <a:off x="4703802" y="0"/>
            <a:ext cx="7488198" cy="6858000"/>
          </a:xfrm>
          <a:prstGeom prst="rect">
            <a:avLst/>
          </a:prstGeom>
          <a:solidFill>
            <a:schemeClr val="accent4">
              <a:alpha val="89804"/>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1"/>
              </a:solidFill>
            </a:endParaRPr>
          </a:p>
        </p:txBody>
      </p:sp>
      <p:pic>
        <p:nvPicPr>
          <p:cNvPr id="5" name="Picture 4" descr="A white letter on a black background&#10;&#10;Description automatically generated">
            <a:extLst>
              <a:ext uri="{FF2B5EF4-FFF2-40B4-BE49-F238E27FC236}">
                <a16:creationId xmlns:a16="http://schemas.microsoft.com/office/drawing/2014/main" id="{F1808542-4E85-0D48-AF6C-8910D9BAE5B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94795" y="6640504"/>
            <a:ext cx="895667" cy="145267"/>
          </a:xfrm>
          <a:prstGeom prst="rect">
            <a:avLst/>
          </a:prstGeom>
        </p:spPr>
      </p:pic>
      <p:sp>
        <p:nvSpPr>
          <p:cNvPr id="7" name="Slide Number Placeholder 5">
            <a:extLst>
              <a:ext uri="{FF2B5EF4-FFF2-40B4-BE49-F238E27FC236}">
                <a16:creationId xmlns:a16="http://schemas.microsoft.com/office/drawing/2014/main" id="{B72C1B03-DC30-E8FA-50F3-5A981CD35C0B}"/>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
        <p:nvSpPr>
          <p:cNvPr id="8" name="Title 1">
            <a:extLst>
              <a:ext uri="{FF2B5EF4-FFF2-40B4-BE49-F238E27FC236}">
                <a16:creationId xmlns:a16="http://schemas.microsoft.com/office/drawing/2014/main" id="{67A74C3F-B559-6CED-E55D-59A60FBDD61D}"/>
              </a:ext>
            </a:extLst>
          </p:cNvPr>
          <p:cNvSpPr txBox="1">
            <a:spLocks/>
          </p:cNvSpPr>
          <p:nvPr userDrawn="1"/>
        </p:nvSpPr>
        <p:spPr>
          <a:xfrm>
            <a:off x="474440" y="338072"/>
            <a:ext cx="7103140" cy="945562"/>
          </a:xfrm>
          <a:prstGeom prst="rect">
            <a:avLst/>
          </a:prstGeom>
        </p:spPr>
        <p:txBody>
          <a:bodyPr vert="horz" lIns="0" tIns="45720" rIns="91440" bIns="0" rtlCol="0" anchor="ctr" anchorCtr="0">
            <a:noAutofit/>
          </a:bodyPr>
          <a:lstStyle>
            <a:lvl1pPr algn="l" defTabSz="342882" rtl="0" eaLnBrk="1" latinLnBrk="0" hangingPunct="1">
              <a:lnSpc>
                <a:spcPct val="90000"/>
              </a:lnSpc>
              <a:spcBef>
                <a:spcPct val="0"/>
              </a:spcBef>
              <a:buNone/>
              <a:defRPr sz="2800" b="1" kern="1200">
                <a:solidFill>
                  <a:schemeClr val="tx1"/>
                </a:solidFill>
                <a:latin typeface="+mj-lt"/>
                <a:ea typeface="+mj-ea"/>
                <a:cs typeface="+mj-cs"/>
              </a:defRPr>
            </a:lvl1pPr>
          </a:lstStyle>
          <a:p>
            <a:r>
              <a:rPr lang="en-US" sz="6000" dirty="0">
                <a:ln>
                  <a:solidFill>
                    <a:schemeClr val="bg1"/>
                  </a:solidFill>
                </a:ln>
                <a:solidFill>
                  <a:schemeClr val="bg1"/>
                </a:solidFill>
              </a:rPr>
              <a:t>AGENDA</a:t>
            </a:r>
            <a:endParaRPr lang="en-US" sz="3200" dirty="0">
              <a:ln>
                <a:solidFill>
                  <a:schemeClr val="bg1"/>
                </a:solidFill>
              </a:ln>
              <a:solidFill>
                <a:schemeClr val="bg1"/>
              </a:solidFill>
            </a:endParaRPr>
          </a:p>
        </p:txBody>
      </p:sp>
      <p:sp>
        <p:nvSpPr>
          <p:cNvPr id="25" name="Text Placeholder 24">
            <a:extLst>
              <a:ext uri="{FF2B5EF4-FFF2-40B4-BE49-F238E27FC236}">
                <a16:creationId xmlns:a16="http://schemas.microsoft.com/office/drawing/2014/main" id="{003E59C4-4915-9D2D-F5ED-EEB2CB8614C6}"/>
              </a:ext>
            </a:extLst>
          </p:cNvPr>
          <p:cNvSpPr>
            <a:spLocks noGrp="1"/>
          </p:cNvSpPr>
          <p:nvPr>
            <p:ph type="body" sz="quarter" idx="10" hasCustomPrompt="1"/>
          </p:nvPr>
        </p:nvSpPr>
        <p:spPr>
          <a:xfrm>
            <a:off x="5239584" y="949097"/>
            <a:ext cx="6380860" cy="481013"/>
          </a:xfrm>
          <a:prstGeom prst="rect">
            <a:avLst/>
          </a:prstGeom>
        </p:spPr>
        <p:txBody>
          <a:bodyPr/>
          <a:lstStyle>
            <a:lvl1pPr marL="342900" indent="-342900">
              <a:buClr>
                <a:schemeClr val="accent2"/>
              </a:buClr>
              <a:buFont typeface="Wingdings" panose="05000000000000000000" pitchFamily="2" charset="2"/>
              <a:buChar char="§"/>
              <a:defRPr b="1">
                <a:solidFill>
                  <a:schemeClr val="bg1"/>
                </a:solidFill>
              </a:defRPr>
            </a:lvl1pPr>
          </a:lstStyle>
          <a:p>
            <a:pPr lvl="0"/>
            <a:r>
              <a:rPr lang="en-US" dirty="0"/>
              <a:t>Topic</a:t>
            </a:r>
          </a:p>
        </p:txBody>
      </p:sp>
      <p:sp>
        <p:nvSpPr>
          <p:cNvPr id="27" name="Text Placeholder 24">
            <a:extLst>
              <a:ext uri="{FF2B5EF4-FFF2-40B4-BE49-F238E27FC236}">
                <a16:creationId xmlns:a16="http://schemas.microsoft.com/office/drawing/2014/main" id="{3F3A51E1-80CD-1D10-1A13-DE63109777E8}"/>
              </a:ext>
            </a:extLst>
          </p:cNvPr>
          <p:cNvSpPr>
            <a:spLocks noGrp="1"/>
          </p:cNvSpPr>
          <p:nvPr>
            <p:ph type="body" sz="quarter" idx="11" hasCustomPrompt="1"/>
          </p:nvPr>
        </p:nvSpPr>
        <p:spPr>
          <a:xfrm>
            <a:off x="5239584" y="1662353"/>
            <a:ext cx="6380860" cy="481013"/>
          </a:xfrm>
          <a:prstGeom prst="rect">
            <a:avLst/>
          </a:prstGeom>
        </p:spPr>
        <p:txBody>
          <a:bodyPr/>
          <a:lstStyle>
            <a:lvl1pPr marL="342900" indent="-342900">
              <a:buClr>
                <a:schemeClr val="accent2"/>
              </a:buClr>
              <a:buFont typeface="Wingdings" panose="05000000000000000000" pitchFamily="2" charset="2"/>
              <a:buChar char="§"/>
              <a:defRPr b="1">
                <a:solidFill>
                  <a:schemeClr val="bg1"/>
                </a:solidFill>
              </a:defRPr>
            </a:lvl1pPr>
          </a:lstStyle>
          <a:p>
            <a:pPr lvl="0"/>
            <a:r>
              <a:rPr lang="en-US"/>
              <a:t>Topic</a:t>
            </a:r>
          </a:p>
        </p:txBody>
      </p:sp>
      <p:sp>
        <p:nvSpPr>
          <p:cNvPr id="28" name="Text Placeholder 24">
            <a:extLst>
              <a:ext uri="{FF2B5EF4-FFF2-40B4-BE49-F238E27FC236}">
                <a16:creationId xmlns:a16="http://schemas.microsoft.com/office/drawing/2014/main" id="{EEF25549-8F4F-A6D8-EFA5-4AE41E909198}"/>
              </a:ext>
            </a:extLst>
          </p:cNvPr>
          <p:cNvSpPr>
            <a:spLocks noGrp="1"/>
          </p:cNvSpPr>
          <p:nvPr>
            <p:ph type="body" sz="quarter" idx="12" hasCustomPrompt="1"/>
          </p:nvPr>
        </p:nvSpPr>
        <p:spPr>
          <a:xfrm>
            <a:off x="5239584" y="2357096"/>
            <a:ext cx="6380860" cy="481013"/>
          </a:xfrm>
          <a:prstGeom prst="rect">
            <a:avLst/>
          </a:prstGeom>
        </p:spPr>
        <p:txBody>
          <a:bodyPr/>
          <a:lstStyle>
            <a:lvl1pPr marL="342900" indent="-342900">
              <a:buClr>
                <a:schemeClr val="accent2"/>
              </a:buClr>
              <a:buFont typeface="Wingdings" panose="05000000000000000000" pitchFamily="2" charset="2"/>
              <a:buChar char="§"/>
              <a:defRPr b="1">
                <a:solidFill>
                  <a:schemeClr val="bg1"/>
                </a:solidFill>
              </a:defRPr>
            </a:lvl1pPr>
          </a:lstStyle>
          <a:p>
            <a:pPr lvl="0"/>
            <a:r>
              <a:rPr lang="en-US"/>
              <a:t>Topic</a:t>
            </a:r>
          </a:p>
        </p:txBody>
      </p:sp>
      <p:sp>
        <p:nvSpPr>
          <p:cNvPr id="29" name="Text Placeholder 24">
            <a:extLst>
              <a:ext uri="{FF2B5EF4-FFF2-40B4-BE49-F238E27FC236}">
                <a16:creationId xmlns:a16="http://schemas.microsoft.com/office/drawing/2014/main" id="{725B3FC0-29A1-B19B-CE80-49253AC0F5ED}"/>
              </a:ext>
            </a:extLst>
          </p:cNvPr>
          <p:cNvSpPr>
            <a:spLocks noGrp="1"/>
          </p:cNvSpPr>
          <p:nvPr>
            <p:ph type="body" sz="quarter" idx="13" hasCustomPrompt="1"/>
          </p:nvPr>
        </p:nvSpPr>
        <p:spPr>
          <a:xfrm>
            <a:off x="5239584" y="3060244"/>
            <a:ext cx="6380860" cy="481013"/>
          </a:xfrm>
          <a:prstGeom prst="rect">
            <a:avLst/>
          </a:prstGeom>
        </p:spPr>
        <p:txBody>
          <a:bodyPr/>
          <a:lstStyle>
            <a:lvl1pPr marL="342900" indent="-342900">
              <a:buClr>
                <a:schemeClr val="accent2"/>
              </a:buClr>
              <a:buFont typeface="Wingdings" panose="05000000000000000000" pitchFamily="2" charset="2"/>
              <a:buChar char="§"/>
              <a:defRPr b="1">
                <a:solidFill>
                  <a:schemeClr val="bg1"/>
                </a:solidFill>
              </a:defRPr>
            </a:lvl1pPr>
          </a:lstStyle>
          <a:p>
            <a:pPr lvl="0"/>
            <a:r>
              <a:rPr lang="en-US"/>
              <a:t>Topic</a:t>
            </a:r>
          </a:p>
        </p:txBody>
      </p:sp>
      <p:sp>
        <p:nvSpPr>
          <p:cNvPr id="30" name="Text Placeholder 24">
            <a:extLst>
              <a:ext uri="{FF2B5EF4-FFF2-40B4-BE49-F238E27FC236}">
                <a16:creationId xmlns:a16="http://schemas.microsoft.com/office/drawing/2014/main" id="{2AC595FF-16E8-77B8-38F3-63ACBC3FC91D}"/>
              </a:ext>
            </a:extLst>
          </p:cNvPr>
          <p:cNvSpPr>
            <a:spLocks noGrp="1"/>
          </p:cNvSpPr>
          <p:nvPr>
            <p:ph type="body" sz="quarter" idx="14" hasCustomPrompt="1"/>
          </p:nvPr>
        </p:nvSpPr>
        <p:spPr>
          <a:xfrm>
            <a:off x="5239584" y="3773768"/>
            <a:ext cx="6380860" cy="481013"/>
          </a:xfrm>
          <a:prstGeom prst="rect">
            <a:avLst/>
          </a:prstGeom>
        </p:spPr>
        <p:txBody>
          <a:bodyPr/>
          <a:lstStyle>
            <a:lvl1pPr marL="342900" indent="-342900">
              <a:buClr>
                <a:schemeClr val="accent2"/>
              </a:buClr>
              <a:buFont typeface="Wingdings" panose="05000000000000000000" pitchFamily="2" charset="2"/>
              <a:buChar char="§"/>
              <a:defRPr b="1">
                <a:solidFill>
                  <a:schemeClr val="bg1"/>
                </a:solidFill>
              </a:defRPr>
            </a:lvl1pPr>
          </a:lstStyle>
          <a:p>
            <a:pPr lvl="0"/>
            <a:r>
              <a:rPr lang="en-US"/>
              <a:t>Topic</a:t>
            </a:r>
          </a:p>
        </p:txBody>
      </p:sp>
      <p:sp>
        <p:nvSpPr>
          <p:cNvPr id="31" name="Text Placeholder 24">
            <a:extLst>
              <a:ext uri="{FF2B5EF4-FFF2-40B4-BE49-F238E27FC236}">
                <a16:creationId xmlns:a16="http://schemas.microsoft.com/office/drawing/2014/main" id="{83AB95AF-04A6-2C2D-C66E-CE880C35AE3E}"/>
              </a:ext>
            </a:extLst>
          </p:cNvPr>
          <p:cNvSpPr>
            <a:spLocks noGrp="1"/>
          </p:cNvSpPr>
          <p:nvPr>
            <p:ph type="body" sz="quarter" idx="15" hasCustomPrompt="1"/>
          </p:nvPr>
        </p:nvSpPr>
        <p:spPr>
          <a:xfrm>
            <a:off x="5239584" y="4467394"/>
            <a:ext cx="6380860" cy="481013"/>
          </a:xfrm>
          <a:prstGeom prst="rect">
            <a:avLst/>
          </a:prstGeom>
        </p:spPr>
        <p:txBody>
          <a:bodyPr/>
          <a:lstStyle>
            <a:lvl1pPr marL="342900" indent="-342900">
              <a:buClr>
                <a:schemeClr val="accent2"/>
              </a:buClr>
              <a:buFont typeface="Wingdings" panose="05000000000000000000" pitchFamily="2" charset="2"/>
              <a:buChar char="§"/>
              <a:defRPr b="1">
                <a:solidFill>
                  <a:schemeClr val="bg1"/>
                </a:solidFill>
              </a:defRPr>
            </a:lvl1pPr>
          </a:lstStyle>
          <a:p>
            <a:pPr lvl="0"/>
            <a:r>
              <a:rPr lang="en-US"/>
              <a:t>Topic</a:t>
            </a:r>
          </a:p>
        </p:txBody>
      </p:sp>
      <p:sp>
        <p:nvSpPr>
          <p:cNvPr id="32" name="Text Placeholder 24">
            <a:extLst>
              <a:ext uri="{FF2B5EF4-FFF2-40B4-BE49-F238E27FC236}">
                <a16:creationId xmlns:a16="http://schemas.microsoft.com/office/drawing/2014/main" id="{ED799D00-D54E-FC11-D180-016F586CB0C1}"/>
              </a:ext>
            </a:extLst>
          </p:cNvPr>
          <p:cNvSpPr>
            <a:spLocks noGrp="1"/>
          </p:cNvSpPr>
          <p:nvPr>
            <p:ph type="body" sz="quarter" idx="16" hasCustomPrompt="1"/>
          </p:nvPr>
        </p:nvSpPr>
        <p:spPr>
          <a:xfrm>
            <a:off x="5239584" y="5184831"/>
            <a:ext cx="6380860" cy="481013"/>
          </a:xfrm>
          <a:prstGeom prst="rect">
            <a:avLst/>
          </a:prstGeom>
        </p:spPr>
        <p:txBody>
          <a:bodyPr/>
          <a:lstStyle>
            <a:lvl1pPr marL="342900" indent="-342900">
              <a:buClr>
                <a:schemeClr val="accent2"/>
              </a:buClr>
              <a:buFont typeface="Wingdings" panose="05000000000000000000" pitchFamily="2" charset="2"/>
              <a:buChar char="§"/>
              <a:defRPr b="1">
                <a:solidFill>
                  <a:schemeClr val="bg1"/>
                </a:solidFill>
              </a:defRPr>
            </a:lvl1pPr>
          </a:lstStyle>
          <a:p>
            <a:pPr lvl="0"/>
            <a:r>
              <a:rPr lang="en-US"/>
              <a:t>Topic</a:t>
            </a:r>
          </a:p>
        </p:txBody>
      </p:sp>
    </p:spTree>
    <p:extLst>
      <p:ext uri="{BB962C8B-B14F-4D97-AF65-F5344CB8AC3E}">
        <p14:creationId xmlns:p14="http://schemas.microsoft.com/office/powerpoint/2010/main" val="40528455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Image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A white letter on a black background&#10;&#10;Description automatically generated">
            <a:extLst>
              <a:ext uri="{FF2B5EF4-FFF2-40B4-BE49-F238E27FC236}">
                <a16:creationId xmlns:a16="http://schemas.microsoft.com/office/drawing/2014/main" id="{F1808542-4E85-0D48-AF6C-8910D9BAE5B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94795" y="6640504"/>
            <a:ext cx="895667" cy="145267"/>
          </a:xfrm>
          <a:prstGeom prst="rect">
            <a:avLst/>
          </a:prstGeom>
        </p:spPr>
      </p:pic>
      <p:sp>
        <p:nvSpPr>
          <p:cNvPr id="7" name="Slide Number Placeholder 5">
            <a:extLst>
              <a:ext uri="{FF2B5EF4-FFF2-40B4-BE49-F238E27FC236}">
                <a16:creationId xmlns:a16="http://schemas.microsoft.com/office/drawing/2014/main" id="{B72C1B03-DC30-E8FA-50F3-5A981CD35C0B}"/>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
        <p:nvSpPr>
          <p:cNvPr id="2" name="Text Placeholder 3">
            <a:extLst>
              <a:ext uri="{FF2B5EF4-FFF2-40B4-BE49-F238E27FC236}">
                <a16:creationId xmlns:a16="http://schemas.microsoft.com/office/drawing/2014/main" id="{7A34F2D6-648B-1C19-D848-EB3622E6FA43}"/>
              </a:ext>
            </a:extLst>
          </p:cNvPr>
          <p:cNvSpPr>
            <a:spLocks noGrp="1"/>
          </p:cNvSpPr>
          <p:nvPr>
            <p:ph type="body" sz="quarter" idx="20" hasCustomPrompt="1"/>
          </p:nvPr>
        </p:nvSpPr>
        <p:spPr>
          <a:xfrm>
            <a:off x="252880" y="334029"/>
            <a:ext cx="11640298" cy="472794"/>
          </a:xfrm>
          <a:prstGeom prst="rect">
            <a:avLst/>
          </a:prstGeom>
        </p:spPr>
        <p:txBody>
          <a:bodyPr/>
          <a:lstStyle>
            <a:lvl1pPr>
              <a:defRPr sz="3600" b="1">
                <a:solidFill>
                  <a:schemeClr val="tx1"/>
                </a:solidFill>
              </a:defRPr>
            </a:lvl1pPr>
          </a:lstStyle>
          <a:p>
            <a:pPr lvl="0"/>
            <a:r>
              <a:rPr lang="en-US" dirty="0"/>
              <a:t>HEADER</a:t>
            </a:r>
          </a:p>
        </p:txBody>
      </p:sp>
      <p:sp>
        <p:nvSpPr>
          <p:cNvPr id="3" name="Text Placeholder 3">
            <a:extLst>
              <a:ext uri="{FF2B5EF4-FFF2-40B4-BE49-F238E27FC236}">
                <a16:creationId xmlns:a16="http://schemas.microsoft.com/office/drawing/2014/main" id="{0EEB4131-42CC-77CC-DAC6-ED2DC519CA2B}"/>
              </a:ext>
            </a:extLst>
          </p:cNvPr>
          <p:cNvSpPr>
            <a:spLocks noGrp="1"/>
          </p:cNvSpPr>
          <p:nvPr>
            <p:ph type="body" sz="quarter" idx="21" hasCustomPrompt="1"/>
          </p:nvPr>
        </p:nvSpPr>
        <p:spPr>
          <a:xfrm>
            <a:off x="252880" y="850163"/>
            <a:ext cx="11640298" cy="400426"/>
          </a:xfrm>
          <a:prstGeom prst="rect">
            <a:avLst/>
          </a:prstGeom>
        </p:spPr>
        <p:txBody>
          <a:bodyPr/>
          <a:lstStyle>
            <a:lvl1pPr>
              <a:defRPr sz="2000" b="0">
                <a:solidFill>
                  <a:schemeClr val="accent2"/>
                </a:solidFill>
              </a:defRPr>
            </a:lvl1pPr>
          </a:lstStyle>
          <a:p>
            <a:pPr lvl="0"/>
            <a:r>
              <a:rPr lang="en-US" dirty="0"/>
              <a:t>Optional Subheading</a:t>
            </a:r>
          </a:p>
        </p:txBody>
      </p:sp>
    </p:spTree>
    <p:extLst>
      <p:ext uri="{BB962C8B-B14F-4D97-AF65-F5344CB8AC3E}">
        <p14:creationId xmlns:p14="http://schemas.microsoft.com/office/powerpoint/2010/main" val="18986009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pac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A white letter on a black background&#10;&#10;Description automatically generated">
            <a:extLst>
              <a:ext uri="{FF2B5EF4-FFF2-40B4-BE49-F238E27FC236}">
                <a16:creationId xmlns:a16="http://schemas.microsoft.com/office/drawing/2014/main" id="{F1808542-4E85-0D48-AF6C-8910D9BAE5B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94795" y="6640504"/>
            <a:ext cx="895667" cy="145267"/>
          </a:xfrm>
          <a:prstGeom prst="rect">
            <a:avLst/>
          </a:prstGeom>
        </p:spPr>
      </p:pic>
      <p:sp>
        <p:nvSpPr>
          <p:cNvPr id="7" name="Slide Number Placeholder 5">
            <a:extLst>
              <a:ext uri="{FF2B5EF4-FFF2-40B4-BE49-F238E27FC236}">
                <a16:creationId xmlns:a16="http://schemas.microsoft.com/office/drawing/2014/main" id="{B72C1B03-DC30-E8FA-50F3-5A981CD35C0B}"/>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
        <p:nvSpPr>
          <p:cNvPr id="2" name="Text Placeholder 3">
            <a:extLst>
              <a:ext uri="{FF2B5EF4-FFF2-40B4-BE49-F238E27FC236}">
                <a16:creationId xmlns:a16="http://schemas.microsoft.com/office/drawing/2014/main" id="{7A34F2D6-648B-1C19-D848-EB3622E6FA43}"/>
              </a:ext>
            </a:extLst>
          </p:cNvPr>
          <p:cNvSpPr>
            <a:spLocks noGrp="1"/>
          </p:cNvSpPr>
          <p:nvPr>
            <p:ph type="body" sz="quarter" idx="20" hasCustomPrompt="1"/>
          </p:nvPr>
        </p:nvSpPr>
        <p:spPr>
          <a:xfrm>
            <a:off x="0" y="2827533"/>
            <a:ext cx="12192000" cy="1202934"/>
          </a:xfrm>
          <a:prstGeom prst="rect">
            <a:avLst/>
          </a:prstGeom>
        </p:spPr>
        <p:txBody>
          <a:bodyPr/>
          <a:lstStyle>
            <a:lvl1pPr algn="ctr">
              <a:defRPr sz="6000" b="1">
                <a:solidFill>
                  <a:schemeClr val="accent2"/>
                </a:solidFill>
              </a:defRPr>
            </a:lvl1pPr>
          </a:lstStyle>
          <a:p>
            <a:pPr lvl="0"/>
            <a:r>
              <a:rPr lang="en-US" dirty="0"/>
              <a:t>IMPACT SLIDE</a:t>
            </a:r>
          </a:p>
        </p:txBody>
      </p:sp>
    </p:spTree>
    <p:extLst>
      <p:ext uri="{BB962C8B-B14F-4D97-AF65-F5344CB8AC3E}">
        <p14:creationId xmlns:p14="http://schemas.microsoft.com/office/powerpoint/2010/main" val="5234816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ndard_Dark">
    <p:bg>
      <p:bgRef idx="1001">
        <a:schemeClr val="bg2"/>
      </p:bgRef>
    </p:bg>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A1B8D2E2-076B-F3F0-5D4F-4CFC1574C5AA}"/>
              </a:ext>
            </a:extLst>
          </p:cNvPr>
          <p:cNvSpPr>
            <a:spLocks noGrp="1"/>
          </p:cNvSpPr>
          <p:nvPr>
            <p:ph type="body" sz="quarter" idx="20" hasCustomPrompt="1"/>
          </p:nvPr>
        </p:nvSpPr>
        <p:spPr>
          <a:xfrm>
            <a:off x="252880" y="334029"/>
            <a:ext cx="11640298" cy="472794"/>
          </a:xfrm>
          <a:prstGeom prst="rect">
            <a:avLst/>
          </a:prstGeom>
        </p:spPr>
        <p:txBody>
          <a:bodyPr/>
          <a:lstStyle>
            <a:lvl1pPr>
              <a:defRPr sz="3600" b="1">
                <a:solidFill>
                  <a:schemeClr val="tx1"/>
                </a:solidFill>
              </a:defRPr>
            </a:lvl1pPr>
          </a:lstStyle>
          <a:p>
            <a:pPr lvl="0"/>
            <a:r>
              <a:rPr lang="en-US"/>
              <a:t>HEADER</a:t>
            </a:r>
          </a:p>
        </p:txBody>
      </p:sp>
      <p:sp>
        <p:nvSpPr>
          <p:cNvPr id="7" name="Text Placeholder 3">
            <a:extLst>
              <a:ext uri="{FF2B5EF4-FFF2-40B4-BE49-F238E27FC236}">
                <a16:creationId xmlns:a16="http://schemas.microsoft.com/office/drawing/2014/main" id="{6F1FD4CF-7EC5-E1BB-6828-B4942C11BD55}"/>
              </a:ext>
            </a:extLst>
          </p:cNvPr>
          <p:cNvSpPr>
            <a:spLocks noGrp="1"/>
          </p:cNvSpPr>
          <p:nvPr>
            <p:ph type="body" sz="quarter" idx="21" hasCustomPrompt="1"/>
          </p:nvPr>
        </p:nvSpPr>
        <p:spPr>
          <a:xfrm>
            <a:off x="252880" y="850163"/>
            <a:ext cx="11640298" cy="400426"/>
          </a:xfrm>
          <a:prstGeom prst="rect">
            <a:avLst/>
          </a:prstGeom>
        </p:spPr>
        <p:txBody>
          <a:bodyPr/>
          <a:lstStyle>
            <a:lvl1pPr>
              <a:defRPr sz="2000" b="0">
                <a:solidFill>
                  <a:schemeClr val="accent2"/>
                </a:solidFill>
              </a:defRPr>
            </a:lvl1pPr>
          </a:lstStyle>
          <a:p>
            <a:pPr lvl="0"/>
            <a:r>
              <a:rPr lang="en-US" dirty="0"/>
              <a:t>Optional Subheading</a:t>
            </a:r>
          </a:p>
        </p:txBody>
      </p:sp>
      <p:pic>
        <p:nvPicPr>
          <p:cNvPr id="2" name="Picture 1" descr="A white letter on a black background&#10;&#10;Description automatically generated">
            <a:extLst>
              <a:ext uri="{FF2B5EF4-FFF2-40B4-BE49-F238E27FC236}">
                <a16:creationId xmlns:a16="http://schemas.microsoft.com/office/drawing/2014/main" id="{DB75DC08-AA3D-0B9B-BE10-9FC365A6C05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94795" y="6640504"/>
            <a:ext cx="895667" cy="145267"/>
          </a:xfrm>
          <a:prstGeom prst="rect">
            <a:avLst/>
          </a:prstGeom>
        </p:spPr>
      </p:pic>
      <p:sp>
        <p:nvSpPr>
          <p:cNvPr id="3" name="Slide Number Placeholder 5">
            <a:extLst>
              <a:ext uri="{FF2B5EF4-FFF2-40B4-BE49-F238E27FC236}">
                <a16:creationId xmlns:a16="http://schemas.microsoft.com/office/drawing/2014/main" id="{BE5E0668-E0F2-65E6-9657-1B52048065B1}"/>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Tree>
    <p:extLst>
      <p:ext uri="{BB962C8B-B14F-4D97-AF65-F5344CB8AC3E}">
        <p14:creationId xmlns:p14="http://schemas.microsoft.com/office/powerpoint/2010/main" val="21885051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Navy header">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5EC2E3C-1452-2CF0-2D31-0AA7112AA01E}"/>
              </a:ext>
            </a:extLst>
          </p:cNvPr>
          <p:cNvSpPr/>
          <p:nvPr userDrawn="1"/>
        </p:nvSpPr>
        <p:spPr>
          <a:xfrm>
            <a:off x="0" y="0"/>
            <a:ext cx="12192000" cy="152553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1"/>
              </a:solidFill>
            </a:endParaRPr>
          </a:p>
        </p:txBody>
      </p:sp>
      <p:sp>
        <p:nvSpPr>
          <p:cNvPr id="4" name="Text Placeholder 3">
            <a:extLst>
              <a:ext uri="{FF2B5EF4-FFF2-40B4-BE49-F238E27FC236}">
                <a16:creationId xmlns:a16="http://schemas.microsoft.com/office/drawing/2014/main" id="{98B9546B-2A81-FAEA-1971-63CAAE0CA57A}"/>
              </a:ext>
            </a:extLst>
          </p:cNvPr>
          <p:cNvSpPr>
            <a:spLocks noGrp="1"/>
          </p:cNvSpPr>
          <p:nvPr>
            <p:ph type="body" sz="quarter" idx="20" hasCustomPrompt="1"/>
          </p:nvPr>
        </p:nvSpPr>
        <p:spPr>
          <a:xfrm>
            <a:off x="252879" y="334029"/>
            <a:ext cx="11637583" cy="472794"/>
          </a:xfrm>
          <a:prstGeom prst="rect">
            <a:avLst/>
          </a:prstGeom>
        </p:spPr>
        <p:txBody>
          <a:bodyPr/>
          <a:lstStyle>
            <a:lvl1pPr>
              <a:defRPr sz="3600" b="1">
                <a:solidFill>
                  <a:schemeClr val="bg1"/>
                </a:solidFill>
              </a:defRPr>
            </a:lvl1pPr>
          </a:lstStyle>
          <a:p>
            <a:pPr lvl="0"/>
            <a:r>
              <a:rPr lang="en-US" dirty="0"/>
              <a:t>HEADER</a:t>
            </a:r>
          </a:p>
        </p:txBody>
      </p:sp>
      <p:sp>
        <p:nvSpPr>
          <p:cNvPr id="5" name="Text Placeholder 3">
            <a:extLst>
              <a:ext uri="{FF2B5EF4-FFF2-40B4-BE49-F238E27FC236}">
                <a16:creationId xmlns:a16="http://schemas.microsoft.com/office/drawing/2014/main" id="{4303C600-FDEF-8BAE-4300-C162C2F1C937}"/>
              </a:ext>
            </a:extLst>
          </p:cNvPr>
          <p:cNvSpPr>
            <a:spLocks noGrp="1"/>
          </p:cNvSpPr>
          <p:nvPr>
            <p:ph type="body" sz="quarter" idx="21" hasCustomPrompt="1"/>
          </p:nvPr>
        </p:nvSpPr>
        <p:spPr>
          <a:xfrm>
            <a:off x="252879" y="850163"/>
            <a:ext cx="11637583" cy="400426"/>
          </a:xfrm>
          <a:prstGeom prst="rect">
            <a:avLst/>
          </a:prstGeom>
        </p:spPr>
        <p:txBody>
          <a:bodyPr/>
          <a:lstStyle>
            <a:lvl1pPr>
              <a:defRPr sz="2000" b="0">
                <a:solidFill>
                  <a:schemeClr val="accent2"/>
                </a:solidFill>
              </a:defRPr>
            </a:lvl1pPr>
          </a:lstStyle>
          <a:p>
            <a:pPr lvl="0"/>
            <a:r>
              <a:rPr lang="en-US" dirty="0"/>
              <a:t>Optional Subheading</a:t>
            </a:r>
          </a:p>
        </p:txBody>
      </p:sp>
      <p:sp>
        <p:nvSpPr>
          <p:cNvPr id="6" name="Text Placeholder 3">
            <a:extLst>
              <a:ext uri="{FF2B5EF4-FFF2-40B4-BE49-F238E27FC236}">
                <a16:creationId xmlns:a16="http://schemas.microsoft.com/office/drawing/2014/main" id="{6A807C4D-F297-A648-D0E5-4BE792A4DF57}"/>
              </a:ext>
            </a:extLst>
          </p:cNvPr>
          <p:cNvSpPr>
            <a:spLocks noGrp="1"/>
          </p:cNvSpPr>
          <p:nvPr>
            <p:ph type="body" sz="quarter" idx="22" hasCustomPrompt="1"/>
          </p:nvPr>
        </p:nvSpPr>
        <p:spPr>
          <a:xfrm>
            <a:off x="252879" y="1996433"/>
            <a:ext cx="5498908" cy="1302218"/>
          </a:xfrm>
          <a:prstGeom prst="rect">
            <a:avLst/>
          </a:prstGeom>
        </p:spPr>
        <p:txBody>
          <a:bodyPr/>
          <a:lstStyle>
            <a:lvl1pPr>
              <a:defRPr sz="1800" b="0">
                <a:solidFill>
                  <a:schemeClr val="tx1"/>
                </a:solidFill>
              </a:defRPr>
            </a:lvl1pPr>
          </a:lstStyle>
          <a:p>
            <a:pPr lvl="0"/>
            <a:r>
              <a:rPr lang="en-US"/>
              <a:t>Body Text</a:t>
            </a:r>
          </a:p>
        </p:txBody>
      </p:sp>
      <p:sp>
        <p:nvSpPr>
          <p:cNvPr id="7" name="Text Placeholder 3">
            <a:extLst>
              <a:ext uri="{FF2B5EF4-FFF2-40B4-BE49-F238E27FC236}">
                <a16:creationId xmlns:a16="http://schemas.microsoft.com/office/drawing/2014/main" id="{158366D3-0CD5-73FA-4AC1-52E0803FAA26}"/>
              </a:ext>
            </a:extLst>
          </p:cNvPr>
          <p:cNvSpPr>
            <a:spLocks noGrp="1"/>
          </p:cNvSpPr>
          <p:nvPr>
            <p:ph type="body" sz="quarter" idx="23" hasCustomPrompt="1"/>
          </p:nvPr>
        </p:nvSpPr>
        <p:spPr>
          <a:xfrm>
            <a:off x="6440214" y="1995029"/>
            <a:ext cx="5273670" cy="1302218"/>
          </a:xfrm>
          <a:prstGeom prst="rect">
            <a:avLst/>
          </a:prstGeom>
        </p:spPr>
        <p:txBody>
          <a:bodyPr/>
          <a:lstStyle>
            <a:lvl1pPr>
              <a:defRPr sz="1800" b="0">
                <a:solidFill>
                  <a:schemeClr val="tx1"/>
                </a:solidFill>
              </a:defRPr>
            </a:lvl1pPr>
          </a:lstStyle>
          <a:p>
            <a:pPr lvl="0"/>
            <a:r>
              <a:rPr lang="en-US" dirty="0"/>
              <a:t>Body Text</a:t>
            </a:r>
          </a:p>
        </p:txBody>
      </p:sp>
      <p:pic>
        <p:nvPicPr>
          <p:cNvPr id="3" name="Picture 2" descr="A white letter on a black background&#10;&#10;Description automatically generated">
            <a:extLst>
              <a:ext uri="{FF2B5EF4-FFF2-40B4-BE49-F238E27FC236}">
                <a16:creationId xmlns:a16="http://schemas.microsoft.com/office/drawing/2014/main" id="{C61579D1-BB64-0034-0B34-A926EBE6C2F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94795" y="6640504"/>
            <a:ext cx="895667" cy="145267"/>
          </a:xfrm>
          <a:prstGeom prst="rect">
            <a:avLst/>
          </a:prstGeom>
        </p:spPr>
      </p:pic>
      <p:sp>
        <p:nvSpPr>
          <p:cNvPr id="8" name="Slide Number Placeholder 5">
            <a:extLst>
              <a:ext uri="{FF2B5EF4-FFF2-40B4-BE49-F238E27FC236}">
                <a16:creationId xmlns:a16="http://schemas.microsoft.com/office/drawing/2014/main" id="{3B45A491-AFF9-3457-68C5-1FE27924AE44}"/>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pic>
        <p:nvPicPr>
          <p:cNvPr id="2" name="Picture 1" descr="A blue and black logo&#10;&#10;AI-generated content may be incorrect.">
            <a:extLst>
              <a:ext uri="{FF2B5EF4-FFF2-40B4-BE49-F238E27FC236}">
                <a16:creationId xmlns:a16="http://schemas.microsoft.com/office/drawing/2014/main" id="{F426F881-56F3-7278-C4B4-707468F2AC6C}"/>
              </a:ext>
            </a:extLst>
          </p:cNvPr>
          <p:cNvPicPr>
            <a:picLocks noChangeAspect="1"/>
          </p:cNvPicPr>
          <p:nvPr userDrawn="1"/>
        </p:nvPicPr>
        <p:blipFill>
          <a:blip r:embed="rId3"/>
          <a:stretch>
            <a:fillRect/>
          </a:stretch>
        </p:blipFill>
        <p:spPr>
          <a:xfrm>
            <a:off x="10983861" y="6549780"/>
            <a:ext cx="924065" cy="357025"/>
          </a:xfrm>
          <a:prstGeom prst="rect">
            <a:avLst/>
          </a:prstGeom>
        </p:spPr>
      </p:pic>
    </p:spTree>
    <p:extLst>
      <p:ext uri="{BB962C8B-B14F-4D97-AF65-F5344CB8AC3E}">
        <p14:creationId xmlns:p14="http://schemas.microsoft.com/office/powerpoint/2010/main" val="5037599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avy header_vertical_white and gray">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5BBE77-57E1-C83A-49A5-1E133537A276}"/>
              </a:ext>
            </a:extLst>
          </p:cNvPr>
          <p:cNvSpPr/>
          <p:nvPr userDrawn="1"/>
        </p:nvSpPr>
        <p:spPr>
          <a:xfrm>
            <a:off x="6096000" y="0"/>
            <a:ext cx="6096000" cy="6858000"/>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A0"/>
              </a:solidFill>
              <a:effectLst/>
              <a:uLnTx/>
              <a:uFillTx/>
              <a:latin typeface="Segoe UI"/>
              <a:ea typeface="+mn-ea"/>
              <a:cs typeface="+mn-cs"/>
            </a:endParaRPr>
          </a:p>
        </p:txBody>
      </p:sp>
      <p:sp>
        <p:nvSpPr>
          <p:cNvPr id="9" name="Rectangle 8">
            <a:extLst>
              <a:ext uri="{FF2B5EF4-FFF2-40B4-BE49-F238E27FC236}">
                <a16:creationId xmlns:a16="http://schemas.microsoft.com/office/drawing/2014/main" id="{75EC2E3C-1452-2CF0-2D31-0AA7112AA01E}"/>
              </a:ext>
            </a:extLst>
          </p:cNvPr>
          <p:cNvSpPr/>
          <p:nvPr userDrawn="1"/>
        </p:nvSpPr>
        <p:spPr>
          <a:xfrm>
            <a:off x="0" y="0"/>
            <a:ext cx="12192000" cy="152553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1"/>
              </a:solidFill>
            </a:endParaRPr>
          </a:p>
        </p:txBody>
      </p:sp>
      <p:sp>
        <p:nvSpPr>
          <p:cNvPr id="4" name="Text Placeholder 3">
            <a:extLst>
              <a:ext uri="{FF2B5EF4-FFF2-40B4-BE49-F238E27FC236}">
                <a16:creationId xmlns:a16="http://schemas.microsoft.com/office/drawing/2014/main" id="{98B9546B-2A81-FAEA-1971-63CAAE0CA57A}"/>
              </a:ext>
            </a:extLst>
          </p:cNvPr>
          <p:cNvSpPr>
            <a:spLocks noGrp="1"/>
          </p:cNvSpPr>
          <p:nvPr>
            <p:ph type="body" sz="quarter" idx="20" hasCustomPrompt="1"/>
          </p:nvPr>
        </p:nvSpPr>
        <p:spPr>
          <a:xfrm>
            <a:off x="252879" y="334029"/>
            <a:ext cx="11637583" cy="472794"/>
          </a:xfrm>
          <a:prstGeom prst="rect">
            <a:avLst/>
          </a:prstGeom>
        </p:spPr>
        <p:txBody>
          <a:bodyPr/>
          <a:lstStyle>
            <a:lvl1pPr>
              <a:defRPr sz="3600" b="1">
                <a:solidFill>
                  <a:schemeClr val="bg1"/>
                </a:solidFill>
              </a:defRPr>
            </a:lvl1pPr>
          </a:lstStyle>
          <a:p>
            <a:pPr lvl="0"/>
            <a:r>
              <a:rPr lang="en-US" dirty="0"/>
              <a:t>HEADER</a:t>
            </a:r>
          </a:p>
        </p:txBody>
      </p:sp>
      <p:sp>
        <p:nvSpPr>
          <p:cNvPr id="6" name="Text Placeholder 3">
            <a:extLst>
              <a:ext uri="{FF2B5EF4-FFF2-40B4-BE49-F238E27FC236}">
                <a16:creationId xmlns:a16="http://schemas.microsoft.com/office/drawing/2014/main" id="{6A807C4D-F297-A648-D0E5-4BE792A4DF57}"/>
              </a:ext>
            </a:extLst>
          </p:cNvPr>
          <p:cNvSpPr>
            <a:spLocks noGrp="1"/>
          </p:cNvSpPr>
          <p:nvPr>
            <p:ph type="body" sz="quarter" idx="22" hasCustomPrompt="1"/>
          </p:nvPr>
        </p:nvSpPr>
        <p:spPr>
          <a:xfrm>
            <a:off x="252879" y="1996433"/>
            <a:ext cx="5498908" cy="1302218"/>
          </a:xfrm>
          <a:prstGeom prst="rect">
            <a:avLst/>
          </a:prstGeom>
        </p:spPr>
        <p:txBody>
          <a:bodyPr/>
          <a:lstStyle>
            <a:lvl1pPr>
              <a:defRPr sz="1800" b="0">
                <a:solidFill>
                  <a:schemeClr val="tx1"/>
                </a:solidFill>
              </a:defRPr>
            </a:lvl1pPr>
          </a:lstStyle>
          <a:p>
            <a:pPr lvl="0"/>
            <a:r>
              <a:rPr lang="en-US" dirty="0"/>
              <a:t>Body Text</a:t>
            </a:r>
          </a:p>
        </p:txBody>
      </p:sp>
      <p:sp>
        <p:nvSpPr>
          <p:cNvPr id="7" name="Text Placeholder 3">
            <a:extLst>
              <a:ext uri="{FF2B5EF4-FFF2-40B4-BE49-F238E27FC236}">
                <a16:creationId xmlns:a16="http://schemas.microsoft.com/office/drawing/2014/main" id="{158366D3-0CD5-73FA-4AC1-52E0803FAA26}"/>
              </a:ext>
            </a:extLst>
          </p:cNvPr>
          <p:cNvSpPr>
            <a:spLocks noGrp="1"/>
          </p:cNvSpPr>
          <p:nvPr>
            <p:ph type="body" sz="quarter" idx="23" hasCustomPrompt="1"/>
          </p:nvPr>
        </p:nvSpPr>
        <p:spPr>
          <a:xfrm>
            <a:off x="6440214" y="1995029"/>
            <a:ext cx="5273670" cy="1302218"/>
          </a:xfrm>
          <a:prstGeom prst="rect">
            <a:avLst/>
          </a:prstGeom>
        </p:spPr>
        <p:txBody>
          <a:bodyPr/>
          <a:lstStyle>
            <a:lvl1pPr>
              <a:defRPr sz="1800" b="0">
                <a:solidFill>
                  <a:schemeClr val="tx1"/>
                </a:solidFill>
              </a:defRPr>
            </a:lvl1pPr>
          </a:lstStyle>
          <a:p>
            <a:pPr lvl="0"/>
            <a:r>
              <a:rPr lang="en-US" dirty="0"/>
              <a:t>Body Text</a:t>
            </a:r>
          </a:p>
        </p:txBody>
      </p:sp>
      <p:pic>
        <p:nvPicPr>
          <p:cNvPr id="3" name="Picture 2" descr="A white letter on a black background&#10;&#10;Description automatically generated">
            <a:extLst>
              <a:ext uri="{FF2B5EF4-FFF2-40B4-BE49-F238E27FC236}">
                <a16:creationId xmlns:a16="http://schemas.microsoft.com/office/drawing/2014/main" id="{C61579D1-BB64-0034-0B34-A926EBE6C2F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94795" y="6640504"/>
            <a:ext cx="895667" cy="145267"/>
          </a:xfrm>
          <a:prstGeom prst="rect">
            <a:avLst/>
          </a:prstGeom>
        </p:spPr>
      </p:pic>
      <p:sp>
        <p:nvSpPr>
          <p:cNvPr id="8" name="Slide Number Placeholder 5">
            <a:extLst>
              <a:ext uri="{FF2B5EF4-FFF2-40B4-BE49-F238E27FC236}">
                <a16:creationId xmlns:a16="http://schemas.microsoft.com/office/drawing/2014/main" id="{3B45A491-AFF9-3457-68C5-1FE27924AE44}"/>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
        <p:nvSpPr>
          <p:cNvPr id="11" name="Text Placeholder 3">
            <a:extLst>
              <a:ext uri="{FF2B5EF4-FFF2-40B4-BE49-F238E27FC236}">
                <a16:creationId xmlns:a16="http://schemas.microsoft.com/office/drawing/2014/main" id="{C5576E91-7C71-5036-49BC-D2CAB95CEE89}"/>
              </a:ext>
            </a:extLst>
          </p:cNvPr>
          <p:cNvSpPr>
            <a:spLocks noGrp="1"/>
          </p:cNvSpPr>
          <p:nvPr>
            <p:ph type="body" sz="quarter" idx="21" hasCustomPrompt="1"/>
          </p:nvPr>
        </p:nvSpPr>
        <p:spPr>
          <a:xfrm>
            <a:off x="252879" y="850163"/>
            <a:ext cx="11637583" cy="400426"/>
          </a:xfrm>
          <a:prstGeom prst="rect">
            <a:avLst/>
          </a:prstGeom>
        </p:spPr>
        <p:txBody>
          <a:bodyPr/>
          <a:lstStyle>
            <a:lvl1pPr>
              <a:defRPr sz="2000" b="0">
                <a:solidFill>
                  <a:schemeClr val="accent2"/>
                </a:solidFill>
              </a:defRPr>
            </a:lvl1pPr>
          </a:lstStyle>
          <a:p>
            <a:pPr lvl="0"/>
            <a:r>
              <a:rPr lang="en-US" dirty="0"/>
              <a:t>Optional Subheading</a:t>
            </a:r>
          </a:p>
        </p:txBody>
      </p:sp>
      <p:pic>
        <p:nvPicPr>
          <p:cNvPr id="5" name="Picture 4" descr="A blue and black logo&#10;&#10;AI-generated content may be incorrect.">
            <a:extLst>
              <a:ext uri="{FF2B5EF4-FFF2-40B4-BE49-F238E27FC236}">
                <a16:creationId xmlns:a16="http://schemas.microsoft.com/office/drawing/2014/main" id="{9F32BBF5-332F-D5EC-9CFD-D1CED34BF786}"/>
              </a:ext>
            </a:extLst>
          </p:cNvPr>
          <p:cNvPicPr>
            <a:picLocks noChangeAspect="1"/>
          </p:cNvPicPr>
          <p:nvPr userDrawn="1"/>
        </p:nvPicPr>
        <p:blipFill>
          <a:blip r:embed="rId3"/>
          <a:stretch>
            <a:fillRect/>
          </a:stretch>
        </p:blipFill>
        <p:spPr>
          <a:xfrm>
            <a:off x="10983861" y="6549780"/>
            <a:ext cx="924065" cy="357025"/>
          </a:xfrm>
          <a:prstGeom prst="rect">
            <a:avLst/>
          </a:prstGeom>
        </p:spPr>
      </p:pic>
    </p:spTree>
    <p:extLst>
      <p:ext uri="{BB962C8B-B14F-4D97-AF65-F5344CB8AC3E}">
        <p14:creationId xmlns:p14="http://schemas.microsoft.com/office/powerpoint/2010/main" val="23765104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vy header_horizontal_white and navy">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5BBE77-57E1-C83A-49A5-1E133537A276}"/>
              </a:ext>
            </a:extLst>
          </p:cNvPr>
          <p:cNvSpPr/>
          <p:nvPr userDrawn="1"/>
        </p:nvSpPr>
        <p:spPr>
          <a:xfrm>
            <a:off x="0" y="1"/>
            <a:ext cx="12192000" cy="4181802"/>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A0"/>
              </a:solidFill>
              <a:effectLst/>
              <a:uLnTx/>
              <a:uFillTx/>
              <a:latin typeface="Segoe UI"/>
              <a:ea typeface="+mn-ea"/>
              <a:cs typeface="+mn-cs"/>
            </a:endParaRPr>
          </a:p>
        </p:txBody>
      </p:sp>
      <p:sp>
        <p:nvSpPr>
          <p:cNvPr id="9" name="Rectangle 8">
            <a:extLst>
              <a:ext uri="{FF2B5EF4-FFF2-40B4-BE49-F238E27FC236}">
                <a16:creationId xmlns:a16="http://schemas.microsoft.com/office/drawing/2014/main" id="{75EC2E3C-1452-2CF0-2D31-0AA7112AA01E}"/>
              </a:ext>
            </a:extLst>
          </p:cNvPr>
          <p:cNvSpPr/>
          <p:nvPr userDrawn="1"/>
        </p:nvSpPr>
        <p:spPr>
          <a:xfrm>
            <a:off x="0" y="0"/>
            <a:ext cx="12192000" cy="152553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1"/>
              </a:solidFill>
            </a:endParaRPr>
          </a:p>
        </p:txBody>
      </p:sp>
      <p:sp>
        <p:nvSpPr>
          <p:cNvPr id="4" name="Text Placeholder 3">
            <a:extLst>
              <a:ext uri="{FF2B5EF4-FFF2-40B4-BE49-F238E27FC236}">
                <a16:creationId xmlns:a16="http://schemas.microsoft.com/office/drawing/2014/main" id="{98B9546B-2A81-FAEA-1971-63CAAE0CA57A}"/>
              </a:ext>
            </a:extLst>
          </p:cNvPr>
          <p:cNvSpPr>
            <a:spLocks noGrp="1"/>
          </p:cNvSpPr>
          <p:nvPr>
            <p:ph type="body" sz="quarter" idx="20" hasCustomPrompt="1"/>
          </p:nvPr>
        </p:nvSpPr>
        <p:spPr>
          <a:xfrm>
            <a:off x="252879" y="334029"/>
            <a:ext cx="11637583" cy="472794"/>
          </a:xfrm>
          <a:prstGeom prst="rect">
            <a:avLst/>
          </a:prstGeom>
        </p:spPr>
        <p:txBody>
          <a:bodyPr/>
          <a:lstStyle>
            <a:lvl1pPr>
              <a:defRPr sz="3600" b="1">
                <a:solidFill>
                  <a:schemeClr val="bg1"/>
                </a:solidFill>
              </a:defRPr>
            </a:lvl1pPr>
          </a:lstStyle>
          <a:p>
            <a:pPr lvl="0"/>
            <a:r>
              <a:rPr lang="en-US" dirty="0"/>
              <a:t>HEADER</a:t>
            </a:r>
          </a:p>
        </p:txBody>
      </p:sp>
      <p:sp>
        <p:nvSpPr>
          <p:cNvPr id="6" name="Text Placeholder 3">
            <a:extLst>
              <a:ext uri="{FF2B5EF4-FFF2-40B4-BE49-F238E27FC236}">
                <a16:creationId xmlns:a16="http://schemas.microsoft.com/office/drawing/2014/main" id="{6A807C4D-F297-A648-D0E5-4BE792A4DF57}"/>
              </a:ext>
            </a:extLst>
          </p:cNvPr>
          <p:cNvSpPr>
            <a:spLocks noGrp="1"/>
          </p:cNvSpPr>
          <p:nvPr>
            <p:ph type="body" sz="quarter" idx="22" hasCustomPrompt="1"/>
          </p:nvPr>
        </p:nvSpPr>
        <p:spPr>
          <a:xfrm>
            <a:off x="252879" y="1996433"/>
            <a:ext cx="5430745" cy="1302218"/>
          </a:xfrm>
          <a:prstGeom prst="rect">
            <a:avLst/>
          </a:prstGeom>
        </p:spPr>
        <p:txBody>
          <a:bodyPr/>
          <a:lstStyle>
            <a:lvl1pPr>
              <a:defRPr sz="1800" b="0">
                <a:solidFill>
                  <a:schemeClr val="tx1"/>
                </a:solidFill>
              </a:defRPr>
            </a:lvl1pPr>
          </a:lstStyle>
          <a:p>
            <a:pPr lvl="0"/>
            <a:r>
              <a:rPr lang="en-US"/>
              <a:t>Body Text</a:t>
            </a:r>
          </a:p>
        </p:txBody>
      </p:sp>
      <p:sp>
        <p:nvSpPr>
          <p:cNvPr id="7" name="Text Placeholder 3">
            <a:extLst>
              <a:ext uri="{FF2B5EF4-FFF2-40B4-BE49-F238E27FC236}">
                <a16:creationId xmlns:a16="http://schemas.microsoft.com/office/drawing/2014/main" id="{158366D3-0CD5-73FA-4AC1-52E0803FAA26}"/>
              </a:ext>
            </a:extLst>
          </p:cNvPr>
          <p:cNvSpPr>
            <a:spLocks noGrp="1"/>
          </p:cNvSpPr>
          <p:nvPr>
            <p:ph type="body" sz="quarter" idx="23" hasCustomPrompt="1"/>
          </p:nvPr>
        </p:nvSpPr>
        <p:spPr>
          <a:xfrm>
            <a:off x="6283138" y="1995029"/>
            <a:ext cx="5430745" cy="1302218"/>
          </a:xfrm>
          <a:prstGeom prst="rect">
            <a:avLst/>
          </a:prstGeom>
        </p:spPr>
        <p:txBody>
          <a:bodyPr/>
          <a:lstStyle>
            <a:lvl1pPr>
              <a:defRPr sz="1800" b="0">
                <a:solidFill>
                  <a:schemeClr val="tx1"/>
                </a:solidFill>
              </a:defRPr>
            </a:lvl1pPr>
          </a:lstStyle>
          <a:p>
            <a:pPr lvl="0"/>
            <a:r>
              <a:rPr lang="en-US" dirty="0"/>
              <a:t>Body Text</a:t>
            </a:r>
          </a:p>
        </p:txBody>
      </p:sp>
      <p:sp>
        <p:nvSpPr>
          <p:cNvPr id="8" name="Slide Number Placeholder 5">
            <a:extLst>
              <a:ext uri="{FF2B5EF4-FFF2-40B4-BE49-F238E27FC236}">
                <a16:creationId xmlns:a16="http://schemas.microsoft.com/office/drawing/2014/main" id="{3B45A491-AFF9-3457-68C5-1FE27924AE44}"/>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
        <p:nvSpPr>
          <p:cNvPr id="3" name="Text Placeholder 3">
            <a:extLst>
              <a:ext uri="{FF2B5EF4-FFF2-40B4-BE49-F238E27FC236}">
                <a16:creationId xmlns:a16="http://schemas.microsoft.com/office/drawing/2014/main" id="{6A484E9F-8188-4F54-F221-DB72D5B876E2}"/>
              </a:ext>
            </a:extLst>
          </p:cNvPr>
          <p:cNvSpPr>
            <a:spLocks noGrp="1"/>
          </p:cNvSpPr>
          <p:nvPr>
            <p:ph type="body" sz="quarter" idx="21" hasCustomPrompt="1"/>
          </p:nvPr>
        </p:nvSpPr>
        <p:spPr>
          <a:xfrm>
            <a:off x="252879" y="850163"/>
            <a:ext cx="11637583" cy="400426"/>
          </a:xfrm>
          <a:prstGeom prst="rect">
            <a:avLst/>
          </a:prstGeom>
        </p:spPr>
        <p:txBody>
          <a:bodyPr/>
          <a:lstStyle>
            <a:lvl1pPr>
              <a:defRPr sz="2000" b="0">
                <a:solidFill>
                  <a:schemeClr val="accent2"/>
                </a:solidFill>
              </a:defRPr>
            </a:lvl1pPr>
          </a:lstStyle>
          <a:p>
            <a:pPr lvl="0"/>
            <a:r>
              <a:rPr lang="en-US" dirty="0"/>
              <a:t>Optional Subheading</a:t>
            </a:r>
          </a:p>
        </p:txBody>
      </p:sp>
      <p:pic>
        <p:nvPicPr>
          <p:cNvPr id="5" name="Picture 4" descr="A blue and black logo&#10;&#10;AI-generated content may be incorrect.">
            <a:extLst>
              <a:ext uri="{FF2B5EF4-FFF2-40B4-BE49-F238E27FC236}">
                <a16:creationId xmlns:a16="http://schemas.microsoft.com/office/drawing/2014/main" id="{2525936D-2C54-53A3-FEDC-E66F1F6251D8}"/>
              </a:ext>
            </a:extLst>
          </p:cNvPr>
          <p:cNvPicPr>
            <a:picLocks noChangeAspect="1"/>
          </p:cNvPicPr>
          <p:nvPr userDrawn="1"/>
        </p:nvPicPr>
        <p:blipFill>
          <a:blip r:embed="rId2"/>
          <a:stretch>
            <a:fillRect/>
          </a:stretch>
        </p:blipFill>
        <p:spPr>
          <a:xfrm>
            <a:off x="10983861" y="6549780"/>
            <a:ext cx="924065" cy="357025"/>
          </a:xfrm>
          <a:prstGeom prst="rect">
            <a:avLst/>
          </a:prstGeom>
        </p:spPr>
      </p:pic>
    </p:spTree>
    <p:extLst>
      <p:ext uri="{BB962C8B-B14F-4D97-AF65-F5344CB8AC3E}">
        <p14:creationId xmlns:p14="http://schemas.microsoft.com/office/powerpoint/2010/main" val="36889297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alf_L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5BBE77-57E1-C83A-49A5-1E133537A276}"/>
              </a:ext>
            </a:extLst>
          </p:cNvPr>
          <p:cNvSpPr/>
          <p:nvPr userDrawn="1"/>
        </p:nvSpPr>
        <p:spPr>
          <a:xfrm>
            <a:off x="6096000" y="1"/>
            <a:ext cx="6096000"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A0"/>
              </a:solidFill>
              <a:effectLst/>
              <a:uLnTx/>
              <a:uFillTx/>
              <a:latin typeface="Segoe UI"/>
              <a:ea typeface="+mn-ea"/>
              <a:cs typeface="+mn-cs"/>
            </a:endParaRPr>
          </a:p>
        </p:txBody>
      </p:sp>
      <p:sp>
        <p:nvSpPr>
          <p:cNvPr id="4" name="Text Placeholder 3">
            <a:extLst>
              <a:ext uri="{FF2B5EF4-FFF2-40B4-BE49-F238E27FC236}">
                <a16:creationId xmlns:a16="http://schemas.microsoft.com/office/drawing/2014/main" id="{98B9546B-2A81-FAEA-1971-63CAAE0CA57A}"/>
              </a:ext>
            </a:extLst>
          </p:cNvPr>
          <p:cNvSpPr>
            <a:spLocks noGrp="1"/>
          </p:cNvSpPr>
          <p:nvPr>
            <p:ph type="body" sz="quarter" idx="20" hasCustomPrompt="1"/>
          </p:nvPr>
        </p:nvSpPr>
        <p:spPr>
          <a:xfrm>
            <a:off x="252879" y="334029"/>
            <a:ext cx="5529124" cy="472794"/>
          </a:xfrm>
          <a:prstGeom prst="rect">
            <a:avLst/>
          </a:prstGeom>
        </p:spPr>
        <p:txBody>
          <a:bodyPr/>
          <a:lstStyle>
            <a:lvl1pPr>
              <a:defRPr sz="3600" b="1">
                <a:solidFill>
                  <a:schemeClr val="tx1"/>
                </a:solidFill>
              </a:defRPr>
            </a:lvl1pPr>
          </a:lstStyle>
          <a:p>
            <a:pPr lvl="0"/>
            <a:r>
              <a:rPr lang="en-US"/>
              <a:t>HEADER</a:t>
            </a:r>
          </a:p>
        </p:txBody>
      </p:sp>
      <p:sp>
        <p:nvSpPr>
          <p:cNvPr id="5" name="Text Placeholder 3">
            <a:extLst>
              <a:ext uri="{FF2B5EF4-FFF2-40B4-BE49-F238E27FC236}">
                <a16:creationId xmlns:a16="http://schemas.microsoft.com/office/drawing/2014/main" id="{4303C600-FDEF-8BAE-4300-C162C2F1C937}"/>
              </a:ext>
            </a:extLst>
          </p:cNvPr>
          <p:cNvSpPr>
            <a:spLocks noGrp="1"/>
          </p:cNvSpPr>
          <p:nvPr>
            <p:ph type="body" sz="quarter" idx="21" hasCustomPrompt="1"/>
          </p:nvPr>
        </p:nvSpPr>
        <p:spPr>
          <a:xfrm>
            <a:off x="252879" y="850163"/>
            <a:ext cx="5529124" cy="400426"/>
          </a:xfrm>
          <a:prstGeom prst="rect">
            <a:avLst/>
          </a:prstGeom>
        </p:spPr>
        <p:txBody>
          <a:bodyPr/>
          <a:lstStyle>
            <a:lvl1pPr>
              <a:defRPr sz="2000" b="0">
                <a:solidFill>
                  <a:schemeClr val="bg1">
                    <a:lumMod val="50000"/>
                  </a:schemeClr>
                </a:solidFill>
              </a:defRPr>
            </a:lvl1pPr>
          </a:lstStyle>
          <a:p>
            <a:pPr lvl="0"/>
            <a:r>
              <a:rPr lang="en-US" dirty="0"/>
              <a:t>Optional Subheading</a:t>
            </a:r>
          </a:p>
        </p:txBody>
      </p:sp>
      <p:sp>
        <p:nvSpPr>
          <p:cNvPr id="6" name="Text Placeholder 3">
            <a:extLst>
              <a:ext uri="{FF2B5EF4-FFF2-40B4-BE49-F238E27FC236}">
                <a16:creationId xmlns:a16="http://schemas.microsoft.com/office/drawing/2014/main" id="{6A807C4D-F297-A648-D0E5-4BE792A4DF57}"/>
              </a:ext>
            </a:extLst>
          </p:cNvPr>
          <p:cNvSpPr>
            <a:spLocks noGrp="1"/>
          </p:cNvSpPr>
          <p:nvPr>
            <p:ph type="body" sz="quarter" idx="22" hasCustomPrompt="1"/>
          </p:nvPr>
        </p:nvSpPr>
        <p:spPr>
          <a:xfrm>
            <a:off x="252879" y="1279617"/>
            <a:ext cx="5529124" cy="1302218"/>
          </a:xfrm>
          <a:prstGeom prst="rect">
            <a:avLst/>
          </a:prstGeom>
        </p:spPr>
        <p:txBody>
          <a:bodyPr/>
          <a:lstStyle>
            <a:lvl1pPr>
              <a:defRPr sz="1800" b="0">
                <a:solidFill>
                  <a:schemeClr val="tx1"/>
                </a:solidFill>
              </a:defRPr>
            </a:lvl1pPr>
          </a:lstStyle>
          <a:p>
            <a:pPr lvl="0"/>
            <a:r>
              <a:rPr lang="en-US"/>
              <a:t>Body Text</a:t>
            </a:r>
          </a:p>
        </p:txBody>
      </p:sp>
      <p:sp>
        <p:nvSpPr>
          <p:cNvPr id="7" name="Text Placeholder 3">
            <a:extLst>
              <a:ext uri="{FF2B5EF4-FFF2-40B4-BE49-F238E27FC236}">
                <a16:creationId xmlns:a16="http://schemas.microsoft.com/office/drawing/2014/main" id="{158366D3-0CD5-73FA-4AC1-52E0803FAA26}"/>
              </a:ext>
            </a:extLst>
          </p:cNvPr>
          <p:cNvSpPr>
            <a:spLocks noGrp="1"/>
          </p:cNvSpPr>
          <p:nvPr>
            <p:ph type="body" sz="quarter" idx="23" hasCustomPrompt="1"/>
          </p:nvPr>
        </p:nvSpPr>
        <p:spPr>
          <a:xfrm>
            <a:off x="6432331" y="334029"/>
            <a:ext cx="5281552" cy="1302218"/>
          </a:xfrm>
          <a:prstGeom prst="rect">
            <a:avLst/>
          </a:prstGeom>
        </p:spPr>
        <p:txBody>
          <a:bodyPr/>
          <a:lstStyle>
            <a:lvl1pPr>
              <a:defRPr sz="1800" b="0">
                <a:solidFill>
                  <a:schemeClr val="bg1"/>
                </a:solidFill>
              </a:defRPr>
            </a:lvl1pPr>
          </a:lstStyle>
          <a:p>
            <a:pPr lvl="0"/>
            <a:r>
              <a:rPr lang="en-US" dirty="0"/>
              <a:t>Body Text</a:t>
            </a:r>
          </a:p>
        </p:txBody>
      </p:sp>
      <p:pic>
        <p:nvPicPr>
          <p:cNvPr id="3" name="Picture 2" descr="A white letter on a black background&#10;&#10;Description automatically generated">
            <a:extLst>
              <a:ext uri="{FF2B5EF4-FFF2-40B4-BE49-F238E27FC236}">
                <a16:creationId xmlns:a16="http://schemas.microsoft.com/office/drawing/2014/main" id="{C61579D1-BB64-0034-0B34-A926EBE6C2F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94795" y="6640504"/>
            <a:ext cx="895667" cy="145267"/>
          </a:xfrm>
          <a:prstGeom prst="rect">
            <a:avLst/>
          </a:prstGeom>
        </p:spPr>
      </p:pic>
      <p:sp>
        <p:nvSpPr>
          <p:cNvPr id="8" name="Slide Number Placeholder 5">
            <a:extLst>
              <a:ext uri="{FF2B5EF4-FFF2-40B4-BE49-F238E27FC236}">
                <a16:creationId xmlns:a16="http://schemas.microsoft.com/office/drawing/2014/main" id="{3B45A491-AFF9-3457-68C5-1FE27924AE44}"/>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Tree>
    <p:extLst>
      <p:ext uri="{BB962C8B-B14F-4D97-AF65-F5344CB8AC3E}">
        <p14:creationId xmlns:p14="http://schemas.microsoft.com/office/powerpoint/2010/main" val="24128118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alf_Grey">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5BBE77-57E1-C83A-49A5-1E133537A276}"/>
              </a:ext>
            </a:extLst>
          </p:cNvPr>
          <p:cNvSpPr/>
          <p:nvPr userDrawn="1"/>
        </p:nvSpPr>
        <p:spPr>
          <a:xfrm>
            <a:off x="6096000" y="1"/>
            <a:ext cx="6096000"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A0"/>
              </a:solidFill>
              <a:effectLst/>
              <a:uLnTx/>
              <a:uFillTx/>
              <a:latin typeface="Segoe UI"/>
              <a:ea typeface="+mn-ea"/>
              <a:cs typeface="+mn-cs"/>
            </a:endParaRPr>
          </a:p>
        </p:txBody>
      </p:sp>
      <p:sp>
        <p:nvSpPr>
          <p:cNvPr id="4" name="Text Placeholder 3">
            <a:extLst>
              <a:ext uri="{FF2B5EF4-FFF2-40B4-BE49-F238E27FC236}">
                <a16:creationId xmlns:a16="http://schemas.microsoft.com/office/drawing/2014/main" id="{98B9546B-2A81-FAEA-1971-63CAAE0CA57A}"/>
              </a:ext>
            </a:extLst>
          </p:cNvPr>
          <p:cNvSpPr>
            <a:spLocks noGrp="1"/>
          </p:cNvSpPr>
          <p:nvPr>
            <p:ph type="body" sz="quarter" idx="20" hasCustomPrompt="1"/>
          </p:nvPr>
        </p:nvSpPr>
        <p:spPr>
          <a:xfrm>
            <a:off x="252879" y="334029"/>
            <a:ext cx="5552142" cy="472794"/>
          </a:xfrm>
          <a:prstGeom prst="rect">
            <a:avLst/>
          </a:prstGeom>
        </p:spPr>
        <p:txBody>
          <a:bodyPr/>
          <a:lstStyle>
            <a:lvl1pPr>
              <a:defRPr sz="3600" b="1">
                <a:solidFill>
                  <a:schemeClr val="tx1"/>
                </a:solidFill>
              </a:defRPr>
            </a:lvl1pPr>
          </a:lstStyle>
          <a:p>
            <a:pPr lvl="0"/>
            <a:r>
              <a:rPr lang="en-US"/>
              <a:t>HEADER</a:t>
            </a:r>
          </a:p>
        </p:txBody>
      </p:sp>
      <p:sp>
        <p:nvSpPr>
          <p:cNvPr id="5" name="Text Placeholder 3">
            <a:extLst>
              <a:ext uri="{FF2B5EF4-FFF2-40B4-BE49-F238E27FC236}">
                <a16:creationId xmlns:a16="http://schemas.microsoft.com/office/drawing/2014/main" id="{4303C600-FDEF-8BAE-4300-C162C2F1C937}"/>
              </a:ext>
            </a:extLst>
          </p:cNvPr>
          <p:cNvSpPr>
            <a:spLocks noGrp="1"/>
          </p:cNvSpPr>
          <p:nvPr>
            <p:ph type="body" sz="quarter" idx="21" hasCustomPrompt="1"/>
          </p:nvPr>
        </p:nvSpPr>
        <p:spPr>
          <a:xfrm>
            <a:off x="252879" y="850163"/>
            <a:ext cx="5552142" cy="400426"/>
          </a:xfrm>
          <a:prstGeom prst="rect">
            <a:avLst/>
          </a:prstGeom>
        </p:spPr>
        <p:txBody>
          <a:bodyPr/>
          <a:lstStyle>
            <a:lvl1pPr>
              <a:defRPr sz="2000" b="0">
                <a:solidFill>
                  <a:schemeClr val="tx1">
                    <a:lumMod val="50000"/>
                    <a:lumOff val="50000"/>
                  </a:schemeClr>
                </a:solidFill>
              </a:defRPr>
            </a:lvl1pPr>
          </a:lstStyle>
          <a:p>
            <a:pPr lvl="0"/>
            <a:r>
              <a:rPr lang="en-US" dirty="0"/>
              <a:t>Optional Subheading</a:t>
            </a:r>
          </a:p>
        </p:txBody>
      </p:sp>
      <p:sp>
        <p:nvSpPr>
          <p:cNvPr id="6" name="Text Placeholder 3">
            <a:extLst>
              <a:ext uri="{FF2B5EF4-FFF2-40B4-BE49-F238E27FC236}">
                <a16:creationId xmlns:a16="http://schemas.microsoft.com/office/drawing/2014/main" id="{6A807C4D-F297-A648-D0E5-4BE792A4DF57}"/>
              </a:ext>
            </a:extLst>
          </p:cNvPr>
          <p:cNvSpPr>
            <a:spLocks noGrp="1"/>
          </p:cNvSpPr>
          <p:nvPr>
            <p:ph type="body" sz="quarter" idx="22" hasCustomPrompt="1"/>
          </p:nvPr>
        </p:nvSpPr>
        <p:spPr>
          <a:xfrm>
            <a:off x="252879" y="1279617"/>
            <a:ext cx="5552142" cy="1302218"/>
          </a:xfrm>
          <a:prstGeom prst="rect">
            <a:avLst/>
          </a:prstGeom>
        </p:spPr>
        <p:txBody>
          <a:bodyPr/>
          <a:lstStyle>
            <a:lvl1pPr>
              <a:defRPr sz="1800" b="0">
                <a:solidFill>
                  <a:schemeClr val="tx1"/>
                </a:solidFill>
              </a:defRPr>
            </a:lvl1pPr>
          </a:lstStyle>
          <a:p>
            <a:pPr lvl="0"/>
            <a:r>
              <a:rPr lang="en-US" dirty="0"/>
              <a:t>Body Text</a:t>
            </a:r>
          </a:p>
        </p:txBody>
      </p:sp>
      <p:sp>
        <p:nvSpPr>
          <p:cNvPr id="7" name="Text Placeholder 3">
            <a:extLst>
              <a:ext uri="{FF2B5EF4-FFF2-40B4-BE49-F238E27FC236}">
                <a16:creationId xmlns:a16="http://schemas.microsoft.com/office/drawing/2014/main" id="{158366D3-0CD5-73FA-4AC1-52E0803FAA26}"/>
              </a:ext>
            </a:extLst>
          </p:cNvPr>
          <p:cNvSpPr>
            <a:spLocks noGrp="1"/>
          </p:cNvSpPr>
          <p:nvPr>
            <p:ph type="body" sz="quarter" idx="23" hasCustomPrompt="1"/>
          </p:nvPr>
        </p:nvSpPr>
        <p:spPr>
          <a:xfrm>
            <a:off x="6388976" y="334029"/>
            <a:ext cx="5324907" cy="1302218"/>
          </a:xfrm>
          <a:prstGeom prst="rect">
            <a:avLst/>
          </a:prstGeom>
        </p:spPr>
        <p:txBody>
          <a:bodyPr/>
          <a:lstStyle>
            <a:lvl1pPr>
              <a:defRPr sz="1800" b="0">
                <a:solidFill>
                  <a:schemeClr val="bg1"/>
                </a:solidFill>
              </a:defRPr>
            </a:lvl1pPr>
          </a:lstStyle>
          <a:p>
            <a:pPr lvl="0"/>
            <a:r>
              <a:rPr lang="en-US" dirty="0"/>
              <a:t>Body Text</a:t>
            </a:r>
          </a:p>
        </p:txBody>
      </p:sp>
      <p:pic>
        <p:nvPicPr>
          <p:cNvPr id="3" name="Picture 2" descr="A white letter on a black background&#10;&#10;Description automatically generated">
            <a:extLst>
              <a:ext uri="{FF2B5EF4-FFF2-40B4-BE49-F238E27FC236}">
                <a16:creationId xmlns:a16="http://schemas.microsoft.com/office/drawing/2014/main" id="{C61579D1-BB64-0034-0B34-A926EBE6C2F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94795" y="6640504"/>
            <a:ext cx="895667" cy="145267"/>
          </a:xfrm>
          <a:prstGeom prst="rect">
            <a:avLst/>
          </a:prstGeom>
        </p:spPr>
      </p:pic>
      <p:sp>
        <p:nvSpPr>
          <p:cNvPr id="8" name="Slide Number Placeholder 5">
            <a:extLst>
              <a:ext uri="{FF2B5EF4-FFF2-40B4-BE49-F238E27FC236}">
                <a16:creationId xmlns:a16="http://schemas.microsoft.com/office/drawing/2014/main" id="{3B45A491-AFF9-3457-68C5-1FE27924AE44}"/>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Tree>
    <p:extLst>
      <p:ext uri="{BB962C8B-B14F-4D97-AF65-F5344CB8AC3E}">
        <p14:creationId xmlns:p14="http://schemas.microsoft.com/office/powerpoint/2010/main" val="36886618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hird_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852ED9D-A47B-439C-9538-591DEFF73947}"/>
              </a:ext>
            </a:extLst>
          </p:cNvPr>
          <p:cNvSpPr/>
          <p:nvPr userDrawn="1"/>
        </p:nvSpPr>
        <p:spPr bwMode="white">
          <a:xfrm flipH="1">
            <a:off x="8176828" y="0"/>
            <a:ext cx="4015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rtl="0"/>
            <a:endParaRPr lang="en-US" sz="1200" dirty="0">
              <a:solidFill>
                <a:schemeClr val="bg1"/>
              </a:solidFill>
              <a:latin typeface="+mn-lt"/>
              <a:ea typeface="+mn-ea"/>
              <a:cs typeface="+mn-cs"/>
              <a:sym typeface="+mn-lt"/>
            </a:endParaRPr>
          </a:p>
        </p:txBody>
      </p:sp>
      <p:sp>
        <p:nvSpPr>
          <p:cNvPr id="14" name="Text Placeholder 3">
            <a:extLst>
              <a:ext uri="{FF2B5EF4-FFF2-40B4-BE49-F238E27FC236}">
                <a16:creationId xmlns:a16="http://schemas.microsoft.com/office/drawing/2014/main" id="{C10209AB-BC5D-5639-995B-AA00B6DF58C3}"/>
              </a:ext>
            </a:extLst>
          </p:cNvPr>
          <p:cNvSpPr>
            <a:spLocks noGrp="1"/>
          </p:cNvSpPr>
          <p:nvPr>
            <p:ph type="body" sz="quarter" idx="20" hasCustomPrompt="1"/>
          </p:nvPr>
        </p:nvSpPr>
        <p:spPr>
          <a:xfrm>
            <a:off x="252879" y="334029"/>
            <a:ext cx="7659968" cy="472794"/>
          </a:xfrm>
          <a:prstGeom prst="rect">
            <a:avLst/>
          </a:prstGeom>
        </p:spPr>
        <p:txBody>
          <a:bodyPr/>
          <a:lstStyle>
            <a:lvl1pPr>
              <a:defRPr sz="3600" b="1">
                <a:solidFill>
                  <a:schemeClr val="tx1"/>
                </a:solidFill>
              </a:defRPr>
            </a:lvl1pPr>
          </a:lstStyle>
          <a:p>
            <a:pPr lvl="0"/>
            <a:r>
              <a:rPr lang="en-US"/>
              <a:t>HEADER</a:t>
            </a:r>
          </a:p>
        </p:txBody>
      </p:sp>
      <p:sp>
        <p:nvSpPr>
          <p:cNvPr id="15" name="Text Placeholder 3">
            <a:extLst>
              <a:ext uri="{FF2B5EF4-FFF2-40B4-BE49-F238E27FC236}">
                <a16:creationId xmlns:a16="http://schemas.microsoft.com/office/drawing/2014/main" id="{4876C07F-C862-8F33-3AA1-1D7696D373FE}"/>
              </a:ext>
            </a:extLst>
          </p:cNvPr>
          <p:cNvSpPr>
            <a:spLocks noGrp="1"/>
          </p:cNvSpPr>
          <p:nvPr>
            <p:ph type="body" sz="quarter" idx="21" hasCustomPrompt="1"/>
          </p:nvPr>
        </p:nvSpPr>
        <p:spPr>
          <a:xfrm>
            <a:off x="252879" y="850163"/>
            <a:ext cx="7659968" cy="400426"/>
          </a:xfrm>
          <a:prstGeom prst="rect">
            <a:avLst/>
          </a:prstGeom>
        </p:spPr>
        <p:txBody>
          <a:bodyPr/>
          <a:lstStyle>
            <a:lvl1pPr>
              <a:defRPr sz="2000" b="0">
                <a:solidFill>
                  <a:schemeClr val="bg1">
                    <a:lumMod val="50000"/>
                  </a:schemeClr>
                </a:solidFill>
              </a:defRPr>
            </a:lvl1pPr>
          </a:lstStyle>
          <a:p>
            <a:pPr lvl="0"/>
            <a:r>
              <a:rPr lang="en-US" dirty="0"/>
              <a:t>Optional Subheading</a:t>
            </a:r>
          </a:p>
        </p:txBody>
      </p:sp>
      <p:sp>
        <p:nvSpPr>
          <p:cNvPr id="17" name="Text Placeholder 3">
            <a:extLst>
              <a:ext uri="{FF2B5EF4-FFF2-40B4-BE49-F238E27FC236}">
                <a16:creationId xmlns:a16="http://schemas.microsoft.com/office/drawing/2014/main" id="{CCB82393-18FF-E10B-4F59-4DCC8D63A136}"/>
              </a:ext>
            </a:extLst>
          </p:cNvPr>
          <p:cNvSpPr>
            <a:spLocks noGrp="1"/>
          </p:cNvSpPr>
          <p:nvPr>
            <p:ph type="body" sz="quarter" idx="23" hasCustomPrompt="1"/>
          </p:nvPr>
        </p:nvSpPr>
        <p:spPr>
          <a:xfrm>
            <a:off x="8429706" y="334029"/>
            <a:ext cx="3447856" cy="1302218"/>
          </a:xfrm>
          <a:prstGeom prst="rect">
            <a:avLst/>
          </a:prstGeom>
        </p:spPr>
        <p:txBody>
          <a:bodyPr/>
          <a:lstStyle>
            <a:lvl1pPr>
              <a:defRPr sz="1800" b="0">
                <a:solidFill>
                  <a:schemeClr val="bg2"/>
                </a:solidFill>
              </a:defRPr>
            </a:lvl1pPr>
          </a:lstStyle>
          <a:p>
            <a:pPr lvl="0"/>
            <a:r>
              <a:rPr lang="en-US"/>
              <a:t>Body Text</a:t>
            </a:r>
          </a:p>
        </p:txBody>
      </p:sp>
      <p:sp>
        <p:nvSpPr>
          <p:cNvPr id="18" name="Text Placeholder 3">
            <a:extLst>
              <a:ext uri="{FF2B5EF4-FFF2-40B4-BE49-F238E27FC236}">
                <a16:creationId xmlns:a16="http://schemas.microsoft.com/office/drawing/2014/main" id="{81A7B140-662B-DC94-6405-EE68EDC9D0C5}"/>
              </a:ext>
            </a:extLst>
          </p:cNvPr>
          <p:cNvSpPr>
            <a:spLocks noGrp="1"/>
          </p:cNvSpPr>
          <p:nvPr>
            <p:ph type="body" sz="quarter" idx="24" hasCustomPrompt="1"/>
          </p:nvPr>
        </p:nvSpPr>
        <p:spPr>
          <a:xfrm>
            <a:off x="4147672" y="1279617"/>
            <a:ext cx="3765176" cy="1302218"/>
          </a:xfrm>
          <a:prstGeom prst="rect">
            <a:avLst/>
          </a:prstGeom>
        </p:spPr>
        <p:txBody>
          <a:bodyPr/>
          <a:lstStyle>
            <a:lvl1pPr>
              <a:defRPr sz="1800" b="0">
                <a:solidFill>
                  <a:schemeClr val="tx1"/>
                </a:solidFill>
              </a:defRPr>
            </a:lvl1pPr>
          </a:lstStyle>
          <a:p>
            <a:pPr lvl="0"/>
            <a:r>
              <a:rPr lang="en-US"/>
              <a:t>Body Text</a:t>
            </a:r>
          </a:p>
        </p:txBody>
      </p:sp>
      <p:sp>
        <p:nvSpPr>
          <p:cNvPr id="19" name="Text Placeholder 3">
            <a:extLst>
              <a:ext uri="{FF2B5EF4-FFF2-40B4-BE49-F238E27FC236}">
                <a16:creationId xmlns:a16="http://schemas.microsoft.com/office/drawing/2014/main" id="{425DC67A-5A45-CB62-FF19-EFC609DA1E5F}"/>
              </a:ext>
            </a:extLst>
          </p:cNvPr>
          <p:cNvSpPr>
            <a:spLocks noGrp="1"/>
          </p:cNvSpPr>
          <p:nvPr>
            <p:ph type="body" sz="quarter" idx="25" hasCustomPrompt="1"/>
          </p:nvPr>
        </p:nvSpPr>
        <p:spPr>
          <a:xfrm>
            <a:off x="256057" y="1279617"/>
            <a:ext cx="3765176" cy="1302218"/>
          </a:xfrm>
          <a:prstGeom prst="rect">
            <a:avLst/>
          </a:prstGeom>
        </p:spPr>
        <p:txBody>
          <a:bodyPr/>
          <a:lstStyle>
            <a:lvl1pPr>
              <a:defRPr sz="1800" b="0">
                <a:solidFill>
                  <a:schemeClr val="tx1"/>
                </a:solidFill>
              </a:defRPr>
            </a:lvl1pPr>
          </a:lstStyle>
          <a:p>
            <a:pPr lvl="0"/>
            <a:r>
              <a:rPr lang="en-US"/>
              <a:t>Body Text</a:t>
            </a:r>
          </a:p>
        </p:txBody>
      </p:sp>
      <p:pic>
        <p:nvPicPr>
          <p:cNvPr id="2" name="Picture 1" descr="A white letter on a black background&#10;&#10;Description automatically generated">
            <a:extLst>
              <a:ext uri="{FF2B5EF4-FFF2-40B4-BE49-F238E27FC236}">
                <a16:creationId xmlns:a16="http://schemas.microsoft.com/office/drawing/2014/main" id="{BC8AA433-2DBB-7B92-6617-F9900D37438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94795" y="6640504"/>
            <a:ext cx="895667" cy="145267"/>
          </a:xfrm>
          <a:prstGeom prst="rect">
            <a:avLst/>
          </a:prstGeom>
        </p:spPr>
      </p:pic>
      <p:sp>
        <p:nvSpPr>
          <p:cNvPr id="4" name="Slide Number Placeholder 5">
            <a:extLst>
              <a:ext uri="{FF2B5EF4-FFF2-40B4-BE49-F238E27FC236}">
                <a16:creationId xmlns:a16="http://schemas.microsoft.com/office/drawing/2014/main" id="{5F050514-7106-E773-8C50-A6D55BF20857}"/>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Tree>
    <p:extLst>
      <p:ext uri="{BB962C8B-B14F-4D97-AF65-F5344CB8AC3E}">
        <p14:creationId xmlns:p14="http://schemas.microsoft.com/office/powerpoint/2010/main" val="26826314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arter_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078545-1CC2-4F91-AD6A-4A06A58E78E6}"/>
              </a:ext>
            </a:extLst>
          </p:cNvPr>
          <p:cNvSpPr/>
          <p:nvPr userDrawn="1"/>
        </p:nvSpPr>
        <p:spPr bwMode="white">
          <a:xfrm flipH="1">
            <a:off x="9034270" y="0"/>
            <a:ext cx="315772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rtl="0"/>
            <a:endParaRPr lang="en-US" sz="1200">
              <a:solidFill>
                <a:schemeClr val="bg1"/>
              </a:solidFill>
              <a:latin typeface="+mn-lt"/>
              <a:ea typeface="+mn-ea"/>
              <a:cs typeface="+mn-cs"/>
              <a:sym typeface="+mn-lt"/>
            </a:endParaRPr>
          </a:p>
        </p:txBody>
      </p:sp>
      <p:sp>
        <p:nvSpPr>
          <p:cNvPr id="5" name="Text Placeholder 3">
            <a:extLst>
              <a:ext uri="{FF2B5EF4-FFF2-40B4-BE49-F238E27FC236}">
                <a16:creationId xmlns:a16="http://schemas.microsoft.com/office/drawing/2014/main" id="{02644560-B9B3-84ED-6AF8-DA264F052CE3}"/>
              </a:ext>
            </a:extLst>
          </p:cNvPr>
          <p:cNvSpPr>
            <a:spLocks noGrp="1"/>
          </p:cNvSpPr>
          <p:nvPr>
            <p:ph type="body" sz="quarter" idx="20" hasCustomPrompt="1"/>
          </p:nvPr>
        </p:nvSpPr>
        <p:spPr>
          <a:xfrm>
            <a:off x="252879" y="334029"/>
            <a:ext cx="8568392" cy="472794"/>
          </a:xfrm>
          <a:prstGeom prst="rect">
            <a:avLst/>
          </a:prstGeom>
        </p:spPr>
        <p:txBody>
          <a:bodyPr/>
          <a:lstStyle>
            <a:lvl1pPr>
              <a:defRPr sz="3600" b="1">
                <a:solidFill>
                  <a:schemeClr val="tx1"/>
                </a:solidFill>
              </a:defRPr>
            </a:lvl1pPr>
          </a:lstStyle>
          <a:p>
            <a:pPr lvl="0"/>
            <a:r>
              <a:rPr lang="en-US"/>
              <a:t>HEADER</a:t>
            </a:r>
          </a:p>
        </p:txBody>
      </p:sp>
      <p:sp>
        <p:nvSpPr>
          <p:cNvPr id="9" name="Text Placeholder 3">
            <a:extLst>
              <a:ext uri="{FF2B5EF4-FFF2-40B4-BE49-F238E27FC236}">
                <a16:creationId xmlns:a16="http://schemas.microsoft.com/office/drawing/2014/main" id="{F87E85F7-7D0D-F475-DD2A-1421C0103407}"/>
              </a:ext>
            </a:extLst>
          </p:cNvPr>
          <p:cNvSpPr>
            <a:spLocks noGrp="1"/>
          </p:cNvSpPr>
          <p:nvPr>
            <p:ph type="body" sz="quarter" idx="21" hasCustomPrompt="1"/>
          </p:nvPr>
        </p:nvSpPr>
        <p:spPr>
          <a:xfrm>
            <a:off x="252879" y="850163"/>
            <a:ext cx="8568392" cy="400426"/>
          </a:xfrm>
          <a:prstGeom prst="rect">
            <a:avLst/>
          </a:prstGeom>
        </p:spPr>
        <p:txBody>
          <a:bodyPr/>
          <a:lstStyle>
            <a:lvl1pPr>
              <a:defRPr sz="2000" b="0">
                <a:solidFill>
                  <a:schemeClr val="bg1">
                    <a:lumMod val="50000"/>
                  </a:schemeClr>
                </a:solidFill>
              </a:defRPr>
            </a:lvl1pPr>
          </a:lstStyle>
          <a:p>
            <a:pPr lvl="0"/>
            <a:r>
              <a:rPr lang="en-US" dirty="0"/>
              <a:t>Optional Subheading</a:t>
            </a:r>
          </a:p>
        </p:txBody>
      </p:sp>
      <p:sp>
        <p:nvSpPr>
          <p:cNvPr id="13" name="Text Placeholder 3">
            <a:extLst>
              <a:ext uri="{FF2B5EF4-FFF2-40B4-BE49-F238E27FC236}">
                <a16:creationId xmlns:a16="http://schemas.microsoft.com/office/drawing/2014/main" id="{680BA5B0-6E16-3BD2-8EF7-9D14B9CE35A1}"/>
              </a:ext>
            </a:extLst>
          </p:cNvPr>
          <p:cNvSpPr>
            <a:spLocks noGrp="1"/>
          </p:cNvSpPr>
          <p:nvPr>
            <p:ph type="body" sz="quarter" idx="23" hasCustomPrompt="1"/>
          </p:nvPr>
        </p:nvSpPr>
        <p:spPr>
          <a:xfrm>
            <a:off x="4619812" y="1279617"/>
            <a:ext cx="4201459" cy="1302218"/>
          </a:xfrm>
          <a:prstGeom prst="rect">
            <a:avLst/>
          </a:prstGeom>
        </p:spPr>
        <p:txBody>
          <a:bodyPr/>
          <a:lstStyle>
            <a:lvl1pPr>
              <a:defRPr sz="1800" b="0">
                <a:solidFill>
                  <a:schemeClr val="tx1"/>
                </a:solidFill>
              </a:defRPr>
            </a:lvl1pPr>
          </a:lstStyle>
          <a:p>
            <a:pPr lvl="0"/>
            <a:r>
              <a:rPr lang="en-US"/>
              <a:t>Body Text</a:t>
            </a:r>
          </a:p>
        </p:txBody>
      </p:sp>
      <p:sp>
        <p:nvSpPr>
          <p:cNvPr id="14" name="Text Placeholder 3">
            <a:extLst>
              <a:ext uri="{FF2B5EF4-FFF2-40B4-BE49-F238E27FC236}">
                <a16:creationId xmlns:a16="http://schemas.microsoft.com/office/drawing/2014/main" id="{6EFDE5E2-A2B1-4F30-725D-C6378CC05264}"/>
              </a:ext>
            </a:extLst>
          </p:cNvPr>
          <p:cNvSpPr>
            <a:spLocks noGrp="1"/>
          </p:cNvSpPr>
          <p:nvPr>
            <p:ph type="body" sz="quarter" idx="24" hasCustomPrompt="1"/>
          </p:nvPr>
        </p:nvSpPr>
        <p:spPr>
          <a:xfrm>
            <a:off x="252879" y="1279617"/>
            <a:ext cx="4201459" cy="1302218"/>
          </a:xfrm>
          <a:prstGeom prst="rect">
            <a:avLst/>
          </a:prstGeom>
        </p:spPr>
        <p:txBody>
          <a:bodyPr/>
          <a:lstStyle>
            <a:lvl1pPr>
              <a:defRPr sz="1800" b="0">
                <a:solidFill>
                  <a:schemeClr val="tx1"/>
                </a:solidFill>
              </a:defRPr>
            </a:lvl1pPr>
          </a:lstStyle>
          <a:p>
            <a:pPr lvl="0"/>
            <a:r>
              <a:rPr lang="en-US"/>
              <a:t>Body Text</a:t>
            </a:r>
          </a:p>
        </p:txBody>
      </p:sp>
      <p:pic>
        <p:nvPicPr>
          <p:cNvPr id="2" name="Picture 1" descr="A white letter on a black background&#10;&#10;Description automatically generated">
            <a:extLst>
              <a:ext uri="{FF2B5EF4-FFF2-40B4-BE49-F238E27FC236}">
                <a16:creationId xmlns:a16="http://schemas.microsoft.com/office/drawing/2014/main" id="{ADA6CEA4-AEFF-8A6F-AEA1-AED25C2F26E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94795" y="6640504"/>
            <a:ext cx="895667" cy="145267"/>
          </a:xfrm>
          <a:prstGeom prst="rect">
            <a:avLst/>
          </a:prstGeom>
        </p:spPr>
      </p:pic>
      <p:sp>
        <p:nvSpPr>
          <p:cNvPr id="4" name="Slide Number Placeholder 5">
            <a:extLst>
              <a:ext uri="{FF2B5EF4-FFF2-40B4-BE49-F238E27FC236}">
                <a16:creationId xmlns:a16="http://schemas.microsoft.com/office/drawing/2014/main" id="{3160C12B-0714-9878-9E38-E095885D1376}"/>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
        <p:nvSpPr>
          <p:cNvPr id="3" name="Text Placeholder 3">
            <a:extLst>
              <a:ext uri="{FF2B5EF4-FFF2-40B4-BE49-F238E27FC236}">
                <a16:creationId xmlns:a16="http://schemas.microsoft.com/office/drawing/2014/main" id="{7466A622-79A1-C1B1-160B-C61F4B5F0FE8}"/>
              </a:ext>
            </a:extLst>
          </p:cNvPr>
          <p:cNvSpPr>
            <a:spLocks noGrp="1"/>
          </p:cNvSpPr>
          <p:nvPr>
            <p:ph type="body" sz="quarter" idx="25" hasCustomPrompt="1"/>
          </p:nvPr>
        </p:nvSpPr>
        <p:spPr>
          <a:xfrm>
            <a:off x="9333186" y="334029"/>
            <a:ext cx="2544376" cy="1302218"/>
          </a:xfrm>
          <a:prstGeom prst="rect">
            <a:avLst/>
          </a:prstGeom>
        </p:spPr>
        <p:txBody>
          <a:bodyPr/>
          <a:lstStyle>
            <a:lvl1pPr>
              <a:defRPr sz="1800" b="0">
                <a:solidFill>
                  <a:schemeClr val="bg1"/>
                </a:solidFill>
              </a:defRPr>
            </a:lvl1pPr>
          </a:lstStyle>
          <a:p>
            <a:pPr lvl="0"/>
            <a:r>
              <a:rPr lang="en-US" dirty="0"/>
              <a:t>Body Text</a:t>
            </a:r>
          </a:p>
        </p:txBody>
      </p:sp>
    </p:spTree>
    <p:extLst>
      <p:ext uri="{BB962C8B-B14F-4D97-AF65-F5344CB8AC3E}">
        <p14:creationId xmlns:p14="http://schemas.microsoft.com/office/powerpoint/2010/main" val="19868763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4_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C9484D7-FC42-5921-4A6D-EFDDEF797796}"/>
              </a:ext>
            </a:extLst>
          </p:cNvPr>
          <p:cNvSpPr/>
          <p:nvPr userDrawn="1"/>
        </p:nvSpPr>
        <p:spPr>
          <a:xfrm>
            <a:off x="-1" y="1"/>
            <a:ext cx="8176829"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A0"/>
              </a:solidFill>
              <a:effectLst/>
              <a:uLnTx/>
              <a:uFillTx/>
              <a:latin typeface="Segoe UI"/>
              <a:ea typeface="+mn-ea"/>
              <a:cs typeface="+mn-cs"/>
            </a:endParaRPr>
          </a:p>
        </p:txBody>
      </p:sp>
      <p:sp>
        <p:nvSpPr>
          <p:cNvPr id="5" name="Text Placeholder 3">
            <a:extLst>
              <a:ext uri="{FF2B5EF4-FFF2-40B4-BE49-F238E27FC236}">
                <a16:creationId xmlns:a16="http://schemas.microsoft.com/office/drawing/2014/main" id="{DC21DDEE-696B-41F5-B466-974F08025C2E}"/>
              </a:ext>
            </a:extLst>
          </p:cNvPr>
          <p:cNvSpPr>
            <a:spLocks noGrp="1"/>
          </p:cNvSpPr>
          <p:nvPr>
            <p:ph type="body" sz="quarter" idx="20" hasCustomPrompt="1"/>
          </p:nvPr>
        </p:nvSpPr>
        <p:spPr>
          <a:xfrm>
            <a:off x="252879" y="334029"/>
            <a:ext cx="7527685" cy="472794"/>
          </a:xfrm>
          <a:prstGeom prst="rect">
            <a:avLst/>
          </a:prstGeom>
        </p:spPr>
        <p:txBody>
          <a:bodyPr/>
          <a:lstStyle>
            <a:lvl1pPr>
              <a:defRPr sz="3600" b="1">
                <a:solidFill>
                  <a:schemeClr val="bg1"/>
                </a:solidFill>
              </a:defRPr>
            </a:lvl1pPr>
          </a:lstStyle>
          <a:p>
            <a:pPr lvl="0"/>
            <a:r>
              <a:rPr lang="en-US"/>
              <a:t>HEADER</a:t>
            </a:r>
          </a:p>
        </p:txBody>
      </p:sp>
      <p:sp>
        <p:nvSpPr>
          <p:cNvPr id="6" name="Text Placeholder 3">
            <a:extLst>
              <a:ext uri="{FF2B5EF4-FFF2-40B4-BE49-F238E27FC236}">
                <a16:creationId xmlns:a16="http://schemas.microsoft.com/office/drawing/2014/main" id="{DD1B0AD6-CB71-C26E-A674-6A845245751D}"/>
              </a:ext>
            </a:extLst>
          </p:cNvPr>
          <p:cNvSpPr>
            <a:spLocks noGrp="1"/>
          </p:cNvSpPr>
          <p:nvPr>
            <p:ph type="body" sz="quarter" idx="21" hasCustomPrompt="1"/>
          </p:nvPr>
        </p:nvSpPr>
        <p:spPr>
          <a:xfrm>
            <a:off x="252879" y="850163"/>
            <a:ext cx="7527685" cy="400426"/>
          </a:xfrm>
          <a:prstGeom prst="rect">
            <a:avLst/>
          </a:prstGeom>
        </p:spPr>
        <p:txBody>
          <a:bodyPr/>
          <a:lstStyle>
            <a:lvl1pPr>
              <a:defRPr sz="2000" b="0">
                <a:solidFill>
                  <a:schemeClr val="accent2"/>
                </a:solidFill>
              </a:defRPr>
            </a:lvl1pPr>
          </a:lstStyle>
          <a:p>
            <a:pPr lvl="0"/>
            <a:r>
              <a:rPr lang="en-US" dirty="0"/>
              <a:t>Optional Subheading</a:t>
            </a:r>
          </a:p>
        </p:txBody>
      </p:sp>
      <p:sp>
        <p:nvSpPr>
          <p:cNvPr id="7" name="Text Placeholder 3">
            <a:extLst>
              <a:ext uri="{FF2B5EF4-FFF2-40B4-BE49-F238E27FC236}">
                <a16:creationId xmlns:a16="http://schemas.microsoft.com/office/drawing/2014/main" id="{56AB9309-4D5D-C94C-D721-3D3D34AB7B14}"/>
              </a:ext>
            </a:extLst>
          </p:cNvPr>
          <p:cNvSpPr>
            <a:spLocks noGrp="1"/>
          </p:cNvSpPr>
          <p:nvPr>
            <p:ph type="body" sz="quarter" idx="22" hasCustomPrompt="1"/>
          </p:nvPr>
        </p:nvSpPr>
        <p:spPr>
          <a:xfrm>
            <a:off x="252879" y="1279617"/>
            <a:ext cx="7527685" cy="1302218"/>
          </a:xfrm>
          <a:prstGeom prst="rect">
            <a:avLst/>
          </a:prstGeom>
        </p:spPr>
        <p:txBody>
          <a:bodyPr/>
          <a:lstStyle>
            <a:lvl1pPr>
              <a:defRPr sz="1800" b="0">
                <a:solidFill>
                  <a:schemeClr val="bg1"/>
                </a:solidFill>
              </a:defRPr>
            </a:lvl1pPr>
          </a:lstStyle>
          <a:p>
            <a:pPr lvl="0"/>
            <a:r>
              <a:rPr lang="en-US" dirty="0"/>
              <a:t>Body Text</a:t>
            </a:r>
          </a:p>
        </p:txBody>
      </p:sp>
      <p:sp>
        <p:nvSpPr>
          <p:cNvPr id="10" name="Text Placeholder 3">
            <a:extLst>
              <a:ext uri="{FF2B5EF4-FFF2-40B4-BE49-F238E27FC236}">
                <a16:creationId xmlns:a16="http://schemas.microsoft.com/office/drawing/2014/main" id="{44122935-FBEC-96F8-72B7-4EB93C74D175}"/>
              </a:ext>
            </a:extLst>
          </p:cNvPr>
          <p:cNvSpPr>
            <a:spLocks noGrp="1"/>
          </p:cNvSpPr>
          <p:nvPr>
            <p:ph type="body" sz="quarter" idx="23" hasCustomPrompt="1"/>
          </p:nvPr>
        </p:nvSpPr>
        <p:spPr>
          <a:xfrm>
            <a:off x="8429706" y="334029"/>
            <a:ext cx="3447856" cy="1302218"/>
          </a:xfrm>
          <a:prstGeom prst="rect">
            <a:avLst/>
          </a:prstGeom>
        </p:spPr>
        <p:txBody>
          <a:bodyPr/>
          <a:lstStyle>
            <a:lvl1pPr>
              <a:defRPr sz="1800" b="0">
                <a:solidFill>
                  <a:schemeClr val="tx1"/>
                </a:solidFill>
              </a:defRPr>
            </a:lvl1pPr>
          </a:lstStyle>
          <a:p>
            <a:pPr lvl="0"/>
            <a:r>
              <a:rPr lang="en-US"/>
              <a:t>Body Text</a:t>
            </a:r>
          </a:p>
        </p:txBody>
      </p:sp>
      <p:sp>
        <p:nvSpPr>
          <p:cNvPr id="12" name="Slide Number Placeholder 5">
            <a:extLst>
              <a:ext uri="{FF2B5EF4-FFF2-40B4-BE49-F238E27FC236}">
                <a16:creationId xmlns:a16="http://schemas.microsoft.com/office/drawing/2014/main" id="{05F74EED-B923-2CCA-99B8-0E1636576876}"/>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pic>
        <p:nvPicPr>
          <p:cNvPr id="2" name="Picture 1" descr="A blue and black logo&#10;&#10;AI-generated content may be incorrect.">
            <a:extLst>
              <a:ext uri="{FF2B5EF4-FFF2-40B4-BE49-F238E27FC236}">
                <a16:creationId xmlns:a16="http://schemas.microsoft.com/office/drawing/2014/main" id="{49C10EF6-C86B-C73D-49FC-D19958251B94}"/>
              </a:ext>
            </a:extLst>
          </p:cNvPr>
          <p:cNvPicPr>
            <a:picLocks noChangeAspect="1"/>
          </p:cNvPicPr>
          <p:nvPr userDrawn="1"/>
        </p:nvPicPr>
        <p:blipFill>
          <a:blip r:embed="rId2"/>
          <a:stretch>
            <a:fillRect/>
          </a:stretch>
        </p:blipFill>
        <p:spPr>
          <a:xfrm>
            <a:off x="10983861" y="6549780"/>
            <a:ext cx="924065" cy="357025"/>
          </a:xfrm>
          <a:prstGeom prst="rect">
            <a:avLst/>
          </a:prstGeom>
        </p:spPr>
      </p:pic>
    </p:spTree>
    <p:extLst>
      <p:ext uri="{BB962C8B-B14F-4D97-AF65-F5344CB8AC3E}">
        <p14:creationId xmlns:p14="http://schemas.microsoft.com/office/powerpoint/2010/main" val="36988648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alf_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5BBE77-57E1-C83A-49A5-1E133537A276}"/>
              </a:ext>
            </a:extLst>
          </p:cNvPr>
          <p:cNvSpPr/>
          <p:nvPr userDrawn="1"/>
        </p:nvSpPr>
        <p:spPr>
          <a:xfrm>
            <a:off x="0" y="1"/>
            <a:ext cx="6095999"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A0"/>
              </a:solidFill>
              <a:effectLst/>
              <a:uLnTx/>
              <a:uFillTx/>
              <a:latin typeface="Segoe UI"/>
              <a:ea typeface="+mn-ea"/>
              <a:cs typeface="+mn-cs"/>
            </a:endParaRPr>
          </a:p>
        </p:txBody>
      </p:sp>
      <p:sp>
        <p:nvSpPr>
          <p:cNvPr id="4" name="Text Placeholder 3">
            <a:extLst>
              <a:ext uri="{FF2B5EF4-FFF2-40B4-BE49-F238E27FC236}">
                <a16:creationId xmlns:a16="http://schemas.microsoft.com/office/drawing/2014/main" id="{98B9546B-2A81-FAEA-1971-63CAAE0CA57A}"/>
              </a:ext>
            </a:extLst>
          </p:cNvPr>
          <p:cNvSpPr>
            <a:spLocks noGrp="1"/>
          </p:cNvSpPr>
          <p:nvPr>
            <p:ph type="body" sz="quarter" idx="20" hasCustomPrompt="1"/>
          </p:nvPr>
        </p:nvSpPr>
        <p:spPr>
          <a:xfrm>
            <a:off x="252879" y="334029"/>
            <a:ext cx="5430745" cy="472794"/>
          </a:xfrm>
          <a:prstGeom prst="rect">
            <a:avLst/>
          </a:prstGeom>
        </p:spPr>
        <p:txBody>
          <a:bodyPr/>
          <a:lstStyle>
            <a:lvl1pPr>
              <a:defRPr sz="3600" b="1">
                <a:solidFill>
                  <a:schemeClr val="bg1"/>
                </a:solidFill>
              </a:defRPr>
            </a:lvl1pPr>
          </a:lstStyle>
          <a:p>
            <a:pPr lvl="0"/>
            <a:r>
              <a:rPr lang="en-US"/>
              <a:t>HEADER</a:t>
            </a:r>
          </a:p>
        </p:txBody>
      </p:sp>
      <p:sp>
        <p:nvSpPr>
          <p:cNvPr id="5" name="Text Placeholder 3">
            <a:extLst>
              <a:ext uri="{FF2B5EF4-FFF2-40B4-BE49-F238E27FC236}">
                <a16:creationId xmlns:a16="http://schemas.microsoft.com/office/drawing/2014/main" id="{4303C600-FDEF-8BAE-4300-C162C2F1C937}"/>
              </a:ext>
            </a:extLst>
          </p:cNvPr>
          <p:cNvSpPr>
            <a:spLocks noGrp="1"/>
          </p:cNvSpPr>
          <p:nvPr>
            <p:ph type="body" sz="quarter" idx="21" hasCustomPrompt="1"/>
          </p:nvPr>
        </p:nvSpPr>
        <p:spPr>
          <a:xfrm>
            <a:off x="252879" y="850163"/>
            <a:ext cx="5430745" cy="400426"/>
          </a:xfrm>
          <a:prstGeom prst="rect">
            <a:avLst/>
          </a:prstGeom>
        </p:spPr>
        <p:txBody>
          <a:bodyPr/>
          <a:lstStyle>
            <a:lvl1pPr>
              <a:defRPr sz="2000" b="0">
                <a:solidFill>
                  <a:schemeClr val="accent2"/>
                </a:solidFill>
              </a:defRPr>
            </a:lvl1pPr>
          </a:lstStyle>
          <a:p>
            <a:pPr lvl="0"/>
            <a:r>
              <a:rPr lang="en-US" dirty="0"/>
              <a:t>Optional Subheading</a:t>
            </a:r>
          </a:p>
        </p:txBody>
      </p:sp>
      <p:sp>
        <p:nvSpPr>
          <p:cNvPr id="6" name="Text Placeholder 3">
            <a:extLst>
              <a:ext uri="{FF2B5EF4-FFF2-40B4-BE49-F238E27FC236}">
                <a16:creationId xmlns:a16="http://schemas.microsoft.com/office/drawing/2014/main" id="{6A807C4D-F297-A648-D0E5-4BE792A4DF57}"/>
              </a:ext>
            </a:extLst>
          </p:cNvPr>
          <p:cNvSpPr>
            <a:spLocks noGrp="1"/>
          </p:cNvSpPr>
          <p:nvPr>
            <p:ph type="body" sz="quarter" idx="22" hasCustomPrompt="1"/>
          </p:nvPr>
        </p:nvSpPr>
        <p:spPr>
          <a:xfrm>
            <a:off x="252879" y="1279617"/>
            <a:ext cx="5430745" cy="1302218"/>
          </a:xfrm>
          <a:prstGeom prst="rect">
            <a:avLst/>
          </a:prstGeom>
        </p:spPr>
        <p:txBody>
          <a:bodyPr/>
          <a:lstStyle>
            <a:lvl1pPr>
              <a:defRPr sz="1800" b="0">
                <a:solidFill>
                  <a:schemeClr val="bg1"/>
                </a:solidFill>
              </a:defRPr>
            </a:lvl1pPr>
          </a:lstStyle>
          <a:p>
            <a:pPr lvl="0"/>
            <a:r>
              <a:rPr lang="en-US" dirty="0"/>
              <a:t>Body Text</a:t>
            </a:r>
          </a:p>
        </p:txBody>
      </p:sp>
      <p:sp>
        <p:nvSpPr>
          <p:cNvPr id="7" name="Text Placeholder 3">
            <a:extLst>
              <a:ext uri="{FF2B5EF4-FFF2-40B4-BE49-F238E27FC236}">
                <a16:creationId xmlns:a16="http://schemas.microsoft.com/office/drawing/2014/main" id="{158366D3-0CD5-73FA-4AC1-52E0803FAA26}"/>
              </a:ext>
            </a:extLst>
          </p:cNvPr>
          <p:cNvSpPr>
            <a:spLocks noGrp="1"/>
          </p:cNvSpPr>
          <p:nvPr>
            <p:ph type="body" sz="quarter" idx="23" hasCustomPrompt="1"/>
          </p:nvPr>
        </p:nvSpPr>
        <p:spPr>
          <a:xfrm>
            <a:off x="6283138" y="334029"/>
            <a:ext cx="5430745" cy="1302218"/>
          </a:xfrm>
          <a:prstGeom prst="rect">
            <a:avLst/>
          </a:prstGeom>
        </p:spPr>
        <p:txBody>
          <a:bodyPr/>
          <a:lstStyle>
            <a:lvl1pPr>
              <a:defRPr sz="1800" b="0">
                <a:solidFill>
                  <a:schemeClr val="tx2"/>
                </a:solidFill>
              </a:defRPr>
            </a:lvl1pPr>
          </a:lstStyle>
          <a:p>
            <a:pPr lvl="0"/>
            <a:r>
              <a:rPr lang="en-US"/>
              <a:t>Body Text</a:t>
            </a:r>
          </a:p>
        </p:txBody>
      </p:sp>
      <p:sp>
        <p:nvSpPr>
          <p:cNvPr id="8" name="Slide Number Placeholder 5">
            <a:extLst>
              <a:ext uri="{FF2B5EF4-FFF2-40B4-BE49-F238E27FC236}">
                <a16:creationId xmlns:a16="http://schemas.microsoft.com/office/drawing/2014/main" id="{4FAF7421-B4C7-A41B-DE07-B74A276983C9}"/>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pic>
        <p:nvPicPr>
          <p:cNvPr id="9" name="Picture 8" descr="A blue and black logo&#10;&#10;AI-generated content may be incorrect.">
            <a:extLst>
              <a:ext uri="{FF2B5EF4-FFF2-40B4-BE49-F238E27FC236}">
                <a16:creationId xmlns:a16="http://schemas.microsoft.com/office/drawing/2014/main" id="{EC82B972-7ED2-DF4B-A628-849D131DD7E9}"/>
              </a:ext>
            </a:extLst>
          </p:cNvPr>
          <p:cNvPicPr>
            <a:picLocks noChangeAspect="1"/>
          </p:cNvPicPr>
          <p:nvPr userDrawn="1"/>
        </p:nvPicPr>
        <p:blipFill>
          <a:blip r:embed="rId2"/>
          <a:stretch>
            <a:fillRect/>
          </a:stretch>
        </p:blipFill>
        <p:spPr>
          <a:xfrm>
            <a:off x="10983861" y="6549780"/>
            <a:ext cx="924065" cy="357025"/>
          </a:xfrm>
          <a:prstGeom prst="rect">
            <a:avLst/>
          </a:prstGeom>
        </p:spPr>
      </p:pic>
    </p:spTree>
    <p:extLst>
      <p:ext uri="{BB962C8B-B14F-4D97-AF65-F5344CB8AC3E}">
        <p14:creationId xmlns:p14="http://schemas.microsoft.com/office/powerpoint/2010/main" val="10208083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alf_Dark_Grey">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5BBE77-57E1-C83A-49A5-1E133537A276}"/>
              </a:ext>
            </a:extLst>
          </p:cNvPr>
          <p:cNvSpPr/>
          <p:nvPr userDrawn="1"/>
        </p:nvSpPr>
        <p:spPr>
          <a:xfrm>
            <a:off x="0" y="1"/>
            <a:ext cx="6095999" cy="6858000"/>
          </a:xfrm>
          <a:prstGeom prst="rect">
            <a:avLst/>
          </a:prstGeom>
          <a:solidFill>
            <a:srgbClr val="051C2C"/>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A0"/>
              </a:solidFill>
              <a:effectLst/>
              <a:uLnTx/>
              <a:uFillTx/>
              <a:latin typeface="Segoe UI"/>
              <a:ea typeface="+mn-ea"/>
              <a:cs typeface="+mn-cs"/>
            </a:endParaRPr>
          </a:p>
        </p:txBody>
      </p:sp>
      <p:sp>
        <p:nvSpPr>
          <p:cNvPr id="4" name="Text Placeholder 3">
            <a:extLst>
              <a:ext uri="{FF2B5EF4-FFF2-40B4-BE49-F238E27FC236}">
                <a16:creationId xmlns:a16="http://schemas.microsoft.com/office/drawing/2014/main" id="{98B9546B-2A81-FAEA-1971-63CAAE0CA57A}"/>
              </a:ext>
            </a:extLst>
          </p:cNvPr>
          <p:cNvSpPr>
            <a:spLocks noGrp="1"/>
          </p:cNvSpPr>
          <p:nvPr>
            <p:ph type="body" sz="quarter" idx="20" hasCustomPrompt="1"/>
          </p:nvPr>
        </p:nvSpPr>
        <p:spPr>
          <a:xfrm>
            <a:off x="252879" y="334029"/>
            <a:ext cx="5430745" cy="472794"/>
          </a:xfrm>
          <a:prstGeom prst="rect">
            <a:avLst/>
          </a:prstGeom>
        </p:spPr>
        <p:txBody>
          <a:bodyPr/>
          <a:lstStyle>
            <a:lvl1pPr>
              <a:defRPr sz="3600" b="1">
                <a:solidFill>
                  <a:schemeClr val="bg1"/>
                </a:solidFill>
              </a:defRPr>
            </a:lvl1pPr>
          </a:lstStyle>
          <a:p>
            <a:pPr lvl="0"/>
            <a:r>
              <a:rPr lang="en-US"/>
              <a:t>HEADER</a:t>
            </a:r>
          </a:p>
        </p:txBody>
      </p:sp>
      <p:sp>
        <p:nvSpPr>
          <p:cNvPr id="6" name="Text Placeholder 3">
            <a:extLst>
              <a:ext uri="{FF2B5EF4-FFF2-40B4-BE49-F238E27FC236}">
                <a16:creationId xmlns:a16="http://schemas.microsoft.com/office/drawing/2014/main" id="{6A807C4D-F297-A648-D0E5-4BE792A4DF57}"/>
              </a:ext>
            </a:extLst>
          </p:cNvPr>
          <p:cNvSpPr>
            <a:spLocks noGrp="1"/>
          </p:cNvSpPr>
          <p:nvPr>
            <p:ph type="body" sz="quarter" idx="22" hasCustomPrompt="1"/>
          </p:nvPr>
        </p:nvSpPr>
        <p:spPr>
          <a:xfrm>
            <a:off x="252879" y="1279617"/>
            <a:ext cx="5430745" cy="1302218"/>
          </a:xfrm>
          <a:prstGeom prst="rect">
            <a:avLst/>
          </a:prstGeom>
        </p:spPr>
        <p:txBody>
          <a:bodyPr/>
          <a:lstStyle>
            <a:lvl1pPr>
              <a:defRPr sz="1800" b="0">
                <a:solidFill>
                  <a:schemeClr val="bg1"/>
                </a:solidFill>
              </a:defRPr>
            </a:lvl1pPr>
          </a:lstStyle>
          <a:p>
            <a:pPr lvl="0"/>
            <a:r>
              <a:rPr lang="en-US"/>
              <a:t>Body Text</a:t>
            </a:r>
          </a:p>
        </p:txBody>
      </p:sp>
      <p:sp>
        <p:nvSpPr>
          <p:cNvPr id="7" name="Text Placeholder 3">
            <a:extLst>
              <a:ext uri="{FF2B5EF4-FFF2-40B4-BE49-F238E27FC236}">
                <a16:creationId xmlns:a16="http://schemas.microsoft.com/office/drawing/2014/main" id="{158366D3-0CD5-73FA-4AC1-52E0803FAA26}"/>
              </a:ext>
            </a:extLst>
          </p:cNvPr>
          <p:cNvSpPr>
            <a:spLocks noGrp="1"/>
          </p:cNvSpPr>
          <p:nvPr>
            <p:ph type="body" sz="quarter" idx="23" hasCustomPrompt="1"/>
          </p:nvPr>
        </p:nvSpPr>
        <p:spPr>
          <a:xfrm>
            <a:off x="6283138" y="334029"/>
            <a:ext cx="5430745" cy="1302218"/>
          </a:xfrm>
          <a:prstGeom prst="rect">
            <a:avLst/>
          </a:prstGeom>
        </p:spPr>
        <p:txBody>
          <a:bodyPr/>
          <a:lstStyle>
            <a:lvl1pPr>
              <a:defRPr sz="1800" b="0">
                <a:solidFill>
                  <a:schemeClr val="tx2"/>
                </a:solidFill>
              </a:defRPr>
            </a:lvl1pPr>
          </a:lstStyle>
          <a:p>
            <a:pPr lvl="0"/>
            <a:r>
              <a:rPr lang="en-US"/>
              <a:t>Body Text</a:t>
            </a:r>
          </a:p>
        </p:txBody>
      </p:sp>
      <p:sp>
        <p:nvSpPr>
          <p:cNvPr id="8" name="Slide Number Placeholder 5">
            <a:extLst>
              <a:ext uri="{FF2B5EF4-FFF2-40B4-BE49-F238E27FC236}">
                <a16:creationId xmlns:a16="http://schemas.microsoft.com/office/drawing/2014/main" id="{4FAF7421-B4C7-A41B-DE07-B74A276983C9}"/>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
        <p:nvSpPr>
          <p:cNvPr id="9" name="Text Placeholder 3">
            <a:extLst>
              <a:ext uri="{FF2B5EF4-FFF2-40B4-BE49-F238E27FC236}">
                <a16:creationId xmlns:a16="http://schemas.microsoft.com/office/drawing/2014/main" id="{371F0931-B313-CF9D-7BBF-DC0E2CF17C72}"/>
              </a:ext>
            </a:extLst>
          </p:cNvPr>
          <p:cNvSpPr>
            <a:spLocks noGrp="1"/>
          </p:cNvSpPr>
          <p:nvPr>
            <p:ph type="body" sz="quarter" idx="21" hasCustomPrompt="1"/>
          </p:nvPr>
        </p:nvSpPr>
        <p:spPr>
          <a:xfrm>
            <a:off x="252879" y="850163"/>
            <a:ext cx="5430745" cy="400426"/>
          </a:xfrm>
          <a:prstGeom prst="rect">
            <a:avLst/>
          </a:prstGeom>
        </p:spPr>
        <p:txBody>
          <a:bodyPr/>
          <a:lstStyle>
            <a:lvl1pPr>
              <a:defRPr sz="2000" b="0">
                <a:solidFill>
                  <a:schemeClr val="accent2"/>
                </a:solidFill>
              </a:defRPr>
            </a:lvl1pPr>
          </a:lstStyle>
          <a:p>
            <a:pPr lvl="0"/>
            <a:r>
              <a:rPr lang="en-US" dirty="0"/>
              <a:t>Optional Subheading</a:t>
            </a:r>
          </a:p>
        </p:txBody>
      </p:sp>
      <p:pic>
        <p:nvPicPr>
          <p:cNvPr id="5" name="Picture 4" descr="A blue and black logo&#10;&#10;AI-generated content may be incorrect.">
            <a:extLst>
              <a:ext uri="{FF2B5EF4-FFF2-40B4-BE49-F238E27FC236}">
                <a16:creationId xmlns:a16="http://schemas.microsoft.com/office/drawing/2014/main" id="{F9DF855D-8221-19B5-54AF-279834CFEF92}"/>
              </a:ext>
            </a:extLst>
          </p:cNvPr>
          <p:cNvPicPr>
            <a:picLocks noChangeAspect="1"/>
          </p:cNvPicPr>
          <p:nvPr userDrawn="1"/>
        </p:nvPicPr>
        <p:blipFill>
          <a:blip r:embed="rId2"/>
          <a:stretch>
            <a:fillRect/>
          </a:stretch>
        </p:blipFill>
        <p:spPr>
          <a:xfrm>
            <a:off x="10983861" y="6549780"/>
            <a:ext cx="924065" cy="357025"/>
          </a:xfrm>
          <a:prstGeom prst="rect">
            <a:avLst/>
          </a:prstGeom>
        </p:spPr>
      </p:pic>
    </p:spTree>
    <p:extLst>
      <p:ext uri="{BB962C8B-B14F-4D97-AF65-F5344CB8AC3E}">
        <p14:creationId xmlns:p14="http://schemas.microsoft.com/office/powerpoint/2010/main" val="35624421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ird_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5D79AF4-5ADB-4E5E-A0E8-09488166DD3C}"/>
              </a:ext>
            </a:extLst>
          </p:cNvPr>
          <p:cNvSpPr/>
          <p:nvPr userDrawn="1"/>
        </p:nvSpPr>
        <p:spPr bwMode="ltGray">
          <a:xfrm flipH="1">
            <a:off x="0" y="-1309"/>
            <a:ext cx="4080764" cy="6859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rtl="0"/>
            <a:endParaRPr lang="en-US" sz="1200">
              <a:solidFill>
                <a:schemeClr val="bg1"/>
              </a:solidFill>
              <a:latin typeface="+mn-lt"/>
              <a:ea typeface="+mn-ea"/>
              <a:cs typeface="+mn-cs"/>
              <a:sym typeface="+mn-lt"/>
            </a:endParaRPr>
          </a:p>
        </p:txBody>
      </p:sp>
      <p:sp>
        <p:nvSpPr>
          <p:cNvPr id="7" name="Text Placeholder 3">
            <a:extLst>
              <a:ext uri="{FF2B5EF4-FFF2-40B4-BE49-F238E27FC236}">
                <a16:creationId xmlns:a16="http://schemas.microsoft.com/office/drawing/2014/main" id="{F84AE513-51ED-FF4D-7ACF-910D8A4FD27E}"/>
              </a:ext>
            </a:extLst>
          </p:cNvPr>
          <p:cNvSpPr>
            <a:spLocks noGrp="1"/>
          </p:cNvSpPr>
          <p:nvPr>
            <p:ph type="body" sz="quarter" idx="20" hasCustomPrompt="1"/>
          </p:nvPr>
        </p:nvSpPr>
        <p:spPr>
          <a:xfrm>
            <a:off x="252879" y="334029"/>
            <a:ext cx="3560109" cy="974818"/>
          </a:xfrm>
          <a:prstGeom prst="rect">
            <a:avLst/>
          </a:prstGeom>
        </p:spPr>
        <p:txBody>
          <a:bodyPr/>
          <a:lstStyle>
            <a:lvl1pPr>
              <a:lnSpc>
                <a:spcPts val="3600"/>
              </a:lnSpc>
              <a:defRPr sz="3600" b="1">
                <a:solidFill>
                  <a:schemeClr val="bg1"/>
                </a:solidFill>
              </a:defRPr>
            </a:lvl1pPr>
          </a:lstStyle>
          <a:p>
            <a:pPr lvl="0"/>
            <a:r>
              <a:rPr lang="en-US"/>
              <a:t>HEADER OF SLIDE</a:t>
            </a:r>
          </a:p>
        </p:txBody>
      </p:sp>
      <p:sp>
        <p:nvSpPr>
          <p:cNvPr id="9" name="Text Placeholder 3">
            <a:extLst>
              <a:ext uri="{FF2B5EF4-FFF2-40B4-BE49-F238E27FC236}">
                <a16:creationId xmlns:a16="http://schemas.microsoft.com/office/drawing/2014/main" id="{4C04C409-3DE7-9E7A-4373-1D6F76AEB08B}"/>
              </a:ext>
            </a:extLst>
          </p:cNvPr>
          <p:cNvSpPr>
            <a:spLocks noGrp="1"/>
          </p:cNvSpPr>
          <p:nvPr>
            <p:ph type="body" sz="quarter" idx="21" hasCustomPrompt="1"/>
          </p:nvPr>
        </p:nvSpPr>
        <p:spPr>
          <a:xfrm>
            <a:off x="252879" y="1352187"/>
            <a:ext cx="3560109" cy="400426"/>
          </a:xfrm>
          <a:prstGeom prst="rect">
            <a:avLst/>
          </a:prstGeom>
        </p:spPr>
        <p:txBody>
          <a:bodyPr/>
          <a:lstStyle>
            <a:lvl1pPr>
              <a:defRPr sz="2000" b="0">
                <a:solidFill>
                  <a:schemeClr val="accent2"/>
                </a:solidFill>
              </a:defRPr>
            </a:lvl1pPr>
          </a:lstStyle>
          <a:p>
            <a:pPr lvl="0"/>
            <a:r>
              <a:rPr lang="en-US" dirty="0"/>
              <a:t>Optional Subheading</a:t>
            </a:r>
          </a:p>
        </p:txBody>
      </p:sp>
      <p:sp>
        <p:nvSpPr>
          <p:cNvPr id="11" name="Text Placeholder 3">
            <a:extLst>
              <a:ext uri="{FF2B5EF4-FFF2-40B4-BE49-F238E27FC236}">
                <a16:creationId xmlns:a16="http://schemas.microsoft.com/office/drawing/2014/main" id="{12A7EC06-B15E-1B40-5961-64129BAB31A3}"/>
              </a:ext>
            </a:extLst>
          </p:cNvPr>
          <p:cNvSpPr>
            <a:spLocks noGrp="1"/>
          </p:cNvSpPr>
          <p:nvPr>
            <p:ph type="body" sz="quarter" idx="22" hasCustomPrompt="1"/>
          </p:nvPr>
        </p:nvSpPr>
        <p:spPr>
          <a:xfrm>
            <a:off x="252879" y="1874462"/>
            <a:ext cx="3560109" cy="1553883"/>
          </a:xfrm>
          <a:prstGeom prst="rect">
            <a:avLst/>
          </a:prstGeom>
        </p:spPr>
        <p:txBody>
          <a:bodyPr/>
          <a:lstStyle>
            <a:lvl1pPr>
              <a:defRPr sz="2000" b="0">
                <a:solidFill>
                  <a:schemeClr val="bg1"/>
                </a:solidFill>
              </a:defRPr>
            </a:lvl1pPr>
          </a:lstStyle>
          <a:p>
            <a:pPr lvl="0"/>
            <a:r>
              <a:rPr lang="en-US"/>
              <a:t>Body Text</a:t>
            </a:r>
          </a:p>
        </p:txBody>
      </p:sp>
      <p:sp>
        <p:nvSpPr>
          <p:cNvPr id="12" name="Text Placeholder 3">
            <a:extLst>
              <a:ext uri="{FF2B5EF4-FFF2-40B4-BE49-F238E27FC236}">
                <a16:creationId xmlns:a16="http://schemas.microsoft.com/office/drawing/2014/main" id="{54C36BA8-CAD7-31E1-C3C1-B0FA2C164D1C}"/>
              </a:ext>
            </a:extLst>
          </p:cNvPr>
          <p:cNvSpPr>
            <a:spLocks noGrp="1"/>
          </p:cNvSpPr>
          <p:nvPr>
            <p:ph type="body" sz="quarter" idx="24" hasCustomPrompt="1"/>
          </p:nvPr>
        </p:nvSpPr>
        <p:spPr>
          <a:xfrm>
            <a:off x="8173945" y="334029"/>
            <a:ext cx="3765176" cy="1302218"/>
          </a:xfrm>
          <a:prstGeom prst="rect">
            <a:avLst/>
          </a:prstGeom>
        </p:spPr>
        <p:txBody>
          <a:bodyPr/>
          <a:lstStyle>
            <a:lvl1pPr>
              <a:defRPr sz="1800" b="0">
                <a:solidFill>
                  <a:schemeClr val="tx2"/>
                </a:solidFill>
              </a:defRPr>
            </a:lvl1pPr>
          </a:lstStyle>
          <a:p>
            <a:pPr lvl="0"/>
            <a:r>
              <a:rPr lang="en-US"/>
              <a:t>Body Text</a:t>
            </a:r>
          </a:p>
        </p:txBody>
      </p:sp>
      <p:sp>
        <p:nvSpPr>
          <p:cNvPr id="13" name="Text Placeholder 3">
            <a:extLst>
              <a:ext uri="{FF2B5EF4-FFF2-40B4-BE49-F238E27FC236}">
                <a16:creationId xmlns:a16="http://schemas.microsoft.com/office/drawing/2014/main" id="{F91011BF-2FD9-DBF7-1A06-5399462CB647}"/>
              </a:ext>
            </a:extLst>
          </p:cNvPr>
          <p:cNvSpPr>
            <a:spLocks noGrp="1"/>
          </p:cNvSpPr>
          <p:nvPr>
            <p:ph type="body" sz="quarter" idx="25" hasCustomPrompt="1"/>
          </p:nvPr>
        </p:nvSpPr>
        <p:spPr>
          <a:xfrm>
            <a:off x="4282330" y="334029"/>
            <a:ext cx="3765176" cy="1302218"/>
          </a:xfrm>
          <a:prstGeom prst="rect">
            <a:avLst/>
          </a:prstGeom>
        </p:spPr>
        <p:txBody>
          <a:bodyPr/>
          <a:lstStyle>
            <a:lvl1pPr>
              <a:defRPr sz="1800" b="0">
                <a:solidFill>
                  <a:schemeClr val="tx2"/>
                </a:solidFill>
              </a:defRPr>
            </a:lvl1pPr>
          </a:lstStyle>
          <a:p>
            <a:pPr lvl="0"/>
            <a:r>
              <a:rPr lang="en-US"/>
              <a:t>Body Text</a:t>
            </a:r>
          </a:p>
        </p:txBody>
      </p:sp>
      <p:sp>
        <p:nvSpPr>
          <p:cNvPr id="4" name="Slide Number Placeholder 5">
            <a:extLst>
              <a:ext uri="{FF2B5EF4-FFF2-40B4-BE49-F238E27FC236}">
                <a16:creationId xmlns:a16="http://schemas.microsoft.com/office/drawing/2014/main" id="{6030EDA3-D8B5-A79D-B743-FD068E4E27D6}"/>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pic>
        <p:nvPicPr>
          <p:cNvPr id="3" name="Picture 2" descr="A blue and black logo&#10;&#10;AI-generated content may be incorrect.">
            <a:extLst>
              <a:ext uri="{FF2B5EF4-FFF2-40B4-BE49-F238E27FC236}">
                <a16:creationId xmlns:a16="http://schemas.microsoft.com/office/drawing/2014/main" id="{FFFCB228-8300-BC73-B065-9BACEA253C2A}"/>
              </a:ext>
            </a:extLst>
          </p:cNvPr>
          <p:cNvPicPr>
            <a:picLocks noChangeAspect="1"/>
          </p:cNvPicPr>
          <p:nvPr userDrawn="1"/>
        </p:nvPicPr>
        <p:blipFill>
          <a:blip r:embed="rId2"/>
          <a:stretch>
            <a:fillRect/>
          </a:stretch>
        </p:blipFill>
        <p:spPr>
          <a:xfrm>
            <a:off x="10983861" y="6549780"/>
            <a:ext cx="924065" cy="357025"/>
          </a:xfrm>
          <a:prstGeom prst="rect">
            <a:avLst/>
          </a:prstGeom>
        </p:spPr>
      </p:pic>
    </p:spTree>
    <p:extLst>
      <p:ext uri="{BB962C8B-B14F-4D97-AF65-F5344CB8AC3E}">
        <p14:creationId xmlns:p14="http://schemas.microsoft.com/office/powerpoint/2010/main" val="18186361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arter_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5D79AF4-5ADB-4E5E-A0E8-09488166DD3C}"/>
              </a:ext>
            </a:extLst>
          </p:cNvPr>
          <p:cNvSpPr/>
          <p:nvPr userDrawn="1"/>
        </p:nvSpPr>
        <p:spPr bwMode="ltGray">
          <a:xfrm flipH="1">
            <a:off x="0" y="-1309"/>
            <a:ext cx="3402282" cy="6859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rtl="0"/>
            <a:endParaRPr lang="en-US" sz="1200">
              <a:solidFill>
                <a:schemeClr val="bg1"/>
              </a:solidFill>
              <a:latin typeface="+mn-lt"/>
              <a:ea typeface="+mn-ea"/>
              <a:cs typeface="+mn-cs"/>
              <a:sym typeface="+mn-lt"/>
            </a:endParaRPr>
          </a:p>
        </p:txBody>
      </p:sp>
      <p:sp>
        <p:nvSpPr>
          <p:cNvPr id="12" name="Text Placeholder 3">
            <a:extLst>
              <a:ext uri="{FF2B5EF4-FFF2-40B4-BE49-F238E27FC236}">
                <a16:creationId xmlns:a16="http://schemas.microsoft.com/office/drawing/2014/main" id="{181C9C39-D812-6A1A-50AB-714DB3B5897D}"/>
              </a:ext>
            </a:extLst>
          </p:cNvPr>
          <p:cNvSpPr>
            <a:spLocks noGrp="1"/>
          </p:cNvSpPr>
          <p:nvPr>
            <p:ph type="body" sz="quarter" idx="20" hasCustomPrompt="1"/>
          </p:nvPr>
        </p:nvSpPr>
        <p:spPr>
          <a:xfrm>
            <a:off x="252879" y="334029"/>
            <a:ext cx="2842933" cy="974818"/>
          </a:xfrm>
          <a:prstGeom prst="rect">
            <a:avLst/>
          </a:prstGeom>
        </p:spPr>
        <p:txBody>
          <a:bodyPr/>
          <a:lstStyle>
            <a:lvl1pPr>
              <a:lnSpc>
                <a:spcPts val="3600"/>
              </a:lnSpc>
              <a:defRPr sz="3600" b="1">
                <a:solidFill>
                  <a:schemeClr val="bg1"/>
                </a:solidFill>
              </a:defRPr>
            </a:lvl1pPr>
          </a:lstStyle>
          <a:p>
            <a:pPr lvl="0"/>
            <a:r>
              <a:rPr lang="en-US"/>
              <a:t>HEADER OF SLIDE</a:t>
            </a:r>
          </a:p>
        </p:txBody>
      </p:sp>
      <p:sp>
        <p:nvSpPr>
          <p:cNvPr id="13" name="Text Placeholder 3">
            <a:extLst>
              <a:ext uri="{FF2B5EF4-FFF2-40B4-BE49-F238E27FC236}">
                <a16:creationId xmlns:a16="http://schemas.microsoft.com/office/drawing/2014/main" id="{823DBF7B-19DD-E443-56F7-DA2A3E2A519A}"/>
              </a:ext>
            </a:extLst>
          </p:cNvPr>
          <p:cNvSpPr>
            <a:spLocks noGrp="1"/>
          </p:cNvSpPr>
          <p:nvPr>
            <p:ph type="body" sz="quarter" idx="21" hasCustomPrompt="1"/>
          </p:nvPr>
        </p:nvSpPr>
        <p:spPr>
          <a:xfrm>
            <a:off x="252879" y="1352187"/>
            <a:ext cx="2842933" cy="400426"/>
          </a:xfrm>
          <a:prstGeom prst="rect">
            <a:avLst/>
          </a:prstGeom>
        </p:spPr>
        <p:txBody>
          <a:bodyPr/>
          <a:lstStyle>
            <a:lvl1pPr>
              <a:defRPr sz="2000" b="0">
                <a:solidFill>
                  <a:schemeClr val="accent2"/>
                </a:solidFill>
              </a:defRPr>
            </a:lvl1pPr>
          </a:lstStyle>
          <a:p>
            <a:pPr lvl="0"/>
            <a:r>
              <a:rPr lang="en-US" dirty="0"/>
              <a:t>Optional Subheading</a:t>
            </a:r>
          </a:p>
        </p:txBody>
      </p:sp>
      <p:sp>
        <p:nvSpPr>
          <p:cNvPr id="14" name="Text Placeholder 3">
            <a:extLst>
              <a:ext uri="{FF2B5EF4-FFF2-40B4-BE49-F238E27FC236}">
                <a16:creationId xmlns:a16="http://schemas.microsoft.com/office/drawing/2014/main" id="{C587202D-EED2-0EBA-5011-2CAE596AA406}"/>
              </a:ext>
            </a:extLst>
          </p:cNvPr>
          <p:cNvSpPr>
            <a:spLocks noGrp="1"/>
          </p:cNvSpPr>
          <p:nvPr>
            <p:ph type="body" sz="quarter" idx="22" hasCustomPrompt="1"/>
          </p:nvPr>
        </p:nvSpPr>
        <p:spPr>
          <a:xfrm>
            <a:off x="252879" y="1874462"/>
            <a:ext cx="2842933" cy="1553883"/>
          </a:xfrm>
          <a:prstGeom prst="rect">
            <a:avLst/>
          </a:prstGeom>
        </p:spPr>
        <p:txBody>
          <a:bodyPr/>
          <a:lstStyle>
            <a:lvl1pPr>
              <a:defRPr sz="2000" b="0">
                <a:solidFill>
                  <a:schemeClr val="bg1"/>
                </a:solidFill>
              </a:defRPr>
            </a:lvl1pPr>
          </a:lstStyle>
          <a:p>
            <a:pPr lvl="0"/>
            <a:r>
              <a:rPr lang="en-US"/>
              <a:t>Body Text</a:t>
            </a:r>
          </a:p>
        </p:txBody>
      </p:sp>
      <p:sp>
        <p:nvSpPr>
          <p:cNvPr id="15" name="Text Placeholder 3">
            <a:extLst>
              <a:ext uri="{FF2B5EF4-FFF2-40B4-BE49-F238E27FC236}">
                <a16:creationId xmlns:a16="http://schemas.microsoft.com/office/drawing/2014/main" id="{D2970E52-791B-7AAD-F885-4FF22CB98406}"/>
              </a:ext>
            </a:extLst>
          </p:cNvPr>
          <p:cNvSpPr>
            <a:spLocks noGrp="1"/>
          </p:cNvSpPr>
          <p:nvPr>
            <p:ph type="body" sz="quarter" idx="23" hasCustomPrompt="1"/>
          </p:nvPr>
        </p:nvSpPr>
        <p:spPr>
          <a:xfrm>
            <a:off x="7909886" y="334029"/>
            <a:ext cx="4201459" cy="1302218"/>
          </a:xfrm>
          <a:prstGeom prst="rect">
            <a:avLst/>
          </a:prstGeom>
        </p:spPr>
        <p:txBody>
          <a:bodyPr/>
          <a:lstStyle>
            <a:lvl1pPr>
              <a:defRPr sz="1800" b="0">
                <a:solidFill>
                  <a:schemeClr val="tx1"/>
                </a:solidFill>
              </a:defRPr>
            </a:lvl1pPr>
          </a:lstStyle>
          <a:p>
            <a:pPr lvl="0"/>
            <a:r>
              <a:rPr lang="en-US"/>
              <a:t>Body Text</a:t>
            </a:r>
          </a:p>
        </p:txBody>
      </p:sp>
      <p:sp>
        <p:nvSpPr>
          <p:cNvPr id="16" name="Text Placeholder 3">
            <a:extLst>
              <a:ext uri="{FF2B5EF4-FFF2-40B4-BE49-F238E27FC236}">
                <a16:creationId xmlns:a16="http://schemas.microsoft.com/office/drawing/2014/main" id="{A289F0E2-F193-E474-9C80-C009E98E283C}"/>
              </a:ext>
            </a:extLst>
          </p:cNvPr>
          <p:cNvSpPr>
            <a:spLocks noGrp="1"/>
          </p:cNvSpPr>
          <p:nvPr>
            <p:ph type="body" sz="quarter" idx="24" hasCustomPrompt="1"/>
          </p:nvPr>
        </p:nvSpPr>
        <p:spPr>
          <a:xfrm>
            <a:off x="3542953" y="334029"/>
            <a:ext cx="4201459" cy="1302218"/>
          </a:xfrm>
          <a:prstGeom prst="rect">
            <a:avLst/>
          </a:prstGeom>
        </p:spPr>
        <p:txBody>
          <a:bodyPr/>
          <a:lstStyle>
            <a:lvl1pPr>
              <a:defRPr sz="1800" b="0">
                <a:solidFill>
                  <a:schemeClr val="tx1"/>
                </a:solidFill>
              </a:defRPr>
            </a:lvl1pPr>
          </a:lstStyle>
          <a:p>
            <a:pPr lvl="0"/>
            <a:r>
              <a:rPr lang="en-US"/>
              <a:t>Body Text</a:t>
            </a:r>
          </a:p>
        </p:txBody>
      </p:sp>
      <p:sp>
        <p:nvSpPr>
          <p:cNvPr id="4" name="Slide Number Placeholder 5">
            <a:extLst>
              <a:ext uri="{FF2B5EF4-FFF2-40B4-BE49-F238E27FC236}">
                <a16:creationId xmlns:a16="http://schemas.microsoft.com/office/drawing/2014/main" id="{60FACF0B-F330-5ADF-05E8-A8FDEC3AAB62}"/>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pic>
        <p:nvPicPr>
          <p:cNvPr id="3" name="Picture 2" descr="A blue and black logo&#10;&#10;AI-generated content may be incorrect.">
            <a:extLst>
              <a:ext uri="{FF2B5EF4-FFF2-40B4-BE49-F238E27FC236}">
                <a16:creationId xmlns:a16="http://schemas.microsoft.com/office/drawing/2014/main" id="{48A1FA4F-91FA-9AFB-5C79-01DC2CB945C4}"/>
              </a:ext>
            </a:extLst>
          </p:cNvPr>
          <p:cNvPicPr>
            <a:picLocks noChangeAspect="1"/>
          </p:cNvPicPr>
          <p:nvPr userDrawn="1"/>
        </p:nvPicPr>
        <p:blipFill>
          <a:blip r:embed="rId2"/>
          <a:stretch>
            <a:fillRect/>
          </a:stretch>
        </p:blipFill>
        <p:spPr>
          <a:xfrm>
            <a:off x="10983861" y="6549780"/>
            <a:ext cx="924065" cy="357025"/>
          </a:xfrm>
          <a:prstGeom prst="rect">
            <a:avLst/>
          </a:prstGeom>
        </p:spPr>
      </p:pic>
    </p:spTree>
    <p:extLst>
      <p:ext uri="{BB962C8B-B14F-4D97-AF65-F5344CB8AC3E}">
        <p14:creationId xmlns:p14="http://schemas.microsoft.com/office/powerpoint/2010/main" val="31313627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op_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7BF4972-3F3A-4DDC-9690-4753E627F1AE}"/>
              </a:ext>
            </a:extLst>
          </p:cNvPr>
          <p:cNvSpPr/>
          <p:nvPr userDrawn="1"/>
        </p:nvSpPr>
        <p:spPr>
          <a:xfrm flipV="1">
            <a:off x="0" y="3406398"/>
            <a:ext cx="12192000" cy="34516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Text Placeholder 3">
            <a:extLst>
              <a:ext uri="{FF2B5EF4-FFF2-40B4-BE49-F238E27FC236}">
                <a16:creationId xmlns:a16="http://schemas.microsoft.com/office/drawing/2014/main" id="{30DEFD52-3EE4-E374-0FC0-A7063D4E4248}"/>
              </a:ext>
            </a:extLst>
          </p:cNvPr>
          <p:cNvSpPr>
            <a:spLocks noGrp="1"/>
          </p:cNvSpPr>
          <p:nvPr>
            <p:ph type="body" sz="quarter" idx="20" hasCustomPrompt="1"/>
          </p:nvPr>
        </p:nvSpPr>
        <p:spPr>
          <a:xfrm>
            <a:off x="252880" y="334029"/>
            <a:ext cx="11640298" cy="472794"/>
          </a:xfrm>
          <a:prstGeom prst="rect">
            <a:avLst/>
          </a:prstGeom>
        </p:spPr>
        <p:txBody>
          <a:bodyPr/>
          <a:lstStyle>
            <a:lvl1pPr>
              <a:defRPr sz="3600" b="1">
                <a:solidFill>
                  <a:schemeClr val="tx1"/>
                </a:solidFill>
              </a:defRPr>
            </a:lvl1pPr>
          </a:lstStyle>
          <a:p>
            <a:pPr lvl="0"/>
            <a:r>
              <a:rPr lang="en-US"/>
              <a:t>HEADER</a:t>
            </a:r>
          </a:p>
        </p:txBody>
      </p:sp>
      <p:sp>
        <p:nvSpPr>
          <p:cNvPr id="14" name="Text Placeholder 3">
            <a:extLst>
              <a:ext uri="{FF2B5EF4-FFF2-40B4-BE49-F238E27FC236}">
                <a16:creationId xmlns:a16="http://schemas.microsoft.com/office/drawing/2014/main" id="{83B72C79-996A-179B-A6A0-02C745544078}"/>
              </a:ext>
            </a:extLst>
          </p:cNvPr>
          <p:cNvSpPr>
            <a:spLocks noGrp="1"/>
          </p:cNvSpPr>
          <p:nvPr>
            <p:ph type="body" sz="quarter" idx="21" hasCustomPrompt="1"/>
          </p:nvPr>
        </p:nvSpPr>
        <p:spPr>
          <a:xfrm>
            <a:off x="252880" y="806823"/>
            <a:ext cx="11640298" cy="400426"/>
          </a:xfrm>
          <a:prstGeom prst="rect">
            <a:avLst/>
          </a:prstGeom>
        </p:spPr>
        <p:txBody>
          <a:bodyPr/>
          <a:lstStyle>
            <a:lvl1pPr>
              <a:defRPr sz="2000" b="0">
                <a:solidFill>
                  <a:schemeClr val="bg1">
                    <a:lumMod val="50000"/>
                  </a:schemeClr>
                </a:solidFill>
              </a:defRPr>
            </a:lvl1pPr>
          </a:lstStyle>
          <a:p>
            <a:pPr lvl="0"/>
            <a:r>
              <a:rPr lang="en-US" dirty="0"/>
              <a:t>Optional Subheading</a:t>
            </a:r>
          </a:p>
        </p:txBody>
      </p:sp>
      <p:sp>
        <p:nvSpPr>
          <p:cNvPr id="15" name="Text Placeholder 3">
            <a:extLst>
              <a:ext uri="{FF2B5EF4-FFF2-40B4-BE49-F238E27FC236}">
                <a16:creationId xmlns:a16="http://schemas.microsoft.com/office/drawing/2014/main" id="{5FEAE2ED-1CC5-B729-0290-3A111DE2BA26}"/>
              </a:ext>
            </a:extLst>
          </p:cNvPr>
          <p:cNvSpPr>
            <a:spLocks noGrp="1"/>
          </p:cNvSpPr>
          <p:nvPr>
            <p:ph type="body" sz="quarter" idx="22" hasCustomPrompt="1"/>
          </p:nvPr>
        </p:nvSpPr>
        <p:spPr>
          <a:xfrm>
            <a:off x="252879" y="1279617"/>
            <a:ext cx="3751355" cy="1302218"/>
          </a:xfrm>
          <a:prstGeom prst="rect">
            <a:avLst/>
          </a:prstGeom>
        </p:spPr>
        <p:txBody>
          <a:bodyPr/>
          <a:lstStyle>
            <a:lvl1pPr>
              <a:defRPr sz="1800" b="0">
                <a:solidFill>
                  <a:schemeClr val="tx1"/>
                </a:solidFill>
              </a:defRPr>
            </a:lvl1pPr>
          </a:lstStyle>
          <a:p>
            <a:pPr lvl="0"/>
            <a:r>
              <a:rPr lang="en-US"/>
              <a:t>Body Text</a:t>
            </a:r>
          </a:p>
        </p:txBody>
      </p:sp>
      <p:sp>
        <p:nvSpPr>
          <p:cNvPr id="16" name="Text Placeholder 3">
            <a:extLst>
              <a:ext uri="{FF2B5EF4-FFF2-40B4-BE49-F238E27FC236}">
                <a16:creationId xmlns:a16="http://schemas.microsoft.com/office/drawing/2014/main" id="{F2EEC7E8-B659-EA24-8E20-2780B8F63B18}"/>
              </a:ext>
            </a:extLst>
          </p:cNvPr>
          <p:cNvSpPr>
            <a:spLocks noGrp="1"/>
          </p:cNvSpPr>
          <p:nvPr>
            <p:ph type="body" sz="quarter" idx="23" hasCustomPrompt="1"/>
          </p:nvPr>
        </p:nvSpPr>
        <p:spPr>
          <a:xfrm>
            <a:off x="4197351" y="1279617"/>
            <a:ext cx="3751355" cy="1302218"/>
          </a:xfrm>
          <a:prstGeom prst="rect">
            <a:avLst/>
          </a:prstGeom>
        </p:spPr>
        <p:txBody>
          <a:bodyPr/>
          <a:lstStyle>
            <a:lvl1pPr>
              <a:defRPr sz="1800" b="0">
                <a:solidFill>
                  <a:schemeClr val="tx1"/>
                </a:solidFill>
              </a:defRPr>
            </a:lvl1pPr>
          </a:lstStyle>
          <a:p>
            <a:pPr lvl="0"/>
            <a:r>
              <a:rPr lang="en-US"/>
              <a:t>Body Text</a:t>
            </a:r>
          </a:p>
        </p:txBody>
      </p:sp>
      <p:sp>
        <p:nvSpPr>
          <p:cNvPr id="17" name="Text Placeholder 3">
            <a:extLst>
              <a:ext uri="{FF2B5EF4-FFF2-40B4-BE49-F238E27FC236}">
                <a16:creationId xmlns:a16="http://schemas.microsoft.com/office/drawing/2014/main" id="{E36C5900-FACD-FEFE-05BB-77E4BEA3800D}"/>
              </a:ext>
            </a:extLst>
          </p:cNvPr>
          <p:cNvSpPr>
            <a:spLocks noGrp="1"/>
          </p:cNvSpPr>
          <p:nvPr>
            <p:ph type="body" sz="quarter" idx="24" hasCustomPrompt="1"/>
          </p:nvPr>
        </p:nvSpPr>
        <p:spPr>
          <a:xfrm>
            <a:off x="8141823" y="1279617"/>
            <a:ext cx="3751355" cy="1302218"/>
          </a:xfrm>
          <a:prstGeom prst="rect">
            <a:avLst/>
          </a:prstGeom>
        </p:spPr>
        <p:txBody>
          <a:bodyPr/>
          <a:lstStyle>
            <a:lvl1pPr>
              <a:defRPr sz="1800" b="0">
                <a:solidFill>
                  <a:schemeClr val="tx1"/>
                </a:solidFill>
              </a:defRPr>
            </a:lvl1pPr>
          </a:lstStyle>
          <a:p>
            <a:pPr lvl="0"/>
            <a:r>
              <a:rPr lang="en-US"/>
              <a:t>Body Text</a:t>
            </a:r>
          </a:p>
        </p:txBody>
      </p:sp>
      <p:sp>
        <p:nvSpPr>
          <p:cNvPr id="23" name="Text Placeholder 3">
            <a:extLst>
              <a:ext uri="{FF2B5EF4-FFF2-40B4-BE49-F238E27FC236}">
                <a16:creationId xmlns:a16="http://schemas.microsoft.com/office/drawing/2014/main" id="{8D297326-96A9-0999-3DB4-AB75B5973F41}"/>
              </a:ext>
            </a:extLst>
          </p:cNvPr>
          <p:cNvSpPr>
            <a:spLocks noGrp="1"/>
          </p:cNvSpPr>
          <p:nvPr>
            <p:ph type="body" sz="quarter" idx="25" hasCustomPrompt="1"/>
          </p:nvPr>
        </p:nvSpPr>
        <p:spPr>
          <a:xfrm>
            <a:off x="252880" y="3574553"/>
            <a:ext cx="11640298" cy="400426"/>
          </a:xfrm>
          <a:prstGeom prst="rect">
            <a:avLst/>
          </a:prstGeom>
        </p:spPr>
        <p:txBody>
          <a:bodyPr/>
          <a:lstStyle>
            <a:lvl1pPr>
              <a:defRPr sz="2000" b="1">
                <a:solidFill>
                  <a:schemeClr val="accent2"/>
                </a:solidFill>
              </a:defRPr>
            </a:lvl1pPr>
          </a:lstStyle>
          <a:p>
            <a:pPr lvl="0"/>
            <a:r>
              <a:rPr lang="en-US" dirty="0"/>
              <a:t>Second Heading</a:t>
            </a:r>
          </a:p>
        </p:txBody>
      </p:sp>
      <p:sp>
        <p:nvSpPr>
          <p:cNvPr id="24" name="Text Placeholder 3">
            <a:extLst>
              <a:ext uri="{FF2B5EF4-FFF2-40B4-BE49-F238E27FC236}">
                <a16:creationId xmlns:a16="http://schemas.microsoft.com/office/drawing/2014/main" id="{AD4041E6-0CF8-158D-EA44-F113216A87BE}"/>
              </a:ext>
            </a:extLst>
          </p:cNvPr>
          <p:cNvSpPr>
            <a:spLocks noGrp="1"/>
          </p:cNvSpPr>
          <p:nvPr>
            <p:ph type="body" sz="quarter" idx="26" hasCustomPrompt="1"/>
          </p:nvPr>
        </p:nvSpPr>
        <p:spPr>
          <a:xfrm>
            <a:off x="252879" y="4047347"/>
            <a:ext cx="3751355" cy="1302218"/>
          </a:xfrm>
          <a:prstGeom prst="rect">
            <a:avLst/>
          </a:prstGeom>
        </p:spPr>
        <p:txBody>
          <a:bodyPr/>
          <a:lstStyle>
            <a:lvl1pPr>
              <a:defRPr sz="1800" b="0">
                <a:solidFill>
                  <a:schemeClr val="bg1"/>
                </a:solidFill>
              </a:defRPr>
            </a:lvl1pPr>
          </a:lstStyle>
          <a:p>
            <a:pPr lvl="0"/>
            <a:r>
              <a:rPr lang="en-US"/>
              <a:t>Body Text</a:t>
            </a:r>
          </a:p>
        </p:txBody>
      </p:sp>
      <p:sp>
        <p:nvSpPr>
          <p:cNvPr id="25" name="Text Placeholder 3">
            <a:extLst>
              <a:ext uri="{FF2B5EF4-FFF2-40B4-BE49-F238E27FC236}">
                <a16:creationId xmlns:a16="http://schemas.microsoft.com/office/drawing/2014/main" id="{B925471F-4118-DFD3-0DC7-E5D4C80779E1}"/>
              </a:ext>
            </a:extLst>
          </p:cNvPr>
          <p:cNvSpPr>
            <a:spLocks noGrp="1"/>
          </p:cNvSpPr>
          <p:nvPr>
            <p:ph type="body" sz="quarter" idx="27" hasCustomPrompt="1"/>
          </p:nvPr>
        </p:nvSpPr>
        <p:spPr>
          <a:xfrm>
            <a:off x="4197351" y="4047347"/>
            <a:ext cx="3751355" cy="1302218"/>
          </a:xfrm>
          <a:prstGeom prst="rect">
            <a:avLst/>
          </a:prstGeom>
        </p:spPr>
        <p:txBody>
          <a:bodyPr/>
          <a:lstStyle>
            <a:lvl1pPr>
              <a:defRPr sz="1800" b="0">
                <a:solidFill>
                  <a:schemeClr val="bg1"/>
                </a:solidFill>
              </a:defRPr>
            </a:lvl1pPr>
          </a:lstStyle>
          <a:p>
            <a:pPr lvl="0"/>
            <a:r>
              <a:rPr lang="en-US"/>
              <a:t>Body Text</a:t>
            </a:r>
          </a:p>
        </p:txBody>
      </p:sp>
      <p:sp>
        <p:nvSpPr>
          <p:cNvPr id="26" name="Text Placeholder 3">
            <a:extLst>
              <a:ext uri="{FF2B5EF4-FFF2-40B4-BE49-F238E27FC236}">
                <a16:creationId xmlns:a16="http://schemas.microsoft.com/office/drawing/2014/main" id="{BFE58A6E-77AD-55D8-2D29-AAF5BCA4BBCA}"/>
              </a:ext>
            </a:extLst>
          </p:cNvPr>
          <p:cNvSpPr>
            <a:spLocks noGrp="1"/>
          </p:cNvSpPr>
          <p:nvPr>
            <p:ph type="body" sz="quarter" idx="28" hasCustomPrompt="1"/>
          </p:nvPr>
        </p:nvSpPr>
        <p:spPr>
          <a:xfrm>
            <a:off x="8141823" y="4047347"/>
            <a:ext cx="3751355" cy="1302218"/>
          </a:xfrm>
          <a:prstGeom prst="rect">
            <a:avLst/>
          </a:prstGeom>
        </p:spPr>
        <p:txBody>
          <a:bodyPr/>
          <a:lstStyle>
            <a:lvl1pPr>
              <a:defRPr sz="1800" b="0">
                <a:solidFill>
                  <a:schemeClr val="bg1"/>
                </a:solidFill>
              </a:defRPr>
            </a:lvl1pPr>
          </a:lstStyle>
          <a:p>
            <a:pPr lvl="0"/>
            <a:r>
              <a:rPr lang="en-US"/>
              <a:t>Body Text</a:t>
            </a:r>
          </a:p>
        </p:txBody>
      </p:sp>
      <p:pic>
        <p:nvPicPr>
          <p:cNvPr id="2" name="Picture 1" descr="A white letter on a black background&#10;&#10;Description automatically generated">
            <a:extLst>
              <a:ext uri="{FF2B5EF4-FFF2-40B4-BE49-F238E27FC236}">
                <a16:creationId xmlns:a16="http://schemas.microsoft.com/office/drawing/2014/main" id="{C567FA4C-F40C-F68A-568D-CC73679FE46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94795" y="6640504"/>
            <a:ext cx="895667" cy="145267"/>
          </a:xfrm>
          <a:prstGeom prst="rect">
            <a:avLst/>
          </a:prstGeom>
        </p:spPr>
      </p:pic>
      <p:sp>
        <p:nvSpPr>
          <p:cNvPr id="4" name="Slide Number Placeholder 5">
            <a:extLst>
              <a:ext uri="{FF2B5EF4-FFF2-40B4-BE49-F238E27FC236}">
                <a16:creationId xmlns:a16="http://schemas.microsoft.com/office/drawing/2014/main" id="{94A4EDEB-A63A-9389-3520-C289FECDACC8}"/>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Tree>
    <p:extLst>
      <p:ext uri="{BB962C8B-B14F-4D97-AF65-F5344CB8AC3E}">
        <p14:creationId xmlns:p14="http://schemas.microsoft.com/office/powerpoint/2010/main" val="29411418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p_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7BF4972-3F3A-4DDC-9690-4753E627F1AE}"/>
              </a:ext>
            </a:extLst>
          </p:cNvPr>
          <p:cNvSpPr/>
          <p:nvPr userDrawn="1"/>
        </p:nvSpPr>
        <p:spPr>
          <a:xfrm flipV="1">
            <a:off x="0" y="0"/>
            <a:ext cx="12192000" cy="343916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Text Placeholder 3">
            <a:extLst>
              <a:ext uri="{FF2B5EF4-FFF2-40B4-BE49-F238E27FC236}">
                <a16:creationId xmlns:a16="http://schemas.microsoft.com/office/drawing/2014/main" id="{30DEFD52-3EE4-E374-0FC0-A7063D4E4248}"/>
              </a:ext>
            </a:extLst>
          </p:cNvPr>
          <p:cNvSpPr>
            <a:spLocks noGrp="1"/>
          </p:cNvSpPr>
          <p:nvPr>
            <p:ph type="body" sz="quarter" idx="20" hasCustomPrompt="1"/>
          </p:nvPr>
        </p:nvSpPr>
        <p:spPr>
          <a:xfrm>
            <a:off x="252880" y="334029"/>
            <a:ext cx="11640298" cy="472794"/>
          </a:xfrm>
          <a:prstGeom prst="rect">
            <a:avLst/>
          </a:prstGeom>
        </p:spPr>
        <p:txBody>
          <a:bodyPr/>
          <a:lstStyle>
            <a:lvl1pPr>
              <a:defRPr sz="3600" b="1">
                <a:solidFill>
                  <a:schemeClr val="bg1"/>
                </a:solidFill>
              </a:defRPr>
            </a:lvl1pPr>
          </a:lstStyle>
          <a:p>
            <a:pPr lvl="0"/>
            <a:r>
              <a:rPr lang="en-US"/>
              <a:t>HEADER</a:t>
            </a:r>
          </a:p>
        </p:txBody>
      </p:sp>
      <p:sp>
        <p:nvSpPr>
          <p:cNvPr id="14" name="Text Placeholder 3">
            <a:extLst>
              <a:ext uri="{FF2B5EF4-FFF2-40B4-BE49-F238E27FC236}">
                <a16:creationId xmlns:a16="http://schemas.microsoft.com/office/drawing/2014/main" id="{83B72C79-996A-179B-A6A0-02C745544078}"/>
              </a:ext>
            </a:extLst>
          </p:cNvPr>
          <p:cNvSpPr>
            <a:spLocks noGrp="1"/>
          </p:cNvSpPr>
          <p:nvPr>
            <p:ph type="body" sz="quarter" idx="21" hasCustomPrompt="1"/>
          </p:nvPr>
        </p:nvSpPr>
        <p:spPr>
          <a:xfrm>
            <a:off x="252880" y="806823"/>
            <a:ext cx="11640298" cy="400426"/>
          </a:xfrm>
          <a:prstGeom prst="rect">
            <a:avLst/>
          </a:prstGeom>
        </p:spPr>
        <p:txBody>
          <a:bodyPr/>
          <a:lstStyle>
            <a:lvl1pPr>
              <a:defRPr sz="2000" b="0">
                <a:solidFill>
                  <a:schemeClr val="accent2"/>
                </a:solidFill>
              </a:defRPr>
            </a:lvl1pPr>
          </a:lstStyle>
          <a:p>
            <a:pPr lvl="0"/>
            <a:r>
              <a:rPr lang="en-US" dirty="0"/>
              <a:t>Optional Subheading</a:t>
            </a:r>
          </a:p>
        </p:txBody>
      </p:sp>
      <p:sp>
        <p:nvSpPr>
          <p:cNvPr id="15" name="Text Placeholder 3">
            <a:extLst>
              <a:ext uri="{FF2B5EF4-FFF2-40B4-BE49-F238E27FC236}">
                <a16:creationId xmlns:a16="http://schemas.microsoft.com/office/drawing/2014/main" id="{5FEAE2ED-1CC5-B729-0290-3A111DE2BA26}"/>
              </a:ext>
            </a:extLst>
          </p:cNvPr>
          <p:cNvSpPr>
            <a:spLocks noGrp="1"/>
          </p:cNvSpPr>
          <p:nvPr>
            <p:ph type="body" sz="quarter" idx="22" hasCustomPrompt="1"/>
          </p:nvPr>
        </p:nvSpPr>
        <p:spPr>
          <a:xfrm>
            <a:off x="252879" y="1279617"/>
            <a:ext cx="3751355" cy="1302218"/>
          </a:xfrm>
          <a:prstGeom prst="rect">
            <a:avLst/>
          </a:prstGeom>
        </p:spPr>
        <p:txBody>
          <a:bodyPr/>
          <a:lstStyle>
            <a:lvl1pPr>
              <a:defRPr sz="1800" b="0">
                <a:solidFill>
                  <a:schemeClr val="bg1"/>
                </a:solidFill>
              </a:defRPr>
            </a:lvl1pPr>
          </a:lstStyle>
          <a:p>
            <a:pPr lvl="0"/>
            <a:r>
              <a:rPr lang="en-US"/>
              <a:t>Body Text</a:t>
            </a:r>
          </a:p>
        </p:txBody>
      </p:sp>
      <p:sp>
        <p:nvSpPr>
          <p:cNvPr id="16" name="Text Placeholder 3">
            <a:extLst>
              <a:ext uri="{FF2B5EF4-FFF2-40B4-BE49-F238E27FC236}">
                <a16:creationId xmlns:a16="http://schemas.microsoft.com/office/drawing/2014/main" id="{F2EEC7E8-B659-EA24-8E20-2780B8F63B18}"/>
              </a:ext>
            </a:extLst>
          </p:cNvPr>
          <p:cNvSpPr>
            <a:spLocks noGrp="1"/>
          </p:cNvSpPr>
          <p:nvPr>
            <p:ph type="body" sz="quarter" idx="23" hasCustomPrompt="1"/>
          </p:nvPr>
        </p:nvSpPr>
        <p:spPr>
          <a:xfrm>
            <a:off x="4197351" y="1279617"/>
            <a:ext cx="3751355" cy="1302218"/>
          </a:xfrm>
          <a:prstGeom prst="rect">
            <a:avLst/>
          </a:prstGeom>
        </p:spPr>
        <p:txBody>
          <a:bodyPr/>
          <a:lstStyle>
            <a:lvl1pPr>
              <a:defRPr sz="1800" b="0">
                <a:solidFill>
                  <a:schemeClr val="bg1"/>
                </a:solidFill>
              </a:defRPr>
            </a:lvl1pPr>
          </a:lstStyle>
          <a:p>
            <a:pPr lvl="0"/>
            <a:r>
              <a:rPr lang="en-US"/>
              <a:t>Body Text</a:t>
            </a:r>
          </a:p>
        </p:txBody>
      </p:sp>
      <p:sp>
        <p:nvSpPr>
          <p:cNvPr id="17" name="Text Placeholder 3">
            <a:extLst>
              <a:ext uri="{FF2B5EF4-FFF2-40B4-BE49-F238E27FC236}">
                <a16:creationId xmlns:a16="http://schemas.microsoft.com/office/drawing/2014/main" id="{E36C5900-FACD-FEFE-05BB-77E4BEA3800D}"/>
              </a:ext>
            </a:extLst>
          </p:cNvPr>
          <p:cNvSpPr>
            <a:spLocks noGrp="1"/>
          </p:cNvSpPr>
          <p:nvPr>
            <p:ph type="body" sz="quarter" idx="24" hasCustomPrompt="1"/>
          </p:nvPr>
        </p:nvSpPr>
        <p:spPr>
          <a:xfrm>
            <a:off x="8141823" y="1279617"/>
            <a:ext cx="3751355" cy="1302218"/>
          </a:xfrm>
          <a:prstGeom prst="rect">
            <a:avLst/>
          </a:prstGeom>
        </p:spPr>
        <p:txBody>
          <a:bodyPr/>
          <a:lstStyle>
            <a:lvl1pPr>
              <a:defRPr sz="1800" b="0">
                <a:solidFill>
                  <a:schemeClr val="bg1"/>
                </a:solidFill>
              </a:defRPr>
            </a:lvl1pPr>
          </a:lstStyle>
          <a:p>
            <a:pPr lvl="0"/>
            <a:r>
              <a:rPr lang="en-US"/>
              <a:t>Body Text</a:t>
            </a:r>
          </a:p>
        </p:txBody>
      </p:sp>
      <p:sp>
        <p:nvSpPr>
          <p:cNvPr id="23" name="Text Placeholder 3">
            <a:extLst>
              <a:ext uri="{FF2B5EF4-FFF2-40B4-BE49-F238E27FC236}">
                <a16:creationId xmlns:a16="http://schemas.microsoft.com/office/drawing/2014/main" id="{8D297326-96A9-0999-3DB4-AB75B5973F41}"/>
              </a:ext>
            </a:extLst>
          </p:cNvPr>
          <p:cNvSpPr>
            <a:spLocks noGrp="1"/>
          </p:cNvSpPr>
          <p:nvPr>
            <p:ph type="body" sz="quarter" idx="25" hasCustomPrompt="1"/>
          </p:nvPr>
        </p:nvSpPr>
        <p:spPr>
          <a:xfrm>
            <a:off x="252880" y="3574553"/>
            <a:ext cx="11640298" cy="400426"/>
          </a:xfrm>
          <a:prstGeom prst="rect">
            <a:avLst/>
          </a:prstGeom>
        </p:spPr>
        <p:txBody>
          <a:bodyPr/>
          <a:lstStyle>
            <a:lvl1pPr>
              <a:defRPr sz="2000" b="1">
                <a:solidFill>
                  <a:schemeClr val="tx1"/>
                </a:solidFill>
              </a:defRPr>
            </a:lvl1pPr>
          </a:lstStyle>
          <a:p>
            <a:pPr lvl="0"/>
            <a:r>
              <a:rPr lang="en-US" dirty="0"/>
              <a:t>Second Heading</a:t>
            </a:r>
          </a:p>
        </p:txBody>
      </p:sp>
      <p:sp>
        <p:nvSpPr>
          <p:cNvPr id="24" name="Text Placeholder 3">
            <a:extLst>
              <a:ext uri="{FF2B5EF4-FFF2-40B4-BE49-F238E27FC236}">
                <a16:creationId xmlns:a16="http://schemas.microsoft.com/office/drawing/2014/main" id="{AD4041E6-0CF8-158D-EA44-F113216A87BE}"/>
              </a:ext>
            </a:extLst>
          </p:cNvPr>
          <p:cNvSpPr>
            <a:spLocks noGrp="1"/>
          </p:cNvSpPr>
          <p:nvPr>
            <p:ph type="body" sz="quarter" idx="26" hasCustomPrompt="1"/>
          </p:nvPr>
        </p:nvSpPr>
        <p:spPr>
          <a:xfrm>
            <a:off x="252879" y="4047347"/>
            <a:ext cx="3751355" cy="1302218"/>
          </a:xfrm>
          <a:prstGeom prst="rect">
            <a:avLst/>
          </a:prstGeom>
        </p:spPr>
        <p:txBody>
          <a:bodyPr/>
          <a:lstStyle>
            <a:lvl1pPr>
              <a:defRPr sz="1800" b="0">
                <a:solidFill>
                  <a:schemeClr val="tx1"/>
                </a:solidFill>
              </a:defRPr>
            </a:lvl1pPr>
          </a:lstStyle>
          <a:p>
            <a:pPr lvl="0"/>
            <a:r>
              <a:rPr lang="en-US"/>
              <a:t>Body Text</a:t>
            </a:r>
          </a:p>
        </p:txBody>
      </p:sp>
      <p:sp>
        <p:nvSpPr>
          <p:cNvPr id="25" name="Text Placeholder 3">
            <a:extLst>
              <a:ext uri="{FF2B5EF4-FFF2-40B4-BE49-F238E27FC236}">
                <a16:creationId xmlns:a16="http://schemas.microsoft.com/office/drawing/2014/main" id="{B925471F-4118-DFD3-0DC7-E5D4C80779E1}"/>
              </a:ext>
            </a:extLst>
          </p:cNvPr>
          <p:cNvSpPr>
            <a:spLocks noGrp="1"/>
          </p:cNvSpPr>
          <p:nvPr>
            <p:ph type="body" sz="quarter" idx="27" hasCustomPrompt="1"/>
          </p:nvPr>
        </p:nvSpPr>
        <p:spPr>
          <a:xfrm>
            <a:off x="4197351" y="4047347"/>
            <a:ext cx="3751355" cy="1302218"/>
          </a:xfrm>
          <a:prstGeom prst="rect">
            <a:avLst/>
          </a:prstGeom>
        </p:spPr>
        <p:txBody>
          <a:bodyPr/>
          <a:lstStyle>
            <a:lvl1pPr>
              <a:defRPr sz="1800" b="0">
                <a:solidFill>
                  <a:schemeClr val="tx1"/>
                </a:solidFill>
              </a:defRPr>
            </a:lvl1pPr>
          </a:lstStyle>
          <a:p>
            <a:pPr lvl="0"/>
            <a:r>
              <a:rPr lang="en-US"/>
              <a:t>Body Text</a:t>
            </a:r>
          </a:p>
        </p:txBody>
      </p:sp>
      <p:sp>
        <p:nvSpPr>
          <p:cNvPr id="26" name="Text Placeholder 3">
            <a:extLst>
              <a:ext uri="{FF2B5EF4-FFF2-40B4-BE49-F238E27FC236}">
                <a16:creationId xmlns:a16="http://schemas.microsoft.com/office/drawing/2014/main" id="{BFE58A6E-77AD-55D8-2D29-AAF5BCA4BBCA}"/>
              </a:ext>
            </a:extLst>
          </p:cNvPr>
          <p:cNvSpPr>
            <a:spLocks noGrp="1"/>
          </p:cNvSpPr>
          <p:nvPr>
            <p:ph type="body" sz="quarter" idx="28" hasCustomPrompt="1"/>
          </p:nvPr>
        </p:nvSpPr>
        <p:spPr>
          <a:xfrm>
            <a:off x="8141823" y="4047347"/>
            <a:ext cx="3751355" cy="1302218"/>
          </a:xfrm>
          <a:prstGeom prst="rect">
            <a:avLst/>
          </a:prstGeom>
        </p:spPr>
        <p:txBody>
          <a:bodyPr/>
          <a:lstStyle>
            <a:lvl1pPr>
              <a:defRPr sz="1800" b="0">
                <a:solidFill>
                  <a:schemeClr val="tx1"/>
                </a:solidFill>
              </a:defRPr>
            </a:lvl1pPr>
          </a:lstStyle>
          <a:p>
            <a:pPr lvl="0"/>
            <a:r>
              <a:rPr lang="en-US"/>
              <a:t>Body Text</a:t>
            </a:r>
          </a:p>
        </p:txBody>
      </p:sp>
      <p:sp>
        <p:nvSpPr>
          <p:cNvPr id="3" name="Slide Number Placeholder 5">
            <a:extLst>
              <a:ext uri="{FF2B5EF4-FFF2-40B4-BE49-F238E27FC236}">
                <a16:creationId xmlns:a16="http://schemas.microsoft.com/office/drawing/2014/main" id="{E1E0EAAD-DCAB-C7B9-48B4-AD078E394B3E}"/>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pic>
        <p:nvPicPr>
          <p:cNvPr id="4" name="Picture 3" descr="A blue and black logo&#10;&#10;AI-generated content may be incorrect.">
            <a:extLst>
              <a:ext uri="{FF2B5EF4-FFF2-40B4-BE49-F238E27FC236}">
                <a16:creationId xmlns:a16="http://schemas.microsoft.com/office/drawing/2014/main" id="{5B03F114-1CCA-2BCD-AEB7-33A97C12C505}"/>
              </a:ext>
            </a:extLst>
          </p:cNvPr>
          <p:cNvPicPr>
            <a:picLocks noChangeAspect="1"/>
          </p:cNvPicPr>
          <p:nvPr userDrawn="1"/>
        </p:nvPicPr>
        <p:blipFill>
          <a:blip r:embed="rId2"/>
          <a:stretch>
            <a:fillRect/>
          </a:stretch>
        </p:blipFill>
        <p:spPr>
          <a:xfrm>
            <a:off x="10983861" y="6549780"/>
            <a:ext cx="924065" cy="357025"/>
          </a:xfrm>
          <a:prstGeom prst="rect">
            <a:avLst/>
          </a:prstGeom>
        </p:spPr>
      </p:pic>
    </p:spTree>
    <p:extLst>
      <p:ext uri="{BB962C8B-B14F-4D97-AF65-F5344CB8AC3E}">
        <p14:creationId xmlns:p14="http://schemas.microsoft.com/office/powerpoint/2010/main" val="14837038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 Image Layout_light">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A1B8D2E2-076B-F3F0-5D4F-4CFC1574C5AA}"/>
              </a:ext>
            </a:extLst>
          </p:cNvPr>
          <p:cNvSpPr>
            <a:spLocks noGrp="1"/>
          </p:cNvSpPr>
          <p:nvPr>
            <p:ph type="body" sz="quarter" idx="20" hasCustomPrompt="1"/>
          </p:nvPr>
        </p:nvSpPr>
        <p:spPr>
          <a:xfrm>
            <a:off x="252880" y="334029"/>
            <a:ext cx="11640298" cy="472794"/>
          </a:xfrm>
          <a:prstGeom prst="rect">
            <a:avLst/>
          </a:prstGeom>
        </p:spPr>
        <p:txBody>
          <a:bodyPr/>
          <a:lstStyle>
            <a:lvl1pPr>
              <a:defRPr sz="3600" b="1">
                <a:solidFill>
                  <a:schemeClr val="tx1"/>
                </a:solidFill>
              </a:defRPr>
            </a:lvl1pPr>
          </a:lstStyle>
          <a:p>
            <a:pPr lvl="0"/>
            <a:r>
              <a:rPr lang="en-US"/>
              <a:t>HEADER</a:t>
            </a:r>
          </a:p>
        </p:txBody>
      </p:sp>
      <p:sp>
        <p:nvSpPr>
          <p:cNvPr id="7" name="Text Placeholder 3">
            <a:extLst>
              <a:ext uri="{FF2B5EF4-FFF2-40B4-BE49-F238E27FC236}">
                <a16:creationId xmlns:a16="http://schemas.microsoft.com/office/drawing/2014/main" id="{6F1FD4CF-7EC5-E1BB-6828-B4942C11BD55}"/>
              </a:ext>
            </a:extLst>
          </p:cNvPr>
          <p:cNvSpPr>
            <a:spLocks noGrp="1"/>
          </p:cNvSpPr>
          <p:nvPr>
            <p:ph type="body" sz="quarter" idx="21" hasCustomPrompt="1"/>
          </p:nvPr>
        </p:nvSpPr>
        <p:spPr>
          <a:xfrm>
            <a:off x="252880" y="806823"/>
            <a:ext cx="11640298" cy="400426"/>
          </a:xfrm>
          <a:prstGeom prst="rect">
            <a:avLst/>
          </a:prstGeom>
        </p:spPr>
        <p:txBody>
          <a:bodyPr/>
          <a:lstStyle>
            <a:lvl1pPr>
              <a:defRPr sz="2000" b="0">
                <a:solidFill>
                  <a:schemeClr val="bg1">
                    <a:lumMod val="50000"/>
                  </a:schemeClr>
                </a:solidFill>
              </a:defRPr>
            </a:lvl1pPr>
          </a:lstStyle>
          <a:p>
            <a:pPr lvl="0"/>
            <a:r>
              <a:rPr lang="en-US" dirty="0"/>
              <a:t>Optional Subheading</a:t>
            </a:r>
          </a:p>
        </p:txBody>
      </p:sp>
      <p:pic>
        <p:nvPicPr>
          <p:cNvPr id="2" name="Picture 1" descr="A white letter on a black background&#10;&#10;Description automatically generated">
            <a:extLst>
              <a:ext uri="{FF2B5EF4-FFF2-40B4-BE49-F238E27FC236}">
                <a16:creationId xmlns:a16="http://schemas.microsoft.com/office/drawing/2014/main" id="{DB75DC08-AA3D-0B9B-BE10-9FC365A6C05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94795" y="6640504"/>
            <a:ext cx="895667" cy="145267"/>
          </a:xfrm>
          <a:prstGeom prst="rect">
            <a:avLst/>
          </a:prstGeom>
        </p:spPr>
      </p:pic>
      <p:sp>
        <p:nvSpPr>
          <p:cNvPr id="3" name="Slide Number Placeholder 5">
            <a:extLst>
              <a:ext uri="{FF2B5EF4-FFF2-40B4-BE49-F238E27FC236}">
                <a16:creationId xmlns:a16="http://schemas.microsoft.com/office/drawing/2014/main" id="{BE5E0668-E0F2-65E6-9657-1B52048065B1}"/>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
        <p:nvSpPr>
          <p:cNvPr id="9" name="Picture Placeholder 8">
            <a:extLst>
              <a:ext uri="{FF2B5EF4-FFF2-40B4-BE49-F238E27FC236}">
                <a16:creationId xmlns:a16="http://schemas.microsoft.com/office/drawing/2014/main" id="{1752A340-B81A-13C9-2A4F-A4E14A7ACC9E}"/>
              </a:ext>
            </a:extLst>
          </p:cNvPr>
          <p:cNvSpPr>
            <a:spLocks noGrp="1"/>
          </p:cNvSpPr>
          <p:nvPr>
            <p:ph type="pic" sz="quarter" idx="22"/>
          </p:nvPr>
        </p:nvSpPr>
        <p:spPr>
          <a:xfrm>
            <a:off x="252413" y="1387475"/>
            <a:ext cx="2727455" cy="3641725"/>
          </a:xfrm>
          <a:prstGeom prst="rect">
            <a:avLst/>
          </a:prstGeom>
        </p:spPr>
        <p:txBody>
          <a:bodyPr/>
          <a:lstStyle/>
          <a:p>
            <a:endParaRPr lang="en-US"/>
          </a:p>
        </p:txBody>
      </p:sp>
      <p:sp>
        <p:nvSpPr>
          <p:cNvPr id="16" name="Picture Placeholder 8">
            <a:extLst>
              <a:ext uri="{FF2B5EF4-FFF2-40B4-BE49-F238E27FC236}">
                <a16:creationId xmlns:a16="http://schemas.microsoft.com/office/drawing/2014/main" id="{A03AD0B1-EB01-5145-8BD4-43AF370962A3}"/>
              </a:ext>
            </a:extLst>
          </p:cNvPr>
          <p:cNvSpPr>
            <a:spLocks noGrp="1"/>
          </p:cNvSpPr>
          <p:nvPr>
            <p:ph type="pic" sz="quarter" idx="23"/>
          </p:nvPr>
        </p:nvSpPr>
        <p:spPr>
          <a:xfrm>
            <a:off x="3221224" y="1387475"/>
            <a:ext cx="2727455" cy="3641725"/>
          </a:xfrm>
          <a:prstGeom prst="rect">
            <a:avLst/>
          </a:prstGeom>
        </p:spPr>
        <p:txBody>
          <a:bodyPr/>
          <a:lstStyle/>
          <a:p>
            <a:endParaRPr lang="en-US"/>
          </a:p>
        </p:txBody>
      </p:sp>
      <p:sp>
        <p:nvSpPr>
          <p:cNvPr id="17" name="Picture Placeholder 8">
            <a:extLst>
              <a:ext uri="{FF2B5EF4-FFF2-40B4-BE49-F238E27FC236}">
                <a16:creationId xmlns:a16="http://schemas.microsoft.com/office/drawing/2014/main" id="{AE81C313-CFFE-7242-F236-8C090F189258}"/>
              </a:ext>
            </a:extLst>
          </p:cNvPr>
          <p:cNvSpPr>
            <a:spLocks noGrp="1"/>
          </p:cNvSpPr>
          <p:nvPr>
            <p:ph type="pic" sz="quarter" idx="24"/>
          </p:nvPr>
        </p:nvSpPr>
        <p:spPr>
          <a:xfrm>
            <a:off x="6190035" y="1387475"/>
            <a:ext cx="2727455" cy="3641725"/>
          </a:xfrm>
          <a:prstGeom prst="rect">
            <a:avLst/>
          </a:prstGeom>
        </p:spPr>
        <p:txBody>
          <a:bodyPr/>
          <a:lstStyle/>
          <a:p>
            <a:endParaRPr lang="en-US"/>
          </a:p>
        </p:txBody>
      </p:sp>
      <p:sp>
        <p:nvSpPr>
          <p:cNvPr id="18" name="Picture Placeholder 8">
            <a:extLst>
              <a:ext uri="{FF2B5EF4-FFF2-40B4-BE49-F238E27FC236}">
                <a16:creationId xmlns:a16="http://schemas.microsoft.com/office/drawing/2014/main" id="{13538D4F-C63B-17F8-B0B0-2474A07DA6FE}"/>
              </a:ext>
            </a:extLst>
          </p:cNvPr>
          <p:cNvSpPr>
            <a:spLocks noGrp="1"/>
          </p:cNvSpPr>
          <p:nvPr>
            <p:ph type="pic" sz="quarter" idx="25"/>
          </p:nvPr>
        </p:nvSpPr>
        <p:spPr>
          <a:xfrm>
            <a:off x="9158846" y="1387475"/>
            <a:ext cx="2727455" cy="3641725"/>
          </a:xfrm>
          <a:prstGeom prst="rect">
            <a:avLst/>
          </a:prstGeom>
        </p:spPr>
        <p:txBody>
          <a:bodyPr/>
          <a:lstStyle/>
          <a:p>
            <a:endParaRPr lang="en-US"/>
          </a:p>
        </p:txBody>
      </p:sp>
      <p:sp>
        <p:nvSpPr>
          <p:cNvPr id="4" name="Text Placeholder 10">
            <a:extLst>
              <a:ext uri="{FF2B5EF4-FFF2-40B4-BE49-F238E27FC236}">
                <a16:creationId xmlns:a16="http://schemas.microsoft.com/office/drawing/2014/main" id="{CE8C4259-8339-BC46-91CA-F8A577856251}"/>
              </a:ext>
            </a:extLst>
          </p:cNvPr>
          <p:cNvSpPr>
            <a:spLocks noGrp="1"/>
          </p:cNvSpPr>
          <p:nvPr>
            <p:ph type="body" sz="quarter" idx="26" hasCustomPrompt="1"/>
          </p:nvPr>
        </p:nvSpPr>
        <p:spPr>
          <a:xfrm>
            <a:off x="252283" y="5183188"/>
            <a:ext cx="2727455" cy="1119187"/>
          </a:xfrm>
          <a:prstGeom prst="rect">
            <a:avLst/>
          </a:prstGeom>
        </p:spPr>
        <p:txBody>
          <a:bodyPr/>
          <a:lstStyle>
            <a:lvl1pPr algn="ctr">
              <a:defRPr sz="1800"/>
            </a:lvl1pPr>
          </a:lstStyle>
          <a:p>
            <a:pPr lvl="0"/>
            <a:r>
              <a:rPr lang="en-US" dirty="0"/>
              <a:t>Text</a:t>
            </a:r>
          </a:p>
        </p:txBody>
      </p:sp>
      <p:sp>
        <p:nvSpPr>
          <p:cNvPr id="5" name="Text Placeholder 10">
            <a:extLst>
              <a:ext uri="{FF2B5EF4-FFF2-40B4-BE49-F238E27FC236}">
                <a16:creationId xmlns:a16="http://schemas.microsoft.com/office/drawing/2014/main" id="{4664651E-D0D0-AE67-E2A9-5BE2C3A458A5}"/>
              </a:ext>
            </a:extLst>
          </p:cNvPr>
          <p:cNvSpPr>
            <a:spLocks noGrp="1"/>
          </p:cNvSpPr>
          <p:nvPr>
            <p:ph type="body" sz="quarter" idx="27" hasCustomPrompt="1"/>
          </p:nvPr>
        </p:nvSpPr>
        <p:spPr>
          <a:xfrm>
            <a:off x="3221223" y="5183188"/>
            <a:ext cx="2727455" cy="1119187"/>
          </a:xfrm>
          <a:prstGeom prst="rect">
            <a:avLst/>
          </a:prstGeom>
        </p:spPr>
        <p:txBody>
          <a:bodyPr/>
          <a:lstStyle>
            <a:lvl1pPr algn="ctr">
              <a:defRPr sz="1800"/>
            </a:lvl1pPr>
          </a:lstStyle>
          <a:p>
            <a:pPr lvl="0"/>
            <a:r>
              <a:rPr lang="en-US" dirty="0"/>
              <a:t>Text</a:t>
            </a:r>
          </a:p>
        </p:txBody>
      </p:sp>
      <p:sp>
        <p:nvSpPr>
          <p:cNvPr id="8" name="Text Placeholder 10">
            <a:extLst>
              <a:ext uri="{FF2B5EF4-FFF2-40B4-BE49-F238E27FC236}">
                <a16:creationId xmlns:a16="http://schemas.microsoft.com/office/drawing/2014/main" id="{BD555B14-A48F-B142-B1E5-B9FC446C0489}"/>
              </a:ext>
            </a:extLst>
          </p:cNvPr>
          <p:cNvSpPr>
            <a:spLocks noGrp="1"/>
          </p:cNvSpPr>
          <p:nvPr>
            <p:ph type="body" sz="quarter" idx="28" hasCustomPrompt="1"/>
          </p:nvPr>
        </p:nvSpPr>
        <p:spPr>
          <a:xfrm>
            <a:off x="6190034" y="5183188"/>
            <a:ext cx="2727455" cy="1119187"/>
          </a:xfrm>
          <a:prstGeom prst="rect">
            <a:avLst/>
          </a:prstGeom>
        </p:spPr>
        <p:txBody>
          <a:bodyPr/>
          <a:lstStyle>
            <a:lvl1pPr algn="ctr">
              <a:defRPr sz="1800"/>
            </a:lvl1pPr>
          </a:lstStyle>
          <a:p>
            <a:pPr lvl="0"/>
            <a:r>
              <a:rPr lang="en-US" dirty="0"/>
              <a:t>Text</a:t>
            </a:r>
          </a:p>
        </p:txBody>
      </p:sp>
      <p:sp>
        <p:nvSpPr>
          <p:cNvPr id="10" name="Text Placeholder 10">
            <a:extLst>
              <a:ext uri="{FF2B5EF4-FFF2-40B4-BE49-F238E27FC236}">
                <a16:creationId xmlns:a16="http://schemas.microsoft.com/office/drawing/2014/main" id="{C522591A-690D-94E5-448F-A366290A8B7C}"/>
              </a:ext>
            </a:extLst>
          </p:cNvPr>
          <p:cNvSpPr>
            <a:spLocks noGrp="1"/>
          </p:cNvSpPr>
          <p:nvPr>
            <p:ph type="body" sz="quarter" idx="29" hasCustomPrompt="1"/>
          </p:nvPr>
        </p:nvSpPr>
        <p:spPr>
          <a:xfrm>
            <a:off x="9158845" y="5183188"/>
            <a:ext cx="2727455" cy="1119187"/>
          </a:xfrm>
          <a:prstGeom prst="rect">
            <a:avLst/>
          </a:prstGeom>
        </p:spPr>
        <p:txBody>
          <a:bodyPr/>
          <a:lstStyle>
            <a:lvl1pPr algn="ctr">
              <a:defRPr sz="1800"/>
            </a:lvl1pPr>
          </a:lstStyle>
          <a:p>
            <a:pPr lvl="0"/>
            <a:r>
              <a:rPr lang="en-US" dirty="0"/>
              <a:t>Text</a:t>
            </a:r>
          </a:p>
        </p:txBody>
      </p:sp>
      <p:pic>
        <p:nvPicPr>
          <p:cNvPr id="11" name="Picture 10" descr="A blue and black logo&#10;&#10;AI-generated content may be incorrect.">
            <a:extLst>
              <a:ext uri="{FF2B5EF4-FFF2-40B4-BE49-F238E27FC236}">
                <a16:creationId xmlns:a16="http://schemas.microsoft.com/office/drawing/2014/main" id="{36354173-2455-38A6-D850-9E30EBFAA28A}"/>
              </a:ext>
            </a:extLst>
          </p:cNvPr>
          <p:cNvPicPr>
            <a:picLocks noChangeAspect="1"/>
          </p:cNvPicPr>
          <p:nvPr userDrawn="1"/>
        </p:nvPicPr>
        <p:blipFill>
          <a:blip r:embed="rId3"/>
          <a:stretch>
            <a:fillRect/>
          </a:stretch>
        </p:blipFill>
        <p:spPr>
          <a:xfrm>
            <a:off x="10983861" y="6549780"/>
            <a:ext cx="924065" cy="357025"/>
          </a:xfrm>
          <a:prstGeom prst="rect">
            <a:avLst/>
          </a:prstGeom>
        </p:spPr>
      </p:pic>
    </p:spTree>
    <p:extLst>
      <p:ext uri="{BB962C8B-B14F-4D97-AF65-F5344CB8AC3E}">
        <p14:creationId xmlns:p14="http://schemas.microsoft.com/office/powerpoint/2010/main" val="26782171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Image Layout_dark">
    <p:bg>
      <p:bgPr>
        <a:solidFill>
          <a:schemeClr val="tx2"/>
        </a:solidFill>
        <a:effectLst/>
      </p:bgPr>
    </p:bg>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A1B8D2E2-076B-F3F0-5D4F-4CFC1574C5AA}"/>
              </a:ext>
            </a:extLst>
          </p:cNvPr>
          <p:cNvSpPr>
            <a:spLocks noGrp="1"/>
          </p:cNvSpPr>
          <p:nvPr>
            <p:ph type="body" sz="quarter" idx="20" hasCustomPrompt="1"/>
          </p:nvPr>
        </p:nvSpPr>
        <p:spPr>
          <a:xfrm>
            <a:off x="253010" y="334029"/>
            <a:ext cx="11640298" cy="472794"/>
          </a:xfrm>
          <a:prstGeom prst="rect">
            <a:avLst/>
          </a:prstGeom>
        </p:spPr>
        <p:txBody>
          <a:bodyPr/>
          <a:lstStyle>
            <a:lvl1pPr>
              <a:defRPr sz="3600" b="1">
                <a:solidFill>
                  <a:schemeClr val="bg1"/>
                </a:solidFill>
              </a:defRPr>
            </a:lvl1pPr>
          </a:lstStyle>
          <a:p>
            <a:pPr lvl="0"/>
            <a:r>
              <a:rPr lang="en-US" dirty="0"/>
              <a:t>HEADER</a:t>
            </a:r>
          </a:p>
        </p:txBody>
      </p:sp>
      <p:pic>
        <p:nvPicPr>
          <p:cNvPr id="2" name="Picture 1" descr="A white letter on a black background&#10;&#10;Description automatically generated">
            <a:extLst>
              <a:ext uri="{FF2B5EF4-FFF2-40B4-BE49-F238E27FC236}">
                <a16:creationId xmlns:a16="http://schemas.microsoft.com/office/drawing/2014/main" id="{DB75DC08-AA3D-0B9B-BE10-9FC365A6C05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94795" y="6640504"/>
            <a:ext cx="895667" cy="145267"/>
          </a:xfrm>
          <a:prstGeom prst="rect">
            <a:avLst/>
          </a:prstGeom>
        </p:spPr>
      </p:pic>
      <p:sp>
        <p:nvSpPr>
          <p:cNvPr id="3" name="Slide Number Placeholder 5">
            <a:extLst>
              <a:ext uri="{FF2B5EF4-FFF2-40B4-BE49-F238E27FC236}">
                <a16:creationId xmlns:a16="http://schemas.microsoft.com/office/drawing/2014/main" id="{BE5E0668-E0F2-65E6-9657-1B52048065B1}"/>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
        <p:nvSpPr>
          <p:cNvPr id="4" name="Picture Placeholder 8">
            <a:extLst>
              <a:ext uri="{FF2B5EF4-FFF2-40B4-BE49-F238E27FC236}">
                <a16:creationId xmlns:a16="http://schemas.microsoft.com/office/drawing/2014/main" id="{39185591-C09F-80CF-5976-B859677D247B}"/>
              </a:ext>
            </a:extLst>
          </p:cNvPr>
          <p:cNvSpPr>
            <a:spLocks noGrp="1"/>
          </p:cNvSpPr>
          <p:nvPr>
            <p:ph type="pic" sz="quarter" idx="22"/>
          </p:nvPr>
        </p:nvSpPr>
        <p:spPr>
          <a:xfrm>
            <a:off x="252413" y="1387475"/>
            <a:ext cx="2727455" cy="3641725"/>
          </a:xfrm>
          <a:prstGeom prst="rect">
            <a:avLst/>
          </a:prstGeom>
        </p:spPr>
        <p:txBody>
          <a:bodyPr/>
          <a:lstStyle>
            <a:lvl1pPr>
              <a:defRPr>
                <a:solidFill>
                  <a:schemeClr val="bg1"/>
                </a:solidFill>
              </a:defRPr>
            </a:lvl1pPr>
          </a:lstStyle>
          <a:p>
            <a:endParaRPr lang="en-US"/>
          </a:p>
        </p:txBody>
      </p:sp>
      <p:sp>
        <p:nvSpPr>
          <p:cNvPr id="5" name="Picture Placeholder 8">
            <a:extLst>
              <a:ext uri="{FF2B5EF4-FFF2-40B4-BE49-F238E27FC236}">
                <a16:creationId xmlns:a16="http://schemas.microsoft.com/office/drawing/2014/main" id="{40C57C8E-9AB5-D4EA-A3DF-E0E1B87E3C2E}"/>
              </a:ext>
            </a:extLst>
          </p:cNvPr>
          <p:cNvSpPr>
            <a:spLocks noGrp="1"/>
          </p:cNvSpPr>
          <p:nvPr>
            <p:ph type="pic" sz="quarter" idx="23"/>
          </p:nvPr>
        </p:nvSpPr>
        <p:spPr>
          <a:xfrm>
            <a:off x="3221224" y="1387475"/>
            <a:ext cx="2727455" cy="3641725"/>
          </a:xfrm>
          <a:prstGeom prst="rect">
            <a:avLst/>
          </a:prstGeom>
        </p:spPr>
        <p:txBody>
          <a:bodyPr/>
          <a:lstStyle>
            <a:lvl1pPr>
              <a:defRPr>
                <a:solidFill>
                  <a:schemeClr val="bg1"/>
                </a:solidFill>
              </a:defRPr>
            </a:lvl1pPr>
          </a:lstStyle>
          <a:p>
            <a:endParaRPr lang="en-US"/>
          </a:p>
        </p:txBody>
      </p:sp>
      <p:sp>
        <p:nvSpPr>
          <p:cNvPr id="8" name="Picture Placeholder 8">
            <a:extLst>
              <a:ext uri="{FF2B5EF4-FFF2-40B4-BE49-F238E27FC236}">
                <a16:creationId xmlns:a16="http://schemas.microsoft.com/office/drawing/2014/main" id="{B73AFC4A-4D17-D889-A190-32467451310C}"/>
              </a:ext>
            </a:extLst>
          </p:cNvPr>
          <p:cNvSpPr>
            <a:spLocks noGrp="1"/>
          </p:cNvSpPr>
          <p:nvPr>
            <p:ph type="pic" sz="quarter" idx="24"/>
          </p:nvPr>
        </p:nvSpPr>
        <p:spPr>
          <a:xfrm>
            <a:off x="6190035" y="1387475"/>
            <a:ext cx="2727455" cy="3641725"/>
          </a:xfrm>
          <a:prstGeom prst="rect">
            <a:avLst/>
          </a:prstGeom>
        </p:spPr>
        <p:txBody>
          <a:bodyPr/>
          <a:lstStyle>
            <a:lvl1pPr>
              <a:defRPr>
                <a:solidFill>
                  <a:schemeClr val="bg1"/>
                </a:solidFill>
              </a:defRPr>
            </a:lvl1pPr>
          </a:lstStyle>
          <a:p>
            <a:endParaRPr lang="en-US"/>
          </a:p>
        </p:txBody>
      </p:sp>
      <p:sp>
        <p:nvSpPr>
          <p:cNvPr id="10" name="Picture Placeholder 8">
            <a:extLst>
              <a:ext uri="{FF2B5EF4-FFF2-40B4-BE49-F238E27FC236}">
                <a16:creationId xmlns:a16="http://schemas.microsoft.com/office/drawing/2014/main" id="{8636D1FF-4AC7-B87D-B8D3-D71951DA2168}"/>
              </a:ext>
            </a:extLst>
          </p:cNvPr>
          <p:cNvSpPr>
            <a:spLocks noGrp="1"/>
          </p:cNvSpPr>
          <p:nvPr>
            <p:ph type="pic" sz="quarter" idx="25"/>
          </p:nvPr>
        </p:nvSpPr>
        <p:spPr>
          <a:xfrm>
            <a:off x="9158846" y="1387475"/>
            <a:ext cx="2727455" cy="3641725"/>
          </a:xfrm>
          <a:prstGeom prst="rect">
            <a:avLst/>
          </a:prstGeom>
        </p:spPr>
        <p:txBody>
          <a:bodyPr/>
          <a:lstStyle>
            <a:lvl1pPr>
              <a:defRPr>
                <a:solidFill>
                  <a:schemeClr val="bg1"/>
                </a:solidFill>
              </a:defRPr>
            </a:lvl1pPr>
          </a:lstStyle>
          <a:p>
            <a:endParaRPr lang="en-US"/>
          </a:p>
        </p:txBody>
      </p:sp>
      <p:sp>
        <p:nvSpPr>
          <p:cNvPr id="11" name="Text Placeholder 10">
            <a:extLst>
              <a:ext uri="{FF2B5EF4-FFF2-40B4-BE49-F238E27FC236}">
                <a16:creationId xmlns:a16="http://schemas.microsoft.com/office/drawing/2014/main" id="{34E3C37E-50FF-DEBD-FFE0-12021561C04A}"/>
              </a:ext>
            </a:extLst>
          </p:cNvPr>
          <p:cNvSpPr>
            <a:spLocks noGrp="1"/>
          </p:cNvSpPr>
          <p:nvPr>
            <p:ph type="body" sz="quarter" idx="26" hasCustomPrompt="1"/>
          </p:nvPr>
        </p:nvSpPr>
        <p:spPr>
          <a:xfrm>
            <a:off x="252413" y="5183188"/>
            <a:ext cx="2727455" cy="1119187"/>
          </a:xfrm>
          <a:prstGeom prst="rect">
            <a:avLst/>
          </a:prstGeom>
        </p:spPr>
        <p:txBody>
          <a:bodyPr/>
          <a:lstStyle>
            <a:lvl1pPr algn="ctr">
              <a:defRPr sz="1800">
                <a:solidFill>
                  <a:schemeClr val="bg1"/>
                </a:solidFill>
              </a:defRPr>
            </a:lvl1pPr>
          </a:lstStyle>
          <a:p>
            <a:pPr lvl="0"/>
            <a:r>
              <a:rPr lang="en-US" dirty="0"/>
              <a:t>Text</a:t>
            </a:r>
          </a:p>
        </p:txBody>
      </p:sp>
      <p:sp>
        <p:nvSpPr>
          <p:cNvPr id="12" name="Text Placeholder 10">
            <a:extLst>
              <a:ext uri="{FF2B5EF4-FFF2-40B4-BE49-F238E27FC236}">
                <a16:creationId xmlns:a16="http://schemas.microsoft.com/office/drawing/2014/main" id="{EF90D0CF-C799-F88A-FC57-E0FE4CAB4D62}"/>
              </a:ext>
            </a:extLst>
          </p:cNvPr>
          <p:cNvSpPr>
            <a:spLocks noGrp="1"/>
          </p:cNvSpPr>
          <p:nvPr>
            <p:ph type="body" sz="quarter" idx="27" hasCustomPrompt="1"/>
          </p:nvPr>
        </p:nvSpPr>
        <p:spPr>
          <a:xfrm>
            <a:off x="3221353" y="5183188"/>
            <a:ext cx="2727455" cy="1119187"/>
          </a:xfrm>
          <a:prstGeom prst="rect">
            <a:avLst/>
          </a:prstGeom>
        </p:spPr>
        <p:txBody>
          <a:bodyPr/>
          <a:lstStyle>
            <a:lvl1pPr algn="ctr">
              <a:defRPr sz="1800">
                <a:solidFill>
                  <a:schemeClr val="bg1"/>
                </a:solidFill>
              </a:defRPr>
            </a:lvl1pPr>
          </a:lstStyle>
          <a:p>
            <a:pPr lvl="0"/>
            <a:r>
              <a:rPr lang="en-US" dirty="0"/>
              <a:t>Text</a:t>
            </a:r>
          </a:p>
        </p:txBody>
      </p:sp>
      <p:sp>
        <p:nvSpPr>
          <p:cNvPr id="13" name="Text Placeholder 10">
            <a:extLst>
              <a:ext uri="{FF2B5EF4-FFF2-40B4-BE49-F238E27FC236}">
                <a16:creationId xmlns:a16="http://schemas.microsoft.com/office/drawing/2014/main" id="{5864F0F2-ACC8-ADFB-BFBA-6277B60066A8}"/>
              </a:ext>
            </a:extLst>
          </p:cNvPr>
          <p:cNvSpPr>
            <a:spLocks noGrp="1"/>
          </p:cNvSpPr>
          <p:nvPr>
            <p:ph type="body" sz="quarter" idx="28" hasCustomPrompt="1"/>
          </p:nvPr>
        </p:nvSpPr>
        <p:spPr>
          <a:xfrm>
            <a:off x="6190164" y="5183188"/>
            <a:ext cx="2727455" cy="1119187"/>
          </a:xfrm>
          <a:prstGeom prst="rect">
            <a:avLst/>
          </a:prstGeom>
        </p:spPr>
        <p:txBody>
          <a:bodyPr/>
          <a:lstStyle>
            <a:lvl1pPr algn="ctr">
              <a:defRPr sz="1800">
                <a:solidFill>
                  <a:schemeClr val="bg1"/>
                </a:solidFill>
              </a:defRPr>
            </a:lvl1pPr>
          </a:lstStyle>
          <a:p>
            <a:pPr lvl="0"/>
            <a:r>
              <a:rPr lang="en-US" dirty="0"/>
              <a:t>Text</a:t>
            </a:r>
          </a:p>
        </p:txBody>
      </p:sp>
      <p:sp>
        <p:nvSpPr>
          <p:cNvPr id="14" name="Text Placeholder 10">
            <a:extLst>
              <a:ext uri="{FF2B5EF4-FFF2-40B4-BE49-F238E27FC236}">
                <a16:creationId xmlns:a16="http://schemas.microsoft.com/office/drawing/2014/main" id="{67A2F61D-2980-A3C3-F881-E0913ED0DA48}"/>
              </a:ext>
            </a:extLst>
          </p:cNvPr>
          <p:cNvSpPr>
            <a:spLocks noGrp="1"/>
          </p:cNvSpPr>
          <p:nvPr>
            <p:ph type="body" sz="quarter" idx="29" hasCustomPrompt="1"/>
          </p:nvPr>
        </p:nvSpPr>
        <p:spPr>
          <a:xfrm>
            <a:off x="9158845" y="5183188"/>
            <a:ext cx="2727455" cy="1119187"/>
          </a:xfrm>
          <a:prstGeom prst="rect">
            <a:avLst/>
          </a:prstGeom>
        </p:spPr>
        <p:txBody>
          <a:bodyPr/>
          <a:lstStyle>
            <a:lvl1pPr algn="ctr">
              <a:defRPr sz="1800">
                <a:solidFill>
                  <a:schemeClr val="bg1"/>
                </a:solidFill>
              </a:defRPr>
            </a:lvl1pPr>
          </a:lstStyle>
          <a:p>
            <a:pPr lvl="0"/>
            <a:r>
              <a:rPr lang="en-US" dirty="0"/>
              <a:t>Text</a:t>
            </a:r>
          </a:p>
        </p:txBody>
      </p:sp>
      <p:sp>
        <p:nvSpPr>
          <p:cNvPr id="9" name="Text Placeholder 3">
            <a:extLst>
              <a:ext uri="{FF2B5EF4-FFF2-40B4-BE49-F238E27FC236}">
                <a16:creationId xmlns:a16="http://schemas.microsoft.com/office/drawing/2014/main" id="{3404815E-0A5F-B49B-713F-9CF8370F9482}"/>
              </a:ext>
            </a:extLst>
          </p:cNvPr>
          <p:cNvSpPr>
            <a:spLocks noGrp="1"/>
          </p:cNvSpPr>
          <p:nvPr>
            <p:ph type="body" sz="quarter" idx="21" hasCustomPrompt="1"/>
          </p:nvPr>
        </p:nvSpPr>
        <p:spPr>
          <a:xfrm>
            <a:off x="252879" y="850163"/>
            <a:ext cx="5430745" cy="400426"/>
          </a:xfrm>
          <a:prstGeom prst="rect">
            <a:avLst/>
          </a:prstGeom>
        </p:spPr>
        <p:txBody>
          <a:bodyPr/>
          <a:lstStyle>
            <a:lvl1pPr>
              <a:defRPr sz="2000" b="0">
                <a:solidFill>
                  <a:schemeClr val="accent2"/>
                </a:solidFill>
              </a:defRPr>
            </a:lvl1pPr>
          </a:lstStyle>
          <a:p>
            <a:pPr lvl="0"/>
            <a:r>
              <a:rPr lang="en-US" dirty="0"/>
              <a:t>Optional Subheading</a:t>
            </a:r>
          </a:p>
        </p:txBody>
      </p:sp>
    </p:spTree>
    <p:extLst>
      <p:ext uri="{BB962C8B-B14F-4D97-AF65-F5344CB8AC3E}">
        <p14:creationId xmlns:p14="http://schemas.microsoft.com/office/powerpoint/2010/main" val="3029234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llage Slide_light">
    <p:spTree>
      <p:nvGrpSpPr>
        <p:cNvPr id="1" name=""/>
        <p:cNvGrpSpPr/>
        <p:nvPr/>
      </p:nvGrpSpPr>
      <p:grpSpPr>
        <a:xfrm>
          <a:off x="0" y="0"/>
          <a:ext cx="0" cy="0"/>
          <a:chOff x="0" y="0"/>
          <a:chExt cx="0" cy="0"/>
        </a:xfrm>
      </p:grpSpPr>
      <p:sp>
        <p:nvSpPr>
          <p:cNvPr id="27" name="Picture Placeholder 25">
            <a:extLst>
              <a:ext uri="{FF2B5EF4-FFF2-40B4-BE49-F238E27FC236}">
                <a16:creationId xmlns:a16="http://schemas.microsoft.com/office/drawing/2014/main" id="{45C81B5F-74BC-C6ED-0A15-A71F5CD5DA1C}"/>
              </a:ext>
            </a:extLst>
          </p:cNvPr>
          <p:cNvSpPr>
            <a:spLocks noGrp="1"/>
          </p:cNvSpPr>
          <p:nvPr>
            <p:ph type="pic" sz="quarter" idx="11"/>
          </p:nvPr>
        </p:nvSpPr>
        <p:spPr>
          <a:xfrm>
            <a:off x="5209504" y="408216"/>
            <a:ext cx="3101382" cy="2269671"/>
          </a:xfrm>
          <a:prstGeom prst="rect">
            <a:avLst/>
          </a:prstGeom>
        </p:spPr>
        <p:txBody>
          <a:bodyPr/>
          <a:lstStyle/>
          <a:p>
            <a:endParaRPr lang="en-US"/>
          </a:p>
        </p:txBody>
      </p:sp>
      <p:sp>
        <p:nvSpPr>
          <p:cNvPr id="28" name="Picture Placeholder 25">
            <a:extLst>
              <a:ext uri="{FF2B5EF4-FFF2-40B4-BE49-F238E27FC236}">
                <a16:creationId xmlns:a16="http://schemas.microsoft.com/office/drawing/2014/main" id="{2763E18B-9447-4AE0-06BF-160B2E51AC83}"/>
              </a:ext>
            </a:extLst>
          </p:cNvPr>
          <p:cNvSpPr>
            <a:spLocks noGrp="1"/>
          </p:cNvSpPr>
          <p:nvPr>
            <p:ph type="pic" sz="quarter" idx="12"/>
          </p:nvPr>
        </p:nvSpPr>
        <p:spPr>
          <a:xfrm>
            <a:off x="8614014" y="408216"/>
            <a:ext cx="3101382" cy="2269671"/>
          </a:xfrm>
          <a:prstGeom prst="rect">
            <a:avLst/>
          </a:prstGeom>
        </p:spPr>
        <p:txBody>
          <a:bodyPr/>
          <a:lstStyle/>
          <a:p>
            <a:endParaRPr lang="en-US"/>
          </a:p>
        </p:txBody>
      </p:sp>
      <p:sp>
        <p:nvSpPr>
          <p:cNvPr id="29" name="Picture Placeholder 25">
            <a:extLst>
              <a:ext uri="{FF2B5EF4-FFF2-40B4-BE49-F238E27FC236}">
                <a16:creationId xmlns:a16="http://schemas.microsoft.com/office/drawing/2014/main" id="{05A91090-36DC-C40C-23EF-E4F0ADBCB709}"/>
              </a:ext>
            </a:extLst>
          </p:cNvPr>
          <p:cNvSpPr>
            <a:spLocks noGrp="1"/>
          </p:cNvSpPr>
          <p:nvPr>
            <p:ph type="pic" sz="quarter" idx="13"/>
          </p:nvPr>
        </p:nvSpPr>
        <p:spPr>
          <a:xfrm>
            <a:off x="8614014" y="3559627"/>
            <a:ext cx="3101382" cy="2269671"/>
          </a:xfrm>
          <a:prstGeom prst="rect">
            <a:avLst/>
          </a:prstGeom>
        </p:spPr>
        <p:txBody>
          <a:bodyPr/>
          <a:lstStyle/>
          <a:p>
            <a:endParaRPr lang="en-US"/>
          </a:p>
        </p:txBody>
      </p:sp>
      <p:sp>
        <p:nvSpPr>
          <p:cNvPr id="30" name="Picture Placeholder 25">
            <a:extLst>
              <a:ext uri="{FF2B5EF4-FFF2-40B4-BE49-F238E27FC236}">
                <a16:creationId xmlns:a16="http://schemas.microsoft.com/office/drawing/2014/main" id="{ADC38324-7A5A-395D-1E9A-DABA5AADD182}"/>
              </a:ext>
            </a:extLst>
          </p:cNvPr>
          <p:cNvSpPr>
            <a:spLocks noGrp="1"/>
          </p:cNvSpPr>
          <p:nvPr>
            <p:ph type="pic" sz="quarter" idx="14"/>
          </p:nvPr>
        </p:nvSpPr>
        <p:spPr>
          <a:xfrm>
            <a:off x="5220467" y="3559627"/>
            <a:ext cx="3101382" cy="2269671"/>
          </a:xfrm>
          <a:prstGeom prst="rect">
            <a:avLst/>
          </a:prstGeom>
        </p:spPr>
        <p:txBody>
          <a:bodyPr/>
          <a:lstStyle/>
          <a:p>
            <a:endParaRPr lang="en-US"/>
          </a:p>
        </p:txBody>
      </p:sp>
      <p:sp>
        <p:nvSpPr>
          <p:cNvPr id="26" name="Picture Placeholder 25">
            <a:extLst>
              <a:ext uri="{FF2B5EF4-FFF2-40B4-BE49-F238E27FC236}">
                <a16:creationId xmlns:a16="http://schemas.microsoft.com/office/drawing/2014/main" id="{4CC86894-E309-7F69-1A6C-93D55016E626}"/>
              </a:ext>
            </a:extLst>
          </p:cNvPr>
          <p:cNvSpPr>
            <a:spLocks noGrp="1"/>
          </p:cNvSpPr>
          <p:nvPr>
            <p:ph type="pic" sz="quarter" idx="10"/>
          </p:nvPr>
        </p:nvSpPr>
        <p:spPr>
          <a:xfrm>
            <a:off x="476604" y="2678113"/>
            <a:ext cx="4429771" cy="3151187"/>
          </a:xfrm>
          <a:prstGeom prst="rect">
            <a:avLst/>
          </a:prstGeom>
        </p:spPr>
        <p:txBody>
          <a:bodyPr/>
          <a:lstStyle/>
          <a:p>
            <a:endParaRPr lang="en-US"/>
          </a:p>
        </p:txBody>
      </p:sp>
      <p:sp>
        <p:nvSpPr>
          <p:cNvPr id="2" name="Rectangle 1">
            <a:extLst>
              <a:ext uri="{FF2B5EF4-FFF2-40B4-BE49-F238E27FC236}">
                <a16:creationId xmlns:a16="http://schemas.microsoft.com/office/drawing/2014/main" id="{A3D2C1CF-8CDF-CF82-0573-F131FAF156EC}"/>
              </a:ext>
            </a:extLst>
          </p:cNvPr>
          <p:cNvSpPr/>
          <p:nvPr userDrawn="1"/>
        </p:nvSpPr>
        <p:spPr>
          <a:xfrm>
            <a:off x="476603" y="408216"/>
            <a:ext cx="4429771" cy="1972916"/>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accent1"/>
              </a:solidFill>
            </a:endParaRPr>
          </a:p>
        </p:txBody>
      </p:sp>
      <p:sp>
        <p:nvSpPr>
          <p:cNvPr id="3" name="Slide Number Placeholder 1">
            <a:extLst>
              <a:ext uri="{FF2B5EF4-FFF2-40B4-BE49-F238E27FC236}">
                <a16:creationId xmlns:a16="http://schemas.microsoft.com/office/drawing/2014/main" id="{35FF3B76-99EC-4A8B-41BD-A2FA39A2C1F5}"/>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marL="0" algn="r" rtl="0" latinLnBrk="0">
              <a:defRPr sz="800" kern="1200">
                <a:solidFill>
                  <a:schemeClr val="bg1">
                    <a:lumMod val="50000"/>
                  </a:schemeClr>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lstStyle>
          <a:p>
            <a:pPr>
              <a:defRPr/>
            </a:pPr>
            <a:fld id="{FEA2E03D-9F5B-5343-B21F-62525800774A}" type="slidenum">
              <a:rPr lang="en-US" smtClean="0"/>
              <a:pPr>
                <a:defRPr/>
              </a:pPr>
              <a:t>‹#›</a:t>
            </a:fld>
            <a:endParaRPr lang="en-US"/>
          </a:p>
        </p:txBody>
      </p:sp>
      <p:cxnSp>
        <p:nvCxnSpPr>
          <p:cNvPr id="12" name="Straight Connector 11">
            <a:extLst>
              <a:ext uri="{FF2B5EF4-FFF2-40B4-BE49-F238E27FC236}">
                <a16:creationId xmlns:a16="http://schemas.microsoft.com/office/drawing/2014/main" id="{F3F346DA-4135-4E6F-CEF4-7453E64F1572}"/>
              </a:ext>
            </a:extLst>
          </p:cNvPr>
          <p:cNvCxnSpPr>
            <a:cxnSpLocks/>
          </p:cNvCxnSpPr>
          <p:nvPr userDrawn="1"/>
        </p:nvCxnSpPr>
        <p:spPr>
          <a:xfrm>
            <a:off x="5258490" y="2768903"/>
            <a:ext cx="0" cy="545798"/>
          </a:xfrm>
          <a:prstGeom prst="line">
            <a:avLst/>
          </a:prstGeom>
          <a:ln w="57150">
            <a:solidFill>
              <a:schemeClr val="accent2"/>
            </a:solidFill>
          </a:ln>
        </p:spPr>
        <p:style>
          <a:lnRef idx="1">
            <a:schemeClr val="accent6"/>
          </a:lnRef>
          <a:fillRef idx="0">
            <a:schemeClr val="accent6"/>
          </a:fillRef>
          <a:effectRef idx="0">
            <a:schemeClr val="accent6"/>
          </a:effectRef>
          <a:fontRef idx="minor">
            <a:schemeClr val="tx1"/>
          </a:fontRef>
        </p:style>
      </p:cxnSp>
      <p:cxnSp>
        <p:nvCxnSpPr>
          <p:cNvPr id="15" name="Straight Connector 14">
            <a:extLst>
              <a:ext uri="{FF2B5EF4-FFF2-40B4-BE49-F238E27FC236}">
                <a16:creationId xmlns:a16="http://schemas.microsoft.com/office/drawing/2014/main" id="{C5D346EE-506C-E76D-89D6-D1609B84D44D}"/>
              </a:ext>
            </a:extLst>
          </p:cNvPr>
          <p:cNvCxnSpPr>
            <a:cxnSpLocks/>
          </p:cNvCxnSpPr>
          <p:nvPr userDrawn="1"/>
        </p:nvCxnSpPr>
        <p:spPr>
          <a:xfrm>
            <a:off x="8662058" y="2768903"/>
            <a:ext cx="0" cy="545798"/>
          </a:xfrm>
          <a:prstGeom prst="line">
            <a:avLst/>
          </a:prstGeom>
          <a:ln w="57150">
            <a:solidFill>
              <a:schemeClr val="accent2"/>
            </a:solidFill>
          </a:ln>
        </p:spPr>
        <p:style>
          <a:lnRef idx="1">
            <a:schemeClr val="accent6"/>
          </a:lnRef>
          <a:fillRef idx="0">
            <a:schemeClr val="accent6"/>
          </a:fillRef>
          <a:effectRef idx="0">
            <a:schemeClr val="accent6"/>
          </a:effectRef>
          <a:fontRef idx="minor">
            <a:schemeClr val="tx1"/>
          </a:fontRef>
        </p:style>
      </p:cxnSp>
      <p:cxnSp>
        <p:nvCxnSpPr>
          <p:cNvPr id="18" name="Straight Connector 17">
            <a:extLst>
              <a:ext uri="{FF2B5EF4-FFF2-40B4-BE49-F238E27FC236}">
                <a16:creationId xmlns:a16="http://schemas.microsoft.com/office/drawing/2014/main" id="{1025CFE0-2DF9-2E57-F4DA-DDC51A1002C3}"/>
              </a:ext>
            </a:extLst>
          </p:cNvPr>
          <p:cNvCxnSpPr>
            <a:cxnSpLocks/>
          </p:cNvCxnSpPr>
          <p:nvPr userDrawn="1"/>
        </p:nvCxnSpPr>
        <p:spPr>
          <a:xfrm>
            <a:off x="8662058" y="5982121"/>
            <a:ext cx="0" cy="545798"/>
          </a:xfrm>
          <a:prstGeom prst="line">
            <a:avLst/>
          </a:prstGeom>
          <a:ln w="57150">
            <a:solidFill>
              <a:schemeClr val="accent2"/>
            </a:solidFill>
          </a:ln>
        </p:spPr>
        <p:style>
          <a:lnRef idx="1">
            <a:schemeClr val="accent6"/>
          </a:lnRef>
          <a:fillRef idx="0">
            <a:schemeClr val="accent6"/>
          </a:fillRef>
          <a:effectRef idx="0">
            <a:schemeClr val="accent6"/>
          </a:effectRef>
          <a:fontRef idx="minor">
            <a:schemeClr val="tx1"/>
          </a:fontRef>
        </p:style>
      </p:cxnSp>
      <p:cxnSp>
        <p:nvCxnSpPr>
          <p:cNvPr id="21" name="Straight Connector 20">
            <a:extLst>
              <a:ext uri="{FF2B5EF4-FFF2-40B4-BE49-F238E27FC236}">
                <a16:creationId xmlns:a16="http://schemas.microsoft.com/office/drawing/2014/main" id="{ED07A882-82DD-ABBD-9DD3-2B862067A27D}"/>
              </a:ext>
            </a:extLst>
          </p:cNvPr>
          <p:cNvCxnSpPr>
            <a:cxnSpLocks/>
          </p:cNvCxnSpPr>
          <p:nvPr userDrawn="1"/>
        </p:nvCxnSpPr>
        <p:spPr>
          <a:xfrm>
            <a:off x="5258490" y="5982121"/>
            <a:ext cx="0" cy="545798"/>
          </a:xfrm>
          <a:prstGeom prst="line">
            <a:avLst/>
          </a:prstGeom>
          <a:ln w="57150">
            <a:solidFill>
              <a:schemeClr val="accent2"/>
            </a:solidFill>
          </a:ln>
        </p:spPr>
        <p:style>
          <a:lnRef idx="1">
            <a:schemeClr val="accent6"/>
          </a:lnRef>
          <a:fillRef idx="0">
            <a:schemeClr val="accent6"/>
          </a:fillRef>
          <a:effectRef idx="0">
            <a:schemeClr val="accent6"/>
          </a:effectRef>
          <a:fontRef idx="minor">
            <a:schemeClr val="tx1"/>
          </a:fontRef>
        </p:style>
      </p:cxnSp>
      <p:cxnSp>
        <p:nvCxnSpPr>
          <p:cNvPr id="24" name="Straight Connector 23">
            <a:extLst>
              <a:ext uri="{FF2B5EF4-FFF2-40B4-BE49-F238E27FC236}">
                <a16:creationId xmlns:a16="http://schemas.microsoft.com/office/drawing/2014/main" id="{B1525FE9-38C9-AD62-AC30-A752E7853E6F}"/>
              </a:ext>
            </a:extLst>
          </p:cNvPr>
          <p:cNvCxnSpPr>
            <a:cxnSpLocks/>
          </p:cNvCxnSpPr>
          <p:nvPr userDrawn="1"/>
        </p:nvCxnSpPr>
        <p:spPr>
          <a:xfrm>
            <a:off x="476604" y="5982121"/>
            <a:ext cx="0" cy="545798"/>
          </a:xfrm>
          <a:prstGeom prst="line">
            <a:avLst/>
          </a:prstGeom>
          <a:ln w="57150">
            <a:solidFill>
              <a:schemeClr val="accent2"/>
            </a:solidFill>
          </a:ln>
        </p:spPr>
        <p:style>
          <a:lnRef idx="1">
            <a:schemeClr val="accent6"/>
          </a:lnRef>
          <a:fillRef idx="0">
            <a:schemeClr val="accent6"/>
          </a:fillRef>
          <a:effectRef idx="0">
            <a:schemeClr val="accent6"/>
          </a:effectRef>
          <a:fontRef idx="minor">
            <a:schemeClr val="tx1"/>
          </a:fontRef>
        </p:style>
      </p:cxnSp>
      <p:sp>
        <p:nvSpPr>
          <p:cNvPr id="5" name="Text Placeholder 4">
            <a:extLst>
              <a:ext uri="{FF2B5EF4-FFF2-40B4-BE49-F238E27FC236}">
                <a16:creationId xmlns:a16="http://schemas.microsoft.com/office/drawing/2014/main" id="{4101A612-EEEF-C011-34E4-1B6F741CA934}"/>
              </a:ext>
            </a:extLst>
          </p:cNvPr>
          <p:cNvSpPr>
            <a:spLocks noGrp="1"/>
          </p:cNvSpPr>
          <p:nvPr>
            <p:ph type="body" sz="quarter" idx="15" hasCustomPrompt="1"/>
          </p:nvPr>
        </p:nvSpPr>
        <p:spPr>
          <a:xfrm>
            <a:off x="583454" y="487122"/>
            <a:ext cx="4195980" cy="1792258"/>
          </a:xfrm>
          <a:prstGeom prst="rect">
            <a:avLst/>
          </a:prstGeom>
        </p:spPr>
        <p:txBody>
          <a:bodyPr/>
          <a:lstStyle>
            <a:lvl1pPr>
              <a:defRPr sz="4000" b="1">
                <a:solidFill>
                  <a:schemeClr val="tx1"/>
                </a:solidFill>
              </a:defRPr>
            </a:lvl1pPr>
          </a:lstStyle>
          <a:p>
            <a:pPr lvl="0"/>
            <a:r>
              <a:rPr lang="en-US"/>
              <a:t>TEXT TITLE</a:t>
            </a:r>
          </a:p>
        </p:txBody>
      </p:sp>
      <p:sp>
        <p:nvSpPr>
          <p:cNvPr id="7" name="Text Placeholder 6">
            <a:extLst>
              <a:ext uri="{FF2B5EF4-FFF2-40B4-BE49-F238E27FC236}">
                <a16:creationId xmlns:a16="http://schemas.microsoft.com/office/drawing/2014/main" id="{3D2F4131-8DBD-80E6-6FF2-00461C5457F6}"/>
              </a:ext>
            </a:extLst>
          </p:cNvPr>
          <p:cNvSpPr>
            <a:spLocks noGrp="1"/>
          </p:cNvSpPr>
          <p:nvPr>
            <p:ph type="body" sz="quarter" idx="16" hasCustomPrompt="1"/>
          </p:nvPr>
        </p:nvSpPr>
        <p:spPr>
          <a:xfrm>
            <a:off x="5318440" y="2661941"/>
            <a:ext cx="1788750" cy="392103"/>
          </a:xfrm>
          <a:prstGeom prst="rect">
            <a:avLst/>
          </a:prstGeom>
        </p:spPr>
        <p:txBody>
          <a:bodyPr/>
          <a:lstStyle>
            <a:lvl1pPr>
              <a:defRPr sz="2400" b="1"/>
            </a:lvl1pPr>
          </a:lstStyle>
          <a:p>
            <a:pPr lvl="0"/>
            <a:r>
              <a:rPr lang="en-US"/>
              <a:t>SUBTITLE</a:t>
            </a:r>
          </a:p>
        </p:txBody>
      </p:sp>
      <p:sp>
        <p:nvSpPr>
          <p:cNvPr id="8" name="Text Placeholder 6">
            <a:extLst>
              <a:ext uri="{FF2B5EF4-FFF2-40B4-BE49-F238E27FC236}">
                <a16:creationId xmlns:a16="http://schemas.microsoft.com/office/drawing/2014/main" id="{2D883F05-5BB0-F688-00E2-D5B1C52BD39D}"/>
              </a:ext>
            </a:extLst>
          </p:cNvPr>
          <p:cNvSpPr>
            <a:spLocks noGrp="1"/>
          </p:cNvSpPr>
          <p:nvPr>
            <p:ph type="body" sz="quarter" idx="17" hasCustomPrompt="1"/>
          </p:nvPr>
        </p:nvSpPr>
        <p:spPr>
          <a:xfrm>
            <a:off x="5318440" y="3000643"/>
            <a:ext cx="1453834" cy="347285"/>
          </a:xfrm>
          <a:prstGeom prst="rect">
            <a:avLst/>
          </a:prstGeom>
        </p:spPr>
        <p:txBody>
          <a:bodyPr/>
          <a:lstStyle>
            <a:lvl1pPr>
              <a:defRPr sz="2000" b="1"/>
            </a:lvl1pPr>
          </a:lstStyle>
          <a:p>
            <a:pPr lvl="0"/>
            <a:r>
              <a:rPr lang="en-US"/>
              <a:t>Sep. 12-13</a:t>
            </a:r>
          </a:p>
        </p:txBody>
      </p:sp>
      <p:sp>
        <p:nvSpPr>
          <p:cNvPr id="25" name="Text Placeholder 6">
            <a:extLst>
              <a:ext uri="{FF2B5EF4-FFF2-40B4-BE49-F238E27FC236}">
                <a16:creationId xmlns:a16="http://schemas.microsoft.com/office/drawing/2014/main" id="{2A3D994B-0856-4125-D3AA-1100FAA17E76}"/>
              </a:ext>
            </a:extLst>
          </p:cNvPr>
          <p:cNvSpPr>
            <a:spLocks noGrp="1"/>
          </p:cNvSpPr>
          <p:nvPr>
            <p:ph type="body" sz="quarter" idx="18" hasCustomPrompt="1"/>
          </p:nvPr>
        </p:nvSpPr>
        <p:spPr>
          <a:xfrm>
            <a:off x="6649868" y="3010057"/>
            <a:ext cx="1671981" cy="347285"/>
          </a:xfrm>
          <a:prstGeom prst="rect">
            <a:avLst/>
          </a:prstGeom>
        </p:spPr>
        <p:txBody>
          <a:bodyPr/>
          <a:lstStyle>
            <a:lvl1pPr>
              <a:defRPr sz="1800" b="0" i="1"/>
            </a:lvl1pPr>
          </a:lstStyle>
          <a:p>
            <a:pPr lvl="0"/>
            <a:r>
              <a:rPr lang="en-US"/>
              <a:t>| location</a:t>
            </a:r>
          </a:p>
        </p:txBody>
      </p:sp>
      <p:sp>
        <p:nvSpPr>
          <p:cNvPr id="31" name="Text Placeholder 6">
            <a:extLst>
              <a:ext uri="{FF2B5EF4-FFF2-40B4-BE49-F238E27FC236}">
                <a16:creationId xmlns:a16="http://schemas.microsoft.com/office/drawing/2014/main" id="{4C53947B-8D12-3689-2C84-E94526166297}"/>
              </a:ext>
            </a:extLst>
          </p:cNvPr>
          <p:cNvSpPr>
            <a:spLocks noGrp="1"/>
          </p:cNvSpPr>
          <p:nvPr>
            <p:ph type="body" sz="quarter" idx="19" hasCustomPrompt="1"/>
          </p:nvPr>
        </p:nvSpPr>
        <p:spPr>
          <a:xfrm>
            <a:off x="8733914" y="2661941"/>
            <a:ext cx="1788750" cy="392103"/>
          </a:xfrm>
          <a:prstGeom prst="rect">
            <a:avLst/>
          </a:prstGeom>
        </p:spPr>
        <p:txBody>
          <a:bodyPr/>
          <a:lstStyle>
            <a:lvl1pPr>
              <a:defRPr sz="2400" b="1"/>
            </a:lvl1pPr>
          </a:lstStyle>
          <a:p>
            <a:pPr lvl="0"/>
            <a:r>
              <a:rPr lang="en-US"/>
              <a:t>SUBTITLE</a:t>
            </a:r>
          </a:p>
        </p:txBody>
      </p:sp>
      <p:sp>
        <p:nvSpPr>
          <p:cNvPr id="32" name="Text Placeholder 6">
            <a:extLst>
              <a:ext uri="{FF2B5EF4-FFF2-40B4-BE49-F238E27FC236}">
                <a16:creationId xmlns:a16="http://schemas.microsoft.com/office/drawing/2014/main" id="{99466189-8148-F155-A0DF-FD15E69EDA63}"/>
              </a:ext>
            </a:extLst>
          </p:cNvPr>
          <p:cNvSpPr>
            <a:spLocks noGrp="1"/>
          </p:cNvSpPr>
          <p:nvPr>
            <p:ph type="body" sz="quarter" idx="20" hasCustomPrompt="1"/>
          </p:nvPr>
        </p:nvSpPr>
        <p:spPr>
          <a:xfrm>
            <a:off x="8733914" y="3000643"/>
            <a:ext cx="1453834" cy="347285"/>
          </a:xfrm>
          <a:prstGeom prst="rect">
            <a:avLst/>
          </a:prstGeom>
        </p:spPr>
        <p:txBody>
          <a:bodyPr/>
          <a:lstStyle>
            <a:lvl1pPr>
              <a:defRPr sz="2000" b="1"/>
            </a:lvl1pPr>
          </a:lstStyle>
          <a:p>
            <a:pPr lvl="0"/>
            <a:r>
              <a:rPr lang="en-US"/>
              <a:t>Sep. 12-13</a:t>
            </a:r>
          </a:p>
        </p:txBody>
      </p:sp>
      <p:sp>
        <p:nvSpPr>
          <p:cNvPr id="33" name="Text Placeholder 6">
            <a:extLst>
              <a:ext uri="{FF2B5EF4-FFF2-40B4-BE49-F238E27FC236}">
                <a16:creationId xmlns:a16="http://schemas.microsoft.com/office/drawing/2014/main" id="{35B2BE68-84AB-1D04-B910-80B9E16E3054}"/>
              </a:ext>
            </a:extLst>
          </p:cNvPr>
          <p:cNvSpPr>
            <a:spLocks noGrp="1"/>
          </p:cNvSpPr>
          <p:nvPr>
            <p:ph type="body" sz="quarter" idx="21" hasCustomPrompt="1"/>
          </p:nvPr>
        </p:nvSpPr>
        <p:spPr>
          <a:xfrm>
            <a:off x="10065342" y="3010057"/>
            <a:ext cx="1671981" cy="347285"/>
          </a:xfrm>
          <a:prstGeom prst="rect">
            <a:avLst/>
          </a:prstGeom>
        </p:spPr>
        <p:txBody>
          <a:bodyPr/>
          <a:lstStyle>
            <a:lvl1pPr>
              <a:defRPr sz="1800" b="0" i="1"/>
            </a:lvl1pPr>
          </a:lstStyle>
          <a:p>
            <a:pPr lvl="0"/>
            <a:r>
              <a:rPr lang="en-US"/>
              <a:t>| location</a:t>
            </a:r>
          </a:p>
        </p:txBody>
      </p:sp>
      <p:sp>
        <p:nvSpPr>
          <p:cNvPr id="34" name="Text Placeholder 6">
            <a:extLst>
              <a:ext uri="{FF2B5EF4-FFF2-40B4-BE49-F238E27FC236}">
                <a16:creationId xmlns:a16="http://schemas.microsoft.com/office/drawing/2014/main" id="{1AC011BE-3DDB-6ABA-B3DA-8125AE1C5B61}"/>
              </a:ext>
            </a:extLst>
          </p:cNvPr>
          <p:cNvSpPr>
            <a:spLocks noGrp="1"/>
          </p:cNvSpPr>
          <p:nvPr>
            <p:ph type="body" sz="quarter" idx="22" hasCustomPrompt="1"/>
          </p:nvPr>
        </p:nvSpPr>
        <p:spPr>
          <a:xfrm>
            <a:off x="5318440" y="5879414"/>
            <a:ext cx="1788750" cy="392103"/>
          </a:xfrm>
          <a:prstGeom prst="rect">
            <a:avLst/>
          </a:prstGeom>
        </p:spPr>
        <p:txBody>
          <a:bodyPr/>
          <a:lstStyle>
            <a:lvl1pPr>
              <a:defRPr sz="2400" b="1"/>
            </a:lvl1pPr>
          </a:lstStyle>
          <a:p>
            <a:pPr lvl="0"/>
            <a:r>
              <a:rPr lang="en-US"/>
              <a:t>SUBTITLE</a:t>
            </a:r>
          </a:p>
        </p:txBody>
      </p:sp>
      <p:sp>
        <p:nvSpPr>
          <p:cNvPr id="35" name="Text Placeholder 6">
            <a:extLst>
              <a:ext uri="{FF2B5EF4-FFF2-40B4-BE49-F238E27FC236}">
                <a16:creationId xmlns:a16="http://schemas.microsoft.com/office/drawing/2014/main" id="{96BCFF4D-02A4-7E2E-0227-CA88E8DBC472}"/>
              </a:ext>
            </a:extLst>
          </p:cNvPr>
          <p:cNvSpPr>
            <a:spLocks noGrp="1"/>
          </p:cNvSpPr>
          <p:nvPr>
            <p:ph type="body" sz="quarter" idx="23" hasCustomPrompt="1"/>
          </p:nvPr>
        </p:nvSpPr>
        <p:spPr>
          <a:xfrm>
            <a:off x="5318440" y="6218116"/>
            <a:ext cx="1453834" cy="347285"/>
          </a:xfrm>
          <a:prstGeom prst="rect">
            <a:avLst/>
          </a:prstGeom>
        </p:spPr>
        <p:txBody>
          <a:bodyPr/>
          <a:lstStyle>
            <a:lvl1pPr>
              <a:defRPr sz="2000" b="1"/>
            </a:lvl1pPr>
          </a:lstStyle>
          <a:p>
            <a:pPr lvl="0"/>
            <a:r>
              <a:rPr lang="en-US"/>
              <a:t>Sep. 12-13</a:t>
            </a:r>
          </a:p>
        </p:txBody>
      </p:sp>
      <p:sp>
        <p:nvSpPr>
          <p:cNvPr id="36" name="Text Placeholder 6">
            <a:extLst>
              <a:ext uri="{FF2B5EF4-FFF2-40B4-BE49-F238E27FC236}">
                <a16:creationId xmlns:a16="http://schemas.microsoft.com/office/drawing/2014/main" id="{4C7AE61A-892F-A7C6-5EBB-627CC0242446}"/>
              </a:ext>
            </a:extLst>
          </p:cNvPr>
          <p:cNvSpPr>
            <a:spLocks noGrp="1"/>
          </p:cNvSpPr>
          <p:nvPr>
            <p:ph type="body" sz="quarter" idx="24" hasCustomPrompt="1"/>
          </p:nvPr>
        </p:nvSpPr>
        <p:spPr>
          <a:xfrm>
            <a:off x="6649868" y="6227530"/>
            <a:ext cx="1671981" cy="347285"/>
          </a:xfrm>
          <a:prstGeom prst="rect">
            <a:avLst/>
          </a:prstGeom>
        </p:spPr>
        <p:txBody>
          <a:bodyPr/>
          <a:lstStyle>
            <a:lvl1pPr>
              <a:defRPr sz="1800" b="0" i="1"/>
            </a:lvl1pPr>
          </a:lstStyle>
          <a:p>
            <a:pPr lvl="0"/>
            <a:r>
              <a:rPr lang="en-US"/>
              <a:t>| location</a:t>
            </a:r>
          </a:p>
        </p:txBody>
      </p:sp>
      <p:sp>
        <p:nvSpPr>
          <p:cNvPr id="37" name="Text Placeholder 6">
            <a:extLst>
              <a:ext uri="{FF2B5EF4-FFF2-40B4-BE49-F238E27FC236}">
                <a16:creationId xmlns:a16="http://schemas.microsoft.com/office/drawing/2014/main" id="{1ADBE6B6-0EA3-E2A7-A38C-1472DB89508E}"/>
              </a:ext>
            </a:extLst>
          </p:cNvPr>
          <p:cNvSpPr>
            <a:spLocks noGrp="1"/>
          </p:cNvSpPr>
          <p:nvPr>
            <p:ph type="body" sz="quarter" idx="25" hasCustomPrompt="1"/>
          </p:nvPr>
        </p:nvSpPr>
        <p:spPr>
          <a:xfrm>
            <a:off x="8733914" y="5879414"/>
            <a:ext cx="1788750" cy="392103"/>
          </a:xfrm>
          <a:prstGeom prst="rect">
            <a:avLst/>
          </a:prstGeom>
        </p:spPr>
        <p:txBody>
          <a:bodyPr/>
          <a:lstStyle>
            <a:lvl1pPr>
              <a:defRPr sz="2400" b="1"/>
            </a:lvl1pPr>
          </a:lstStyle>
          <a:p>
            <a:pPr lvl="0"/>
            <a:r>
              <a:rPr lang="en-US"/>
              <a:t>SUBTITLE</a:t>
            </a:r>
          </a:p>
        </p:txBody>
      </p:sp>
      <p:sp>
        <p:nvSpPr>
          <p:cNvPr id="38" name="Text Placeholder 6">
            <a:extLst>
              <a:ext uri="{FF2B5EF4-FFF2-40B4-BE49-F238E27FC236}">
                <a16:creationId xmlns:a16="http://schemas.microsoft.com/office/drawing/2014/main" id="{5649F813-6984-AB45-6AA9-1BE62E2AD706}"/>
              </a:ext>
            </a:extLst>
          </p:cNvPr>
          <p:cNvSpPr>
            <a:spLocks noGrp="1"/>
          </p:cNvSpPr>
          <p:nvPr>
            <p:ph type="body" sz="quarter" idx="26" hasCustomPrompt="1"/>
          </p:nvPr>
        </p:nvSpPr>
        <p:spPr>
          <a:xfrm>
            <a:off x="8733914" y="6218116"/>
            <a:ext cx="1453834" cy="347285"/>
          </a:xfrm>
          <a:prstGeom prst="rect">
            <a:avLst/>
          </a:prstGeom>
        </p:spPr>
        <p:txBody>
          <a:bodyPr/>
          <a:lstStyle>
            <a:lvl1pPr>
              <a:defRPr sz="2000" b="1"/>
            </a:lvl1pPr>
          </a:lstStyle>
          <a:p>
            <a:pPr lvl="0"/>
            <a:r>
              <a:rPr lang="en-US"/>
              <a:t>Sep. 12-13</a:t>
            </a:r>
          </a:p>
        </p:txBody>
      </p:sp>
      <p:sp>
        <p:nvSpPr>
          <p:cNvPr id="39" name="Text Placeholder 6">
            <a:extLst>
              <a:ext uri="{FF2B5EF4-FFF2-40B4-BE49-F238E27FC236}">
                <a16:creationId xmlns:a16="http://schemas.microsoft.com/office/drawing/2014/main" id="{A5731EA4-2326-8EDC-0DDB-A4BFB36F1FFB}"/>
              </a:ext>
            </a:extLst>
          </p:cNvPr>
          <p:cNvSpPr>
            <a:spLocks noGrp="1"/>
          </p:cNvSpPr>
          <p:nvPr>
            <p:ph type="body" sz="quarter" idx="27" hasCustomPrompt="1"/>
          </p:nvPr>
        </p:nvSpPr>
        <p:spPr>
          <a:xfrm>
            <a:off x="10065342" y="6227530"/>
            <a:ext cx="1671981" cy="347285"/>
          </a:xfrm>
          <a:prstGeom prst="rect">
            <a:avLst/>
          </a:prstGeom>
        </p:spPr>
        <p:txBody>
          <a:bodyPr/>
          <a:lstStyle>
            <a:lvl1pPr>
              <a:defRPr sz="1800" b="0" i="1"/>
            </a:lvl1pPr>
          </a:lstStyle>
          <a:p>
            <a:pPr lvl="0"/>
            <a:r>
              <a:rPr lang="en-US"/>
              <a:t>| location</a:t>
            </a:r>
          </a:p>
        </p:txBody>
      </p:sp>
      <p:sp>
        <p:nvSpPr>
          <p:cNvPr id="40" name="Text Placeholder 6">
            <a:extLst>
              <a:ext uri="{FF2B5EF4-FFF2-40B4-BE49-F238E27FC236}">
                <a16:creationId xmlns:a16="http://schemas.microsoft.com/office/drawing/2014/main" id="{D9B7CBC9-88EC-DEFE-FAE5-C4E3A19CC601}"/>
              </a:ext>
            </a:extLst>
          </p:cNvPr>
          <p:cNvSpPr>
            <a:spLocks noGrp="1"/>
          </p:cNvSpPr>
          <p:nvPr>
            <p:ph type="body" sz="quarter" idx="28" hasCustomPrompt="1"/>
          </p:nvPr>
        </p:nvSpPr>
        <p:spPr>
          <a:xfrm>
            <a:off x="534280" y="5879414"/>
            <a:ext cx="1788750" cy="392103"/>
          </a:xfrm>
          <a:prstGeom prst="rect">
            <a:avLst/>
          </a:prstGeom>
        </p:spPr>
        <p:txBody>
          <a:bodyPr/>
          <a:lstStyle>
            <a:lvl1pPr>
              <a:defRPr sz="2400" b="1"/>
            </a:lvl1pPr>
          </a:lstStyle>
          <a:p>
            <a:pPr lvl="0"/>
            <a:r>
              <a:rPr lang="en-US"/>
              <a:t>SUBTITLE</a:t>
            </a:r>
          </a:p>
        </p:txBody>
      </p:sp>
      <p:sp>
        <p:nvSpPr>
          <p:cNvPr id="41" name="Text Placeholder 6">
            <a:extLst>
              <a:ext uri="{FF2B5EF4-FFF2-40B4-BE49-F238E27FC236}">
                <a16:creationId xmlns:a16="http://schemas.microsoft.com/office/drawing/2014/main" id="{D74A993D-AD41-984F-950F-BA6E80528B54}"/>
              </a:ext>
            </a:extLst>
          </p:cNvPr>
          <p:cNvSpPr>
            <a:spLocks noGrp="1"/>
          </p:cNvSpPr>
          <p:nvPr>
            <p:ph type="body" sz="quarter" idx="29" hasCustomPrompt="1"/>
          </p:nvPr>
        </p:nvSpPr>
        <p:spPr>
          <a:xfrm>
            <a:off x="534280" y="6218116"/>
            <a:ext cx="1453834" cy="347285"/>
          </a:xfrm>
          <a:prstGeom prst="rect">
            <a:avLst/>
          </a:prstGeom>
        </p:spPr>
        <p:txBody>
          <a:bodyPr/>
          <a:lstStyle>
            <a:lvl1pPr>
              <a:defRPr sz="2000" b="1"/>
            </a:lvl1pPr>
          </a:lstStyle>
          <a:p>
            <a:pPr lvl="0"/>
            <a:r>
              <a:rPr lang="en-US"/>
              <a:t>Sep. 12-13</a:t>
            </a:r>
          </a:p>
        </p:txBody>
      </p:sp>
      <p:sp>
        <p:nvSpPr>
          <p:cNvPr id="42" name="Text Placeholder 6">
            <a:extLst>
              <a:ext uri="{FF2B5EF4-FFF2-40B4-BE49-F238E27FC236}">
                <a16:creationId xmlns:a16="http://schemas.microsoft.com/office/drawing/2014/main" id="{93952CFC-4D8A-5739-D810-DD1814C78D94}"/>
              </a:ext>
            </a:extLst>
          </p:cNvPr>
          <p:cNvSpPr>
            <a:spLocks noGrp="1"/>
          </p:cNvSpPr>
          <p:nvPr>
            <p:ph type="body" sz="quarter" idx="30" hasCustomPrompt="1"/>
          </p:nvPr>
        </p:nvSpPr>
        <p:spPr>
          <a:xfrm>
            <a:off x="1865708" y="6227530"/>
            <a:ext cx="1671981" cy="347285"/>
          </a:xfrm>
          <a:prstGeom prst="rect">
            <a:avLst/>
          </a:prstGeom>
        </p:spPr>
        <p:txBody>
          <a:bodyPr/>
          <a:lstStyle>
            <a:lvl1pPr>
              <a:defRPr sz="1800" b="0" i="1"/>
            </a:lvl1pPr>
          </a:lstStyle>
          <a:p>
            <a:pPr lvl="0"/>
            <a:r>
              <a:rPr lang="en-US"/>
              <a:t>| location</a:t>
            </a:r>
          </a:p>
        </p:txBody>
      </p:sp>
      <p:pic>
        <p:nvPicPr>
          <p:cNvPr id="4" name="Picture 3" descr="A blue and black logo&#10;&#10;AI-generated content may be incorrect.">
            <a:extLst>
              <a:ext uri="{FF2B5EF4-FFF2-40B4-BE49-F238E27FC236}">
                <a16:creationId xmlns:a16="http://schemas.microsoft.com/office/drawing/2014/main" id="{98D312D0-93DB-D17C-BB62-2372DC1D319A}"/>
              </a:ext>
            </a:extLst>
          </p:cNvPr>
          <p:cNvPicPr>
            <a:picLocks noChangeAspect="1"/>
          </p:cNvPicPr>
          <p:nvPr userDrawn="1"/>
        </p:nvPicPr>
        <p:blipFill>
          <a:blip r:embed="rId2"/>
          <a:stretch>
            <a:fillRect/>
          </a:stretch>
        </p:blipFill>
        <p:spPr>
          <a:xfrm>
            <a:off x="10983861" y="6549780"/>
            <a:ext cx="924065" cy="357025"/>
          </a:xfrm>
          <a:prstGeom prst="rect">
            <a:avLst/>
          </a:prstGeom>
        </p:spPr>
      </p:pic>
    </p:spTree>
    <p:extLst>
      <p:ext uri="{BB962C8B-B14F-4D97-AF65-F5344CB8AC3E}">
        <p14:creationId xmlns:p14="http://schemas.microsoft.com/office/powerpoint/2010/main" val="35758302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llage Slide_dark">
    <p:bg>
      <p:bgRef idx="1001">
        <a:schemeClr val="bg2"/>
      </p:bgRef>
    </p:bg>
    <p:spTree>
      <p:nvGrpSpPr>
        <p:cNvPr id="1" name=""/>
        <p:cNvGrpSpPr/>
        <p:nvPr/>
      </p:nvGrpSpPr>
      <p:grpSpPr>
        <a:xfrm>
          <a:off x="0" y="0"/>
          <a:ext cx="0" cy="0"/>
          <a:chOff x="0" y="0"/>
          <a:chExt cx="0" cy="0"/>
        </a:xfrm>
      </p:grpSpPr>
      <p:sp>
        <p:nvSpPr>
          <p:cNvPr id="27" name="Picture Placeholder 25">
            <a:extLst>
              <a:ext uri="{FF2B5EF4-FFF2-40B4-BE49-F238E27FC236}">
                <a16:creationId xmlns:a16="http://schemas.microsoft.com/office/drawing/2014/main" id="{45C81B5F-74BC-C6ED-0A15-A71F5CD5DA1C}"/>
              </a:ext>
            </a:extLst>
          </p:cNvPr>
          <p:cNvSpPr>
            <a:spLocks noGrp="1"/>
          </p:cNvSpPr>
          <p:nvPr>
            <p:ph type="pic" sz="quarter" idx="11"/>
          </p:nvPr>
        </p:nvSpPr>
        <p:spPr>
          <a:xfrm>
            <a:off x="5209504" y="408216"/>
            <a:ext cx="3101382" cy="2269671"/>
          </a:xfrm>
          <a:prstGeom prst="rect">
            <a:avLst/>
          </a:prstGeom>
        </p:spPr>
        <p:txBody>
          <a:bodyPr/>
          <a:lstStyle/>
          <a:p>
            <a:endParaRPr lang="en-US"/>
          </a:p>
        </p:txBody>
      </p:sp>
      <p:sp>
        <p:nvSpPr>
          <p:cNvPr id="28" name="Picture Placeholder 25">
            <a:extLst>
              <a:ext uri="{FF2B5EF4-FFF2-40B4-BE49-F238E27FC236}">
                <a16:creationId xmlns:a16="http://schemas.microsoft.com/office/drawing/2014/main" id="{2763E18B-9447-4AE0-06BF-160B2E51AC83}"/>
              </a:ext>
            </a:extLst>
          </p:cNvPr>
          <p:cNvSpPr>
            <a:spLocks noGrp="1"/>
          </p:cNvSpPr>
          <p:nvPr>
            <p:ph type="pic" sz="quarter" idx="12"/>
          </p:nvPr>
        </p:nvSpPr>
        <p:spPr>
          <a:xfrm>
            <a:off x="8614014" y="408216"/>
            <a:ext cx="3101382" cy="2269671"/>
          </a:xfrm>
          <a:prstGeom prst="rect">
            <a:avLst/>
          </a:prstGeom>
        </p:spPr>
        <p:txBody>
          <a:bodyPr/>
          <a:lstStyle/>
          <a:p>
            <a:endParaRPr lang="en-US"/>
          </a:p>
        </p:txBody>
      </p:sp>
      <p:sp>
        <p:nvSpPr>
          <p:cNvPr id="29" name="Picture Placeholder 25">
            <a:extLst>
              <a:ext uri="{FF2B5EF4-FFF2-40B4-BE49-F238E27FC236}">
                <a16:creationId xmlns:a16="http://schemas.microsoft.com/office/drawing/2014/main" id="{05A91090-36DC-C40C-23EF-E4F0ADBCB709}"/>
              </a:ext>
            </a:extLst>
          </p:cNvPr>
          <p:cNvSpPr>
            <a:spLocks noGrp="1"/>
          </p:cNvSpPr>
          <p:nvPr>
            <p:ph type="pic" sz="quarter" idx="13"/>
          </p:nvPr>
        </p:nvSpPr>
        <p:spPr>
          <a:xfrm>
            <a:off x="8614014" y="3559627"/>
            <a:ext cx="3101382" cy="2269671"/>
          </a:xfrm>
          <a:prstGeom prst="rect">
            <a:avLst/>
          </a:prstGeom>
        </p:spPr>
        <p:txBody>
          <a:bodyPr/>
          <a:lstStyle/>
          <a:p>
            <a:endParaRPr lang="en-US"/>
          </a:p>
        </p:txBody>
      </p:sp>
      <p:sp>
        <p:nvSpPr>
          <p:cNvPr id="30" name="Picture Placeholder 25">
            <a:extLst>
              <a:ext uri="{FF2B5EF4-FFF2-40B4-BE49-F238E27FC236}">
                <a16:creationId xmlns:a16="http://schemas.microsoft.com/office/drawing/2014/main" id="{ADC38324-7A5A-395D-1E9A-DABA5AADD182}"/>
              </a:ext>
            </a:extLst>
          </p:cNvPr>
          <p:cNvSpPr>
            <a:spLocks noGrp="1"/>
          </p:cNvSpPr>
          <p:nvPr>
            <p:ph type="pic" sz="quarter" idx="14"/>
          </p:nvPr>
        </p:nvSpPr>
        <p:spPr>
          <a:xfrm>
            <a:off x="5220467" y="3559627"/>
            <a:ext cx="3101382" cy="2269671"/>
          </a:xfrm>
          <a:prstGeom prst="rect">
            <a:avLst/>
          </a:prstGeom>
        </p:spPr>
        <p:txBody>
          <a:bodyPr/>
          <a:lstStyle/>
          <a:p>
            <a:endParaRPr lang="en-US"/>
          </a:p>
        </p:txBody>
      </p:sp>
      <p:sp>
        <p:nvSpPr>
          <p:cNvPr id="26" name="Picture Placeholder 25">
            <a:extLst>
              <a:ext uri="{FF2B5EF4-FFF2-40B4-BE49-F238E27FC236}">
                <a16:creationId xmlns:a16="http://schemas.microsoft.com/office/drawing/2014/main" id="{4CC86894-E309-7F69-1A6C-93D55016E626}"/>
              </a:ext>
            </a:extLst>
          </p:cNvPr>
          <p:cNvSpPr>
            <a:spLocks noGrp="1"/>
          </p:cNvSpPr>
          <p:nvPr>
            <p:ph type="pic" sz="quarter" idx="10"/>
          </p:nvPr>
        </p:nvSpPr>
        <p:spPr>
          <a:xfrm>
            <a:off x="476604" y="2678113"/>
            <a:ext cx="4429771" cy="3151187"/>
          </a:xfrm>
          <a:prstGeom prst="rect">
            <a:avLst/>
          </a:prstGeom>
        </p:spPr>
        <p:txBody>
          <a:bodyPr/>
          <a:lstStyle/>
          <a:p>
            <a:endParaRPr lang="en-US"/>
          </a:p>
        </p:txBody>
      </p:sp>
      <p:sp>
        <p:nvSpPr>
          <p:cNvPr id="2" name="Rectangle 1">
            <a:extLst>
              <a:ext uri="{FF2B5EF4-FFF2-40B4-BE49-F238E27FC236}">
                <a16:creationId xmlns:a16="http://schemas.microsoft.com/office/drawing/2014/main" id="{A3D2C1CF-8CDF-CF82-0573-F131FAF156EC}"/>
              </a:ext>
            </a:extLst>
          </p:cNvPr>
          <p:cNvSpPr/>
          <p:nvPr userDrawn="1"/>
        </p:nvSpPr>
        <p:spPr>
          <a:xfrm>
            <a:off x="476603" y="408216"/>
            <a:ext cx="4429771" cy="1972916"/>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accent1"/>
              </a:solidFill>
            </a:endParaRPr>
          </a:p>
        </p:txBody>
      </p:sp>
      <p:sp>
        <p:nvSpPr>
          <p:cNvPr id="3" name="Slide Number Placeholder 1">
            <a:extLst>
              <a:ext uri="{FF2B5EF4-FFF2-40B4-BE49-F238E27FC236}">
                <a16:creationId xmlns:a16="http://schemas.microsoft.com/office/drawing/2014/main" id="{35FF3B76-99EC-4A8B-41BD-A2FA39A2C1F5}"/>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marL="0" algn="r" rtl="0" latinLnBrk="0">
              <a:defRPr sz="800" kern="1200">
                <a:solidFill>
                  <a:schemeClr val="bg1">
                    <a:lumMod val="50000"/>
                  </a:schemeClr>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lstStyle>
          <a:p>
            <a:pPr>
              <a:defRPr/>
            </a:pPr>
            <a:fld id="{FEA2E03D-9F5B-5343-B21F-62525800774A}" type="slidenum">
              <a:rPr lang="en-US" smtClean="0"/>
              <a:pPr>
                <a:defRPr/>
              </a:pPr>
              <a:t>‹#›</a:t>
            </a:fld>
            <a:endParaRPr lang="en-US"/>
          </a:p>
        </p:txBody>
      </p:sp>
      <p:cxnSp>
        <p:nvCxnSpPr>
          <p:cNvPr id="12" name="Straight Connector 11">
            <a:extLst>
              <a:ext uri="{FF2B5EF4-FFF2-40B4-BE49-F238E27FC236}">
                <a16:creationId xmlns:a16="http://schemas.microsoft.com/office/drawing/2014/main" id="{F3F346DA-4135-4E6F-CEF4-7453E64F1572}"/>
              </a:ext>
            </a:extLst>
          </p:cNvPr>
          <p:cNvCxnSpPr>
            <a:cxnSpLocks/>
          </p:cNvCxnSpPr>
          <p:nvPr userDrawn="1"/>
        </p:nvCxnSpPr>
        <p:spPr>
          <a:xfrm>
            <a:off x="5258490" y="2768903"/>
            <a:ext cx="0" cy="545798"/>
          </a:xfrm>
          <a:prstGeom prst="line">
            <a:avLst/>
          </a:prstGeom>
          <a:ln w="57150">
            <a:solidFill>
              <a:schemeClr val="accent2"/>
            </a:solidFill>
          </a:ln>
        </p:spPr>
        <p:style>
          <a:lnRef idx="1">
            <a:schemeClr val="accent6"/>
          </a:lnRef>
          <a:fillRef idx="0">
            <a:schemeClr val="accent6"/>
          </a:fillRef>
          <a:effectRef idx="0">
            <a:schemeClr val="accent6"/>
          </a:effectRef>
          <a:fontRef idx="minor">
            <a:schemeClr val="tx1"/>
          </a:fontRef>
        </p:style>
      </p:cxnSp>
      <p:cxnSp>
        <p:nvCxnSpPr>
          <p:cNvPr id="15" name="Straight Connector 14">
            <a:extLst>
              <a:ext uri="{FF2B5EF4-FFF2-40B4-BE49-F238E27FC236}">
                <a16:creationId xmlns:a16="http://schemas.microsoft.com/office/drawing/2014/main" id="{C5D346EE-506C-E76D-89D6-D1609B84D44D}"/>
              </a:ext>
            </a:extLst>
          </p:cNvPr>
          <p:cNvCxnSpPr>
            <a:cxnSpLocks/>
          </p:cNvCxnSpPr>
          <p:nvPr userDrawn="1"/>
        </p:nvCxnSpPr>
        <p:spPr>
          <a:xfrm>
            <a:off x="8662058" y="2768903"/>
            <a:ext cx="0" cy="545798"/>
          </a:xfrm>
          <a:prstGeom prst="line">
            <a:avLst/>
          </a:prstGeom>
          <a:ln w="57150">
            <a:solidFill>
              <a:schemeClr val="accent2"/>
            </a:solidFill>
          </a:ln>
        </p:spPr>
        <p:style>
          <a:lnRef idx="1">
            <a:schemeClr val="accent6"/>
          </a:lnRef>
          <a:fillRef idx="0">
            <a:schemeClr val="accent6"/>
          </a:fillRef>
          <a:effectRef idx="0">
            <a:schemeClr val="accent6"/>
          </a:effectRef>
          <a:fontRef idx="minor">
            <a:schemeClr val="tx1"/>
          </a:fontRef>
        </p:style>
      </p:cxnSp>
      <p:cxnSp>
        <p:nvCxnSpPr>
          <p:cNvPr id="18" name="Straight Connector 17">
            <a:extLst>
              <a:ext uri="{FF2B5EF4-FFF2-40B4-BE49-F238E27FC236}">
                <a16:creationId xmlns:a16="http://schemas.microsoft.com/office/drawing/2014/main" id="{1025CFE0-2DF9-2E57-F4DA-DDC51A1002C3}"/>
              </a:ext>
            </a:extLst>
          </p:cNvPr>
          <p:cNvCxnSpPr>
            <a:cxnSpLocks/>
          </p:cNvCxnSpPr>
          <p:nvPr userDrawn="1"/>
        </p:nvCxnSpPr>
        <p:spPr>
          <a:xfrm>
            <a:off x="8662058" y="5982121"/>
            <a:ext cx="0" cy="545798"/>
          </a:xfrm>
          <a:prstGeom prst="line">
            <a:avLst/>
          </a:prstGeom>
          <a:ln w="57150">
            <a:solidFill>
              <a:schemeClr val="accent2"/>
            </a:solidFill>
          </a:ln>
        </p:spPr>
        <p:style>
          <a:lnRef idx="1">
            <a:schemeClr val="accent6"/>
          </a:lnRef>
          <a:fillRef idx="0">
            <a:schemeClr val="accent6"/>
          </a:fillRef>
          <a:effectRef idx="0">
            <a:schemeClr val="accent6"/>
          </a:effectRef>
          <a:fontRef idx="minor">
            <a:schemeClr val="tx1"/>
          </a:fontRef>
        </p:style>
      </p:cxnSp>
      <p:cxnSp>
        <p:nvCxnSpPr>
          <p:cNvPr id="21" name="Straight Connector 20">
            <a:extLst>
              <a:ext uri="{FF2B5EF4-FFF2-40B4-BE49-F238E27FC236}">
                <a16:creationId xmlns:a16="http://schemas.microsoft.com/office/drawing/2014/main" id="{ED07A882-82DD-ABBD-9DD3-2B862067A27D}"/>
              </a:ext>
            </a:extLst>
          </p:cNvPr>
          <p:cNvCxnSpPr>
            <a:cxnSpLocks/>
          </p:cNvCxnSpPr>
          <p:nvPr userDrawn="1"/>
        </p:nvCxnSpPr>
        <p:spPr>
          <a:xfrm>
            <a:off x="5258490" y="5982121"/>
            <a:ext cx="0" cy="545798"/>
          </a:xfrm>
          <a:prstGeom prst="line">
            <a:avLst/>
          </a:prstGeom>
          <a:ln w="57150">
            <a:solidFill>
              <a:schemeClr val="accent2"/>
            </a:solidFill>
          </a:ln>
        </p:spPr>
        <p:style>
          <a:lnRef idx="1">
            <a:schemeClr val="accent6"/>
          </a:lnRef>
          <a:fillRef idx="0">
            <a:schemeClr val="accent6"/>
          </a:fillRef>
          <a:effectRef idx="0">
            <a:schemeClr val="accent6"/>
          </a:effectRef>
          <a:fontRef idx="minor">
            <a:schemeClr val="tx1"/>
          </a:fontRef>
        </p:style>
      </p:cxnSp>
      <p:cxnSp>
        <p:nvCxnSpPr>
          <p:cNvPr id="24" name="Straight Connector 23">
            <a:extLst>
              <a:ext uri="{FF2B5EF4-FFF2-40B4-BE49-F238E27FC236}">
                <a16:creationId xmlns:a16="http://schemas.microsoft.com/office/drawing/2014/main" id="{B1525FE9-38C9-AD62-AC30-A752E7853E6F}"/>
              </a:ext>
            </a:extLst>
          </p:cNvPr>
          <p:cNvCxnSpPr>
            <a:cxnSpLocks/>
          </p:cNvCxnSpPr>
          <p:nvPr userDrawn="1"/>
        </p:nvCxnSpPr>
        <p:spPr>
          <a:xfrm>
            <a:off x="476604" y="5982121"/>
            <a:ext cx="0" cy="545798"/>
          </a:xfrm>
          <a:prstGeom prst="line">
            <a:avLst/>
          </a:prstGeom>
          <a:ln w="57150">
            <a:solidFill>
              <a:schemeClr val="accent2"/>
            </a:solidFill>
          </a:ln>
        </p:spPr>
        <p:style>
          <a:lnRef idx="1">
            <a:schemeClr val="accent6"/>
          </a:lnRef>
          <a:fillRef idx="0">
            <a:schemeClr val="accent6"/>
          </a:fillRef>
          <a:effectRef idx="0">
            <a:schemeClr val="accent6"/>
          </a:effectRef>
          <a:fontRef idx="minor">
            <a:schemeClr val="tx1"/>
          </a:fontRef>
        </p:style>
      </p:cxnSp>
      <p:sp>
        <p:nvSpPr>
          <p:cNvPr id="5" name="Text Placeholder 4">
            <a:extLst>
              <a:ext uri="{FF2B5EF4-FFF2-40B4-BE49-F238E27FC236}">
                <a16:creationId xmlns:a16="http://schemas.microsoft.com/office/drawing/2014/main" id="{4101A612-EEEF-C011-34E4-1B6F741CA934}"/>
              </a:ext>
            </a:extLst>
          </p:cNvPr>
          <p:cNvSpPr>
            <a:spLocks noGrp="1"/>
          </p:cNvSpPr>
          <p:nvPr>
            <p:ph type="body" sz="quarter" idx="15" hasCustomPrompt="1"/>
          </p:nvPr>
        </p:nvSpPr>
        <p:spPr>
          <a:xfrm>
            <a:off x="583454" y="487122"/>
            <a:ext cx="4195980" cy="1792258"/>
          </a:xfrm>
          <a:prstGeom prst="rect">
            <a:avLst/>
          </a:prstGeom>
        </p:spPr>
        <p:txBody>
          <a:bodyPr/>
          <a:lstStyle>
            <a:lvl1pPr>
              <a:defRPr sz="4000" b="1">
                <a:solidFill>
                  <a:schemeClr val="bg2"/>
                </a:solidFill>
              </a:defRPr>
            </a:lvl1pPr>
          </a:lstStyle>
          <a:p>
            <a:pPr lvl="0"/>
            <a:r>
              <a:rPr lang="en-US" dirty="0"/>
              <a:t>TEXT TITLE</a:t>
            </a:r>
          </a:p>
        </p:txBody>
      </p:sp>
      <p:sp>
        <p:nvSpPr>
          <p:cNvPr id="7" name="Text Placeholder 6">
            <a:extLst>
              <a:ext uri="{FF2B5EF4-FFF2-40B4-BE49-F238E27FC236}">
                <a16:creationId xmlns:a16="http://schemas.microsoft.com/office/drawing/2014/main" id="{3D2F4131-8DBD-80E6-6FF2-00461C5457F6}"/>
              </a:ext>
            </a:extLst>
          </p:cNvPr>
          <p:cNvSpPr>
            <a:spLocks noGrp="1"/>
          </p:cNvSpPr>
          <p:nvPr>
            <p:ph type="body" sz="quarter" idx="16" hasCustomPrompt="1"/>
          </p:nvPr>
        </p:nvSpPr>
        <p:spPr>
          <a:xfrm>
            <a:off x="5318440" y="2661941"/>
            <a:ext cx="1788750" cy="392103"/>
          </a:xfrm>
          <a:prstGeom prst="rect">
            <a:avLst/>
          </a:prstGeom>
        </p:spPr>
        <p:txBody>
          <a:bodyPr/>
          <a:lstStyle>
            <a:lvl1pPr>
              <a:defRPr sz="2400" b="1"/>
            </a:lvl1pPr>
          </a:lstStyle>
          <a:p>
            <a:pPr lvl="0"/>
            <a:r>
              <a:rPr lang="en-US"/>
              <a:t>SUBTITLE</a:t>
            </a:r>
          </a:p>
        </p:txBody>
      </p:sp>
      <p:sp>
        <p:nvSpPr>
          <p:cNvPr id="8" name="Text Placeholder 6">
            <a:extLst>
              <a:ext uri="{FF2B5EF4-FFF2-40B4-BE49-F238E27FC236}">
                <a16:creationId xmlns:a16="http://schemas.microsoft.com/office/drawing/2014/main" id="{2D883F05-5BB0-F688-00E2-D5B1C52BD39D}"/>
              </a:ext>
            </a:extLst>
          </p:cNvPr>
          <p:cNvSpPr>
            <a:spLocks noGrp="1"/>
          </p:cNvSpPr>
          <p:nvPr>
            <p:ph type="body" sz="quarter" idx="17" hasCustomPrompt="1"/>
          </p:nvPr>
        </p:nvSpPr>
        <p:spPr>
          <a:xfrm>
            <a:off x="5318440" y="3000643"/>
            <a:ext cx="1453834" cy="347285"/>
          </a:xfrm>
          <a:prstGeom prst="rect">
            <a:avLst/>
          </a:prstGeom>
        </p:spPr>
        <p:txBody>
          <a:bodyPr/>
          <a:lstStyle>
            <a:lvl1pPr>
              <a:defRPr sz="2000" b="1"/>
            </a:lvl1pPr>
          </a:lstStyle>
          <a:p>
            <a:pPr lvl="0"/>
            <a:r>
              <a:rPr lang="en-US"/>
              <a:t>Sep. 12-13</a:t>
            </a:r>
          </a:p>
        </p:txBody>
      </p:sp>
      <p:sp>
        <p:nvSpPr>
          <p:cNvPr id="25" name="Text Placeholder 6">
            <a:extLst>
              <a:ext uri="{FF2B5EF4-FFF2-40B4-BE49-F238E27FC236}">
                <a16:creationId xmlns:a16="http://schemas.microsoft.com/office/drawing/2014/main" id="{2A3D994B-0856-4125-D3AA-1100FAA17E76}"/>
              </a:ext>
            </a:extLst>
          </p:cNvPr>
          <p:cNvSpPr>
            <a:spLocks noGrp="1"/>
          </p:cNvSpPr>
          <p:nvPr>
            <p:ph type="body" sz="quarter" idx="18" hasCustomPrompt="1"/>
          </p:nvPr>
        </p:nvSpPr>
        <p:spPr>
          <a:xfrm>
            <a:off x="6649868" y="3010057"/>
            <a:ext cx="1671981" cy="347285"/>
          </a:xfrm>
          <a:prstGeom prst="rect">
            <a:avLst/>
          </a:prstGeom>
        </p:spPr>
        <p:txBody>
          <a:bodyPr/>
          <a:lstStyle>
            <a:lvl1pPr>
              <a:defRPr sz="1800" b="0" i="1"/>
            </a:lvl1pPr>
          </a:lstStyle>
          <a:p>
            <a:pPr lvl="0"/>
            <a:r>
              <a:rPr lang="en-US"/>
              <a:t>| location</a:t>
            </a:r>
          </a:p>
        </p:txBody>
      </p:sp>
      <p:sp>
        <p:nvSpPr>
          <p:cNvPr id="31" name="Text Placeholder 6">
            <a:extLst>
              <a:ext uri="{FF2B5EF4-FFF2-40B4-BE49-F238E27FC236}">
                <a16:creationId xmlns:a16="http://schemas.microsoft.com/office/drawing/2014/main" id="{4C53947B-8D12-3689-2C84-E94526166297}"/>
              </a:ext>
            </a:extLst>
          </p:cNvPr>
          <p:cNvSpPr>
            <a:spLocks noGrp="1"/>
          </p:cNvSpPr>
          <p:nvPr>
            <p:ph type="body" sz="quarter" idx="19" hasCustomPrompt="1"/>
          </p:nvPr>
        </p:nvSpPr>
        <p:spPr>
          <a:xfrm>
            <a:off x="8733914" y="2661941"/>
            <a:ext cx="1788750" cy="392103"/>
          </a:xfrm>
          <a:prstGeom prst="rect">
            <a:avLst/>
          </a:prstGeom>
        </p:spPr>
        <p:txBody>
          <a:bodyPr/>
          <a:lstStyle>
            <a:lvl1pPr>
              <a:defRPr sz="2400" b="1"/>
            </a:lvl1pPr>
          </a:lstStyle>
          <a:p>
            <a:pPr lvl="0"/>
            <a:r>
              <a:rPr lang="en-US"/>
              <a:t>SUBTITLE</a:t>
            </a:r>
          </a:p>
        </p:txBody>
      </p:sp>
      <p:sp>
        <p:nvSpPr>
          <p:cNvPr id="32" name="Text Placeholder 6">
            <a:extLst>
              <a:ext uri="{FF2B5EF4-FFF2-40B4-BE49-F238E27FC236}">
                <a16:creationId xmlns:a16="http://schemas.microsoft.com/office/drawing/2014/main" id="{99466189-8148-F155-A0DF-FD15E69EDA63}"/>
              </a:ext>
            </a:extLst>
          </p:cNvPr>
          <p:cNvSpPr>
            <a:spLocks noGrp="1"/>
          </p:cNvSpPr>
          <p:nvPr>
            <p:ph type="body" sz="quarter" idx="20" hasCustomPrompt="1"/>
          </p:nvPr>
        </p:nvSpPr>
        <p:spPr>
          <a:xfrm>
            <a:off x="8733914" y="3000643"/>
            <a:ext cx="1453834" cy="347285"/>
          </a:xfrm>
          <a:prstGeom prst="rect">
            <a:avLst/>
          </a:prstGeom>
        </p:spPr>
        <p:txBody>
          <a:bodyPr/>
          <a:lstStyle>
            <a:lvl1pPr>
              <a:defRPr sz="2000" b="1"/>
            </a:lvl1pPr>
          </a:lstStyle>
          <a:p>
            <a:pPr lvl="0"/>
            <a:r>
              <a:rPr lang="en-US"/>
              <a:t>Sep. 12-13</a:t>
            </a:r>
          </a:p>
        </p:txBody>
      </p:sp>
      <p:sp>
        <p:nvSpPr>
          <p:cNvPr id="33" name="Text Placeholder 6">
            <a:extLst>
              <a:ext uri="{FF2B5EF4-FFF2-40B4-BE49-F238E27FC236}">
                <a16:creationId xmlns:a16="http://schemas.microsoft.com/office/drawing/2014/main" id="{35B2BE68-84AB-1D04-B910-80B9E16E3054}"/>
              </a:ext>
            </a:extLst>
          </p:cNvPr>
          <p:cNvSpPr>
            <a:spLocks noGrp="1"/>
          </p:cNvSpPr>
          <p:nvPr>
            <p:ph type="body" sz="quarter" idx="21" hasCustomPrompt="1"/>
          </p:nvPr>
        </p:nvSpPr>
        <p:spPr>
          <a:xfrm>
            <a:off x="10065342" y="3010057"/>
            <a:ext cx="1671981" cy="347285"/>
          </a:xfrm>
          <a:prstGeom prst="rect">
            <a:avLst/>
          </a:prstGeom>
        </p:spPr>
        <p:txBody>
          <a:bodyPr/>
          <a:lstStyle>
            <a:lvl1pPr>
              <a:defRPr sz="1800" b="0" i="1"/>
            </a:lvl1pPr>
          </a:lstStyle>
          <a:p>
            <a:pPr lvl="0"/>
            <a:r>
              <a:rPr lang="en-US"/>
              <a:t>| location</a:t>
            </a:r>
          </a:p>
        </p:txBody>
      </p:sp>
      <p:sp>
        <p:nvSpPr>
          <p:cNvPr id="34" name="Text Placeholder 6">
            <a:extLst>
              <a:ext uri="{FF2B5EF4-FFF2-40B4-BE49-F238E27FC236}">
                <a16:creationId xmlns:a16="http://schemas.microsoft.com/office/drawing/2014/main" id="{1AC011BE-3DDB-6ABA-B3DA-8125AE1C5B61}"/>
              </a:ext>
            </a:extLst>
          </p:cNvPr>
          <p:cNvSpPr>
            <a:spLocks noGrp="1"/>
          </p:cNvSpPr>
          <p:nvPr>
            <p:ph type="body" sz="quarter" idx="22" hasCustomPrompt="1"/>
          </p:nvPr>
        </p:nvSpPr>
        <p:spPr>
          <a:xfrm>
            <a:off x="5318440" y="5879414"/>
            <a:ext cx="1788750" cy="392103"/>
          </a:xfrm>
          <a:prstGeom prst="rect">
            <a:avLst/>
          </a:prstGeom>
        </p:spPr>
        <p:txBody>
          <a:bodyPr/>
          <a:lstStyle>
            <a:lvl1pPr>
              <a:defRPr sz="2400" b="1"/>
            </a:lvl1pPr>
          </a:lstStyle>
          <a:p>
            <a:pPr lvl="0"/>
            <a:r>
              <a:rPr lang="en-US"/>
              <a:t>SUBTITLE</a:t>
            </a:r>
          </a:p>
        </p:txBody>
      </p:sp>
      <p:sp>
        <p:nvSpPr>
          <p:cNvPr id="35" name="Text Placeholder 6">
            <a:extLst>
              <a:ext uri="{FF2B5EF4-FFF2-40B4-BE49-F238E27FC236}">
                <a16:creationId xmlns:a16="http://schemas.microsoft.com/office/drawing/2014/main" id="{96BCFF4D-02A4-7E2E-0227-CA88E8DBC472}"/>
              </a:ext>
            </a:extLst>
          </p:cNvPr>
          <p:cNvSpPr>
            <a:spLocks noGrp="1"/>
          </p:cNvSpPr>
          <p:nvPr>
            <p:ph type="body" sz="quarter" idx="23" hasCustomPrompt="1"/>
          </p:nvPr>
        </p:nvSpPr>
        <p:spPr>
          <a:xfrm>
            <a:off x="5318440" y="6218116"/>
            <a:ext cx="1453834" cy="347285"/>
          </a:xfrm>
          <a:prstGeom prst="rect">
            <a:avLst/>
          </a:prstGeom>
        </p:spPr>
        <p:txBody>
          <a:bodyPr/>
          <a:lstStyle>
            <a:lvl1pPr>
              <a:defRPr sz="2000" b="1"/>
            </a:lvl1pPr>
          </a:lstStyle>
          <a:p>
            <a:pPr lvl="0"/>
            <a:r>
              <a:rPr lang="en-US"/>
              <a:t>Sep. 12-13</a:t>
            </a:r>
          </a:p>
        </p:txBody>
      </p:sp>
      <p:sp>
        <p:nvSpPr>
          <p:cNvPr id="36" name="Text Placeholder 6">
            <a:extLst>
              <a:ext uri="{FF2B5EF4-FFF2-40B4-BE49-F238E27FC236}">
                <a16:creationId xmlns:a16="http://schemas.microsoft.com/office/drawing/2014/main" id="{4C7AE61A-892F-A7C6-5EBB-627CC0242446}"/>
              </a:ext>
            </a:extLst>
          </p:cNvPr>
          <p:cNvSpPr>
            <a:spLocks noGrp="1"/>
          </p:cNvSpPr>
          <p:nvPr>
            <p:ph type="body" sz="quarter" idx="24" hasCustomPrompt="1"/>
          </p:nvPr>
        </p:nvSpPr>
        <p:spPr>
          <a:xfrm>
            <a:off x="6649868" y="6227530"/>
            <a:ext cx="1671981" cy="347285"/>
          </a:xfrm>
          <a:prstGeom prst="rect">
            <a:avLst/>
          </a:prstGeom>
        </p:spPr>
        <p:txBody>
          <a:bodyPr/>
          <a:lstStyle>
            <a:lvl1pPr>
              <a:defRPr sz="1800" b="0" i="1"/>
            </a:lvl1pPr>
          </a:lstStyle>
          <a:p>
            <a:pPr lvl="0"/>
            <a:r>
              <a:rPr lang="en-US"/>
              <a:t>| location</a:t>
            </a:r>
          </a:p>
        </p:txBody>
      </p:sp>
      <p:sp>
        <p:nvSpPr>
          <p:cNvPr id="37" name="Text Placeholder 6">
            <a:extLst>
              <a:ext uri="{FF2B5EF4-FFF2-40B4-BE49-F238E27FC236}">
                <a16:creationId xmlns:a16="http://schemas.microsoft.com/office/drawing/2014/main" id="{1ADBE6B6-0EA3-E2A7-A38C-1472DB89508E}"/>
              </a:ext>
            </a:extLst>
          </p:cNvPr>
          <p:cNvSpPr>
            <a:spLocks noGrp="1"/>
          </p:cNvSpPr>
          <p:nvPr>
            <p:ph type="body" sz="quarter" idx="25" hasCustomPrompt="1"/>
          </p:nvPr>
        </p:nvSpPr>
        <p:spPr>
          <a:xfrm>
            <a:off x="8733914" y="5879414"/>
            <a:ext cx="1788750" cy="392103"/>
          </a:xfrm>
          <a:prstGeom prst="rect">
            <a:avLst/>
          </a:prstGeom>
        </p:spPr>
        <p:txBody>
          <a:bodyPr/>
          <a:lstStyle>
            <a:lvl1pPr>
              <a:defRPr sz="2400" b="1"/>
            </a:lvl1pPr>
          </a:lstStyle>
          <a:p>
            <a:pPr lvl="0"/>
            <a:r>
              <a:rPr lang="en-US"/>
              <a:t>SUBTITLE</a:t>
            </a:r>
          </a:p>
        </p:txBody>
      </p:sp>
      <p:sp>
        <p:nvSpPr>
          <p:cNvPr id="38" name="Text Placeholder 6">
            <a:extLst>
              <a:ext uri="{FF2B5EF4-FFF2-40B4-BE49-F238E27FC236}">
                <a16:creationId xmlns:a16="http://schemas.microsoft.com/office/drawing/2014/main" id="{5649F813-6984-AB45-6AA9-1BE62E2AD706}"/>
              </a:ext>
            </a:extLst>
          </p:cNvPr>
          <p:cNvSpPr>
            <a:spLocks noGrp="1"/>
          </p:cNvSpPr>
          <p:nvPr>
            <p:ph type="body" sz="quarter" idx="26" hasCustomPrompt="1"/>
          </p:nvPr>
        </p:nvSpPr>
        <p:spPr>
          <a:xfrm>
            <a:off x="8733914" y="6218116"/>
            <a:ext cx="1453834" cy="347285"/>
          </a:xfrm>
          <a:prstGeom prst="rect">
            <a:avLst/>
          </a:prstGeom>
        </p:spPr>
        <p:txBody>
          <a:bodyPr/>
          <a:lstStyle>
            <a:lvl1pPr>
              <a:defRPr sz="2000" b="1"/>
            </a:lvl1pPr>
          </a:lstStyle>
          <a:p>
            <a:pPr lvl="0"/>
            <a:r>
              <a:rPr lang="en-US"/>
              <a:t>Sep. 12-13</a:t>
            </a:r>
          </a:p>
        </p:txBody>
      </p:sp>
      <p:sp>
        <p:nvSpPr>
          <p:cNvPr id="39" name="Text Placeholder 6">
            <a:extLst>
              <a:ext uri="{FF2B5EF4-FFF2-40B4-BE49-F238E27FC236}">
                <a16:creationId xmlns:a16="http://schemas.microsoft.com/office/drawing/2014/main" id="{A5731EA4-2326-8EDC-0DDB-A4BFB36F1FFB}"/>
              </a:ext>
            </a:extLst>
          </p:cNvPr>
          <p:cNvSpPr>
            <a:spLocks noGrp="1"/>
          </p:cNvSpPr>
          <p:nvPr>
            <p:ph type="body" sz="quarter" idx="27" hasCustomPrompt="1"/>
          </p:nvPr>
        </p:nvSpPr>
        <p:spPr>
          <a:xfrm>
            <a:off x="10065342" y="6227530"/>
            <a:ext cx="1671981" cy="347285"/>
          </a:xfrm>
          <a:prstGeom prst="rect">
            <a:avLst/>
          </a:prstGeom>
        </p:spPr>
        <p:txBody>
          <a:bodyPr/>
          <a:lstStyle>
            <a:lvl1pPr>
              <a:defRPr sz="1800" b="0" i="1"/>
            </a:lvl1pPr>
          </a:lstStyle>
          <a:p>
            <a:pPr lvl="0"/>
            <a:r>
              <a:rPr lang="en-US"/>
              <a:t>| location</a:t>
            </a:r>
          </a:p>
        </p:txBody>
      </p:sp>
      <p:sp>
        <p:nvSpPr>
          <p:cNvPr id="40" name="Text Placeholder 6">
            <a:extLst>
              <a:ext uri="{FF2B5EF4-FFF2-40B4-BE49-F238E27FC236}">
                <a16:creationId xmlns:a16="http://schemas.microsoft.com/office/drawing/2014/main" id="{D9B7CBC9-88EC-DEFE-FAE5-C4E3A19CC601}"/>
              </a:ext>
            </a:extLst>
          </p:cNvPr>
          <p:cNvSpPr>
            <a:spLocks noGrp="1"/>
          </p:cNvSpPr>
          <p:nvPr>
            <p:ph type="body" sz="quarter" idx="28" hasCustomPrompt="1"/>
          </p:nvPr>
        </p:nvSpPr>
        <p:spPr>
          <a:xfrm>
            <a:off x="534280" y="5879414"/>
            <a:ext cx="1788750" cy="392103"/>
          </a:xfrm>
          <a:prstGeom prst="rect">
            <a:avLst/>
          </a:prstGeom>
        </p:spPr>
        <p:txBody>
          <a:bodyPr/>
          <a:lstStyle>
            <a:lvl1pPr>
              <a:defRPr sz="2400" b="1"/>
            </a:lvl1pPr>
          </a:lstStyle>
          <a:p>
            <a:pPr lvl="0"/>
            <a:r>
              <a:rPr lang="en-US"/>
              <a:t>SUBTITLE</a:t>
            </a:r>
          </a:p>
        </p:txBody>
      </p:sp>
      <p:sp>
        <p:nvSpPr>
          <p:cNvPr id="41" name="Text Placeholder 6">
            <a:extLst>
              <a:ext uri="{FF2B5EF4-FFF2-40B4-BE49-F238E27FC236}">
                <a16:creationId xmlns:a16="http://schemas.microsoft.com/office/drawing/2014/main" id="{D74A993D-AD41-984F-950F-BA6E80528B54}"/>
              </a:ext>
            </a:extLst>
          </p:cNvPr>
          <p:cNvSpPr>
            <a:spLocks noGrp="1"/>
          </p:cNvSpPr>
          <p:nvPr>
            <p:ph type="body" sz="quarter" idx="29" hasCustomPrompt="1"/>
          </p:nvPr>
        </p:nvSpPr>
        <p:spPr>
          <a:xfrm>
            <a:off x="534280" y="6218116"/>
            <a:ext cx="1453834" cy="347285"/>
          </a:xfrm>
          <a:prstGeom prst="rect">
            <a:avLst/>
          </a:prstGeom>
        </p:spPr>
        <p:txBody>
          <a:bodyPr/>
          <a:lstStyle>
            <a:lvl1pPr>
              <a:defRPr sz="2000" b="1"/>
            </a:lvl1pPr>
          </a:lstStyle>
          <a:p>
            <a:pPr lvl="0"/>
            <a:r>
              <a:rPr lang="en-US"/>
              <a:t>Sep. 12-13</a:t>
            </a:r>
          </a:p>
        </p:txBody>
      </p:sp>
      <p:sp>
        <p:nvSpPr>
          <p:cNvPr id="42" name="Text Placeholder 6">
            <a:extLst>
              <a:ext uri="{FF2B5EF4-FFF2-40B4-BE49-F238E27FC236}">
                <a16:creationId xmlns:a16="http://schemas.microsoft.com/office/drawing/2014/main" id="{93952CFC-4D8A-5739-D810-DD1814C78D94}"/>
              </a:ext>
            </a:extLst>
          </p:cNvPr>
          <p:cNvSpPr>
            <a:spLocks noGrp="1"/>
          </p:cNvSpPr>
          <p:nvPr>
            <p:ph type="body" sz="quarter" idx="30" hasCustomPrompt="1"/>
          </p:nvPr>
        </p:nvSpPr>
        <p:spPr>
          <a:xfrm>
            <a:off x="1865708" y="6227530"/>
            <a:ext cx="1671981" cy="347285"/>
          </a:xfrm>
          <a:prstGeom prst="rect">
            <a:avLst/>
          </a:prstGeom>
        </p:spPr>
        <p:txBody>
          <a:bodyPr/>
          <a:lstStyle>
            <a:lvl1pPr>
              <a:defRPr sz="1800" b="0" i="1"/>
            </a:lvl1pPr>
          </a:lstStyle>
          <a:p>
            <a:pPr lvl="0"/>
            <a:r>
              <a:rPr lang="en-US"/>
              <a:t>| location</a:t>
            </a:r>
          </a:p>
        </p:txBody>
      </p:sp>
      <p:pic>
        <p:nvPicPr>
          <p:cNvPr id="4" name="Picture 3" descr="A white letter on a black background&#10;&#10;Description automatically generated">
            <a:extLst>
              <a:ext uri="{FF2B5EF4-FFF2-40B4-BE49-F238E27FC236}">
                <a16:creationId xmlns:a16="http://schemas.microsoft.com/office/drawing/2014/main" id="{DF55263D-9D78-FC22-5F6A-F61B7653615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94795" y="6640504"/>
            <a:ext cx="895667" cy="145267"/>
          </a:xfrm>
          <a:prstGeom prst="rect">
            <a:avLst/>
          </a:prstGeom>
        </p:spPr>
      </p:pic>
    </p:spTree>
    <p:extLst>
      <p:ext uri="{BB962C8B-B14F-4D97-AF65-F5344CB8AC3E}">
        <p14:creationId xmlns:p14="http://schemas.microsoft.com/office/powerpoint/2010/main" val="3378025184"/>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losing Slid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F2C4E05-5B96-4FE8-9203-E062EA1E7D1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4087967" y="3103321"/>
            <a:ext cx="4016065" cy="651358"/>
          </a:xfrm>
          <a:prstGeom prst="rect">
            <a:avLst/>
          </a:prstGeom>
        </p:spPr>
      </p:pic>
      <p:pic>
        <p:nvPicPr>
          <p:cNvPr id="7" name="Picture 6" descr="A white letter on a black background&#10;&#10;Description automatically generated">
            <a:extLst>
              <a:ext uri="{FF2B5EF4-FFF2-40B4-BE49-F238E27FC236}">
                <a16:creationId xmlns:a16="http://schemas.microsoft.com/office/drawing/2014/main" id="{EF58CFE9-0B12-315B-7360-BE3DBD9924DF}"/>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10994795" y="6640504"/>
            <a:ext cx="895667" cy="145267"/>
          </a:xfrm>
          <a:prstGeom prst="rect">
            <a:avLst/>
          </a:prstGeom>
        </p:spPr>
      </p:pic>
      <p:sp>
        <p:nvSpPr>
          <p:cNvPr id="8" name="Slide Number Placeholder 5">
            <a:extLst>
              <a:ext uri="{FF2B5EF4-FFF2-40B4-BE49-F238E27FC236}">
                <a16:creationId xmlns:a16="http://schemas.microsoft.com/office/drawing/2014/main" id="{19D0AEEA-67CD-CEFB-EC74-DD960DA502B5}"/>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Tree>
    <p:extLst>
      <p:ext uri="{BB962C8B-B14F-4D97-AF65-F5344CB8AC3E}">
        <p14:creationId xmlns:p14="http://schemas.microsoft.com/office/powerpoint/2010/main" val="27147173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85BAC64B-FDA5-2AA6-6FE8-FFAFF209BE2B}"/>
              </a:ext>
            </a:extLst>
          </p:cNvPr>
          <p:cNvSpPr>
            <a:spLocks noGrp="1"/>
          </p:cNvSpPr>
          <p:nvPr>
            <p:ph type="sldNum" sz="quarter" idx="4"/>
          </p:nvPr>
        </p:nvSpPr>
        <p:spPr>
          <a:xfrm>
            <a:off x="11580603" y="6645842"/>
            <a:ext cx="611397" cy="212148"/>
          </a:xfrm>
          <a:prstGeom prst="rect">
            <a:avLst/>
          </a:prstGeom>
        </p:spPr>
        <p:txBody>
          <a:bodyPr vert="horz" lIns="91440" tIns="45720" rIns="91440" bIns="45720" rtlCol="0" anchor="ctr"/>
          <a:lstStyle>
            <a:lvl1pPr algn="r">
              <a:defRPr sz="8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Tree>
    <p:extLst>
      <p:ext uri="{BB962C8B-B14F-4D97-AF65-F5344CB8AC3E}">
        <p14:creationId xmlns:p14="http://schemas.microsoft.com/office/powerpoint/2010/main" val="765424114"/>
      </p:ext>
    </p:extLst>
  </p:cSld>
  <p:clrMap bg1="lt1" tx1="dk1" bg2="lt2" tx2="dk2" accent1="accent1" accent2="accent2" accent3="accent3" accent4="accent4" accent5="accent5" accent6="accent6" hlink="hlink" folHlink="folHlink"/>
  <p:sldLayoutIdLst>
    <p:sldLayoutId id="2147484311" r:id="rId1"/>
    <p:sldLayoutId id="2147484294" r:id="rId2"/>
    <p:sldLayoutId id="2147484293" r:id="rId3"/>
    <p:sldLayoutId id="2147484315" r:id="rId4"/>
    <p:sldLayoutId id="2147484316" r:id="rId5"/>
    <p:sldLayoutId id="2147484296" r:id="rId6"/>
    <p:sldLayoutId id="2147484324" r:id="rId7"/>
    <p:sldLayoutId id="2147484322" r:id="rId8"/>
    <p:sldLayoutId id="2147484323" r:id="rId9"/>
    <p:sldLayoutId id="2147484295" r:id="rId10"/>
    <p:sldLayoutId id="2147484320" r:id="rId11"/>
    <p:sldLayoutId id="2147484298" r:id="rId12"/>
    <p:sldLayoutId id="2147484299" r:id="rId13"/>
    <p:sldLayoutId id="2147484326" r:id="rId14"/>
    <p:sldLayoutId id="2147484312" r:id="rId15"/>
    <p:sldLayoutId id="2147484321" r:id="rId16"/>
    <p:sldLayoutId id="2147484300" r:id="rId17"/>
    <p:sldLayoutId id="2147484301" r:id="rId18"/>
    <p:sldLayoutId id="2147484303" r:id="rId19"/>
    <p:sldLayoutId id="2147484313" r:id="rId20"/>
    <p:sldLayoutId id="2147484317" r:id="rId21"/>
    <p:sldLayoutId id="2147484318" r:id="rId22"/>
    <p:sldLayoutId id="2147484319" r:id="rId23"/>
    <p:sldLayoutId id="2147484325" r:id="rId24"/>
    <p:sldLayoutId id="2147484292" r:id="rId25"/>
  </p:sldLayoutIdLst>
  <p:hf hdr="0" dt="0"/>
  <p:txStyles>
    <p:titleStyle>
      <a:lvl1pPr algn="l" defTabSz="342882"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0" indent="0" algn="l" defTabSz="342882" rtl="0" eaLnBrk="1" latinLnBrk="0" hangingPunct="1">
        <a:spcBef>
          <a:spcPct val="20000"/>
        </a:spcBef>
        <a:buClr>
          <a:schemeClr val="tx1"/>
        </a:buClr>
        <a:buSzPct val="110000"/>
        <a:buFontTx/>
        <a:buNone/>
        <a:defRPr sz="2200" b="0" kern="1200">
          <a:solidFill>
            <a:schemeClr val="tx1"/>
          </a:solidFill>
          <a:latin typeface="+mn-lt"/>
          <a:ea typeface="+mn-ea"/>
          <a:cs typeface="+mn-cs"/>
        </a:defRPr>
      </a:lvl1pPr>
      <a:lvl2pPr marL="568325" indent="-225425" algn="l" defTabSz="342882" rtl="0" eaLnBrk="1" latinLnBrk="0" hangingPunct="1">
        <a:spcBef>
          <a:spcPct val="20000"/>
        </a:spcBef>
        <a:buClr>
          <a:schemeClr val="tx1"/>
        </a:buClr>
        <a:buSzPct val="110000"/>
        <a:buFont typeface="Arial" panose="020B0604020202020204" pitchFamily="34" charset="0"/>
        <a:buChar char="•"/>
        <a:defRPr sz="1800" kern="1200">
          <a:solidFill>
            <a:schemeClr val="tx1"/>
          </a:solidFill>
          <a:latin typeface="+mn-lt"/>
          <a:ea typeface="+mn-ea"/>
          <a:cs typeface="+mn-cs"/>
        </a:defRPr>
      </a:lvl2pPr>
      <a:lvl3pPr marL="914400" indent="-185738" algn="l" defTabSz="342882" rtl="0" eaLnBrk="1" latinLnBrk="0" hangingPunct="1">
        <a:spcBef>
          <a:spcPct val="20000"/>
        </a:spcBef>
        <a:buClr>
          <a:schemeClr val="tx1"/>
        </a:buClr>
        <a:buSzPct val="110000"/>
        <a:buFont typeface="Arial" panose="020B0604020202020204" pitchFamily="34" charset="0"/>
        <a:buChar char="•"/>
        <a:defRPr sz="1600" kern="1200">
          <a:solidFill>
            <a:schemeClr val="tx1"/>
          </a:solidFill>
          <a:latin typeface="+mn-lt"/>
          <a:ea typeface="+mn-ea"/>
          <a:cs typeface="+mn-cs"/>
        </a:defRPr>
      </a:lvl3pPr>
      <a:lvl4pPr marL="1200091" indent="-171442" algn="l" defTabSz="342882" rtl="0" eaLnBrk="1" latinLnBrk="0" hangingPunct="1">
        <a:spcBef>
          <a:spcPct val="20000"/>
        </a:spcBef>
        <a:buClr>
          <a:schemeClr val="tx1"/>
        </a:buClr>
        <a:buSzPct val="110000"/>
        <a:buFont typeface="Arial" panose="020B0604020202020204" pitchFamily="34" charset="0"/>
        <a:buChar char="•"/>
        <a:defRPr sz="1200" kern="1200">
          <a:solidFill>
            <a:schemeClr val="tx1"/>
          </a:solidFill>
          <a:latin typeface="+mn-lt"/>
          <a:ea typeface="+mn-ea"/>
          <a:cs typeface="+mn-cs"/>
        </a:defRPr>
      </a:lvl4pPr>
      <a:lvl5pPr marL="1542973" indent="-133343" algn="l" defTabSz="342882" rtl="0" eaLnBrk="1" latinLnBrk="0" hangingPunct="1">
        <a:spcBef>
          <a:spcPct val="20000"/>
        </a:spcBef>
        <a:buClr>
          <a:schemeClr val="tx1"/>
        </a:buClr>
        <a:buSzPct val="110000"/>
        <a:buFont typeface="Arial" panose="020B0604020202020204" pitchFamily="34" charset="0"/>
        <a:buChar char="•"/>
        <a:defRPr sz="1051" kern="1200">
          <a:solidFill>
            <a:schemeClr val="tx1"/>
          </a:solidFill>
          <a:latin typeface="+mn-lt"/>
          <a:ea typeface="+mn-ea"/>
          <a:cs typeface="+mn-cs"/>
        </a:defRPr>
      </a:lvl5pPr>
      <a:lvl6pPr marL="1885857" indent="-171442" algn="l" defTabSz="342882" rtl="0" eaLnBrk="1" latinLnBrk="0" hangingPunct="1">
        <a:spcBef>
          <a:spcPct val="20000"/>
        </a:spcBef>
        <a:buFont typeface="Arial"/>
        <a:buChar char="•"/>
        <a:defRPr sz="1500" kern="1200">
          <a:solidFill>
            <a:schemeClr val="tx1"/>
          </a:solidFill>
          <a:latin typeface="+mn-lt"/>
          <a:ea typeface="+mn-ea"/>
          <a:cs typeface="+mn-cs"/>
        </a:defRPr>
      </a:lvl6pPr>
      <a:lvl7pPr marL="2228739" indent="-171442" algn="l" defTabSz="342882" rtl="0" eaLnBrk="1" latinLnBrk="0" hangingPunct="1">
        <a:spcBef>
          <a:spcPct val="20000"/>
        </a:spcBef>
        <a:buFont typeface="Arial"/>
        <a:buChar char="•"/>
        <a:defRPr sz="1500" kern="1200">
          <a:solidFill>
            <a:schemeClr val="tx1"/>
          </a:solidFill>
          <a:latin typeface="+mn-lt"/>
          <a:ea typeface="+mn-ea"/>
          <a:cs typeface="+mn-cs"/>
        </a:defRPr>
      </a:lvl7pPr>
      <a:lvl8pPr marL="2571622" indent="-171442" algn="l" defTabSz="342882" rtl="0" eaLnBrk="1" latinLnBrk="0" hangingPunct="1">
        <a:spcBef>
          <a:spcPct val="20000"/>
        </a:spcBef>
        <a:buFont typeface="Arial"/>
        <a:buChar char="•"/>
        <a:defRPr sz="1500" kern="1200">
          <a:solidFill>
            <a:schemeClr val="tx1"/>
          </a:solidFill>
          <a:latin typeface="+mn-lt"/>
          <a:ea typeface="+mn-ea"/>
          <a:cs typeface="+mn-cs"/>
        </a:defRPr>
      </a:lvl8pPr>
      <a:lvl9pPr marL="2914506" indent="-171442" algn="l" defTabSz="342882"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882" rtl="0" eaLnBrk="1" latinLnBrk="0" hangingPunct="1">
        <a:defRPr sz="1351" kern="1200">
          <a:solidFill>
            <a:schemeClr val="tx1"/>
          </a:solidFill>
          <a:latin typeface="+mn-lt"/>
          <a:ea typeface="+mn-ea"/>
          <a:cs typeface="+mn-cs"/>
        </a:defRPr>
      </a:lvl1pPr>
      <a:lvl2pPr marL="342882" algn="l" defTabSz="342882" rtl="0" eaLnBrk="1" latinLnBrk="0" hangingPunct="1">
        <a:defRPr sz="1351" kern="1200">
          <a:solidFill>
            <a:schemeClr val="tx1"/>
          </a:solidFill>
          <a:latin typeface="+mn-lt"/>
          <a:ea typeface="+mn-ea"/>
          <a:cs typeface="+mn-cs"/>
        </a:defRPr>
      </a:lvl2pPr>
      <a:lvl3pPr marL="685766" algn="l" defTabSz="342882" rtl="0" eaLnBrk="1" latinLnBrk="0" hangingPunct="1">
        <a:defRPr sz="1351" kern="1200">
          <a:solidFill>
            <a:schemeClr val="tx1"/>
          </a:solidFill>
          <a:latin typeface="+mn-lt"/>
          <a:ea typeface="+mn-ea"/>
          <a:cs typeface="+mn-cs"/>
        </a:defRPr>
      </a:lvl3pPr>
      <a:lvl4pPr marL="1028649" algn="l" defTabSz="342882" rtl="0" eaLnBrk="1" latinLnBrk="0" hangingPunct="1">
        <a:defRPr sz="1351" kern="1200">
          <a:solidFill>
            <a:schemeClr val="tx1"/>
          </a:solidFill>
          <a:latin typeface="+mn-lt"/>
          <a:ea typeface="+mn-ea"/>
          <a:cs typeface="+mn-cs"/>
        </a:defRPr>
      </a:lvl4pPr>
      <a:lvl5pPr marL="1371532" algn="l" defTabSz="342882" rtl="0" eaLnBrk="1" latinLnBrk="0" hangingPunct="1">
        <a:defRPr sz="1351" kern="1200">
          <a:solidFill>
            <a:schemeClr val="tx1"/>
          </a:solidFill>
          <a:latin typeface="+mn-lt"/>
          <a:ea typeface="+mn-ea"/>
          <a:cs typeface="+mn-cs"/>
        </a:defRPr>
      </a:lvl5pPr>
      <a:lvl6pPr marL="1714414" algn="l" defTabSz="342882" rtl="0" eaLnBrk="1" latinLnBrk="0" hangingPunct="1">
        <a:defRPr sz="1351" kern="1200">
          <a:solidFill>
            <a:schemeClr val="tx1"/>
          </a:solidFill>
          <a:latin typeface="+mn-lt"/>
          <a:ea typeface="+mn-ea"/>
          <a:cs typeface="+mn-cs"/>
        </a:defRPr>
      </a:lvl6pPr>
      <a:lvl7pPr marL="2057298" algn="l" defTabSz="342882" rtl="0" eaLnBrk="1" latinLnBrk="0" hangingPunct="1">
        <a:defRPr sz="1351" kern="1200">
          <a:solidFill>
            <a:schemeClr val="tx1"/>
          </a:solidFill>
          <a:latin typeface="+mn-lt"/>
          <a:ea typeface="+mn-ea"/>
          <a:cs typeface="+mn-cs"/>
        </a:defRPr>
      </a:lvl7pPr>
      <a:lvl8pPr marL="2400180" algn="l" defTabSz="342882" rtl="0" eaLnBrk="1" latinLnBrk="0" hangingPunct="1">
        <a:defRPr sz="1351" kern="1200">
          <a:solidFill>
            <a:schemeClr val="tx1"/>
          </a:solidFill>
          <a:latin typeface="+mn-lt"/>
          <a:ea typeface="+mn-ea"/>
          <a:cs typeface="+mn-cs"/>
        </a:defRPr>
      </a:lvl8pPr>
      <a:lvl9pPr marL="2743062" algn="l" defTabSz="342882"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A6A653-9EE1-F684-49B1-D5FFD8C784A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A2E03D-9F5B-5343-B21F-62525800774A}" type="slidenum">
              <a:rPr kumimoji="0" lang="en-US" sz="800" b="0" i="0" u="none" strike="noStrike" kern="1200" cap="none" spc="0" normalizeH="0" baseline="0" noProof="0" smtClean="0">
                <a:ln>
                  <a:noFill/>
                </a:ln>
                <a:solidFill>
                  <a:srgbClr val="FFFFFF">
                    <a:lumMod val="50000"/>
                  </a:srgb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
        <p:nvSpPr>
          <p:cNvPr id="6" name="Text Placeholder 5">
            <a:extLst>
              <a:ext uri="{FF2B5EF4-FFF2-40B4-BE49-F238E27FC236}">
                <a16:creationId xmlns:a16="http://schemas.microsoft.com/office/drawing/2014/main" id="{2E054E45-0021-0B6F-5B04-75AFBE03365D}"/>
              </a:ext>
            </a:extLst>
          </p:cNvPr>
          <p:cNvSpPr>
            <a:spLocks noGrp="1"/>
          </p:cNvSpPr>
          <p:nvPr>
            <p:ph type="body" sz="quarter" idx="13"/>
          </p:nvPr>
        </p:nvSpPr>
        <p:spPr/>
        <p:txBody>
          <a:bodyPr/>
          <a:lstStyle/>
          <a:p>
            <a:r>
              <a:rPr lang="en-US" dirty="0"/>
              <a:t>Technical Setter Interns</a:t>
            </a:r>
            <a:endParaRPr lang="en-US" dirty="0"/>
          </a:p>
        </p:txBody>
      </p:sp>
      <p:sp>
        <p:nvSpPr>
          <p:cNvPr id="7" name="Text Placeholder 6">
            <a:extLst>
              <a:ext uri="{FF2B5EF4-FFF2-40B4-BE49-F238E27FC236}">
                <a16:creationId xmlns:a16="http://schemas.microsoft.com/office/drawing/2014/main" id="{AE501EE7-4F47-7AE3-2560-0933E285B85E}"/>
              </a:ext>
            </a:extLst>
          </p:cNvPr>
          <p:cNvSpPr>
            <a:spLocks noGrp="1"/>
          </p:cNvSpPr>
          <p:nvPr>
            <p:ph type="body" sz="quarter" idx="14"/>
          </p:nvPr>
        </p:nvSpPr>
        <p:spPr/>
        <p:txBody>
          <a:bodyPr/>
          <a:lstStyle/>
          <a:p>
            <a:r>
              <a:rPr lang="en-US" dirty="0"/>
              <a:t>Diego Adair de León Márquez</a:t>
            </a:r>
            <a:endParaRPr lang="en-US" dirty="0"/>
          </a:p>
        </p:txBody>
      </p:sp>
      <p:sp>
        <p:nvSpPr>
          <p:cNvPr id="11" name="Text Placeholder 10">
            <a:extLst>
              <a:ext uri="{FF2B5EF4-FFF2-40B4-BE49-F238E27FC236}">
                <a16:creationId xmlns:a16="http://schemas.microsoft.com/office/drawing/2014/main" id="{80435D6C-4908-8A25-4E0A-94761E2DE643}"/>
              </a:ext>
            </a:extLst>
          </p:cNvPr>
          <p:cNvSpPr>
            <a:spLocks noGrp="1"/>
          </p:cNvSpPr>
          <p:nvPr>
            <p:ph type="body" sz="quarter" idx="15"/>
          </p:nvPr>
        </p:nvSpPr>
        <p:spPr/>
        <p:txBody>
          <a:bodyPr/>
          <a:lstStyle/>
          <a:p>
            <a:pPr/>
            <a:r>
              <a:rPr lang="en-US" dirty="0"/>
              <a:t>Universidad Politécnica de Aguascalientes</a:t>
            </a:r>
            <a:endParaRPr lang="en-US" dirty="0"/>
          </a:p>
          <a:p>
            <a:pPr/>
            <a:r>
              <a:rPr sz="1400">
                <a:solidFill>
                  <a:srgbClr val="C6CDD1"/>
                </a:solidFill>
                <a:latin typeface="Segoe UI"/>
              </a:rPr>
              <a:t>Mechatronics Engineering  ·  9th term</a:t>
            </a:r>
          </a:p>
        </p:txBody>
      </p:sp>
      <p:sp>
        <p:nvSpPr>
          <p:cNvPr id="12" name="TextBox 11"/>
          <p:cNvSpPr txBox="1"/>
          <p:nvPr/>
        </p:nvSpPr>
        <p:spPr>
          <a:xfrm>
            <a:off x="0" y="1847088"/>
            <a:ext cx="12191695" cy="274320"/>
          </a:xfrm>
          <a:prstGeom prst="rect">
            <a:avLst/>
          </a:prstGeom>
          <a:noFill/>
        </p:spPr>
        <p:txBody>
          <a:bodyPr wrap="square" lIns="0" rIns="0" tIns="0" bIns="0" anchor="t">
            <a:spAutoFit/>
          </a:bodyPr>
          <a:lstStyle/>
          <a:p>
            <a:pPr algn="ctr">
              <a:spcBef>
                <a:spcPts val="0"/>
              </a:spcBef>
              <a:spcAft>
                <a:spcPts val="0"/>
              </a:spcAft>
            </a:pPr>
            <a:r>
              <a:rPr sz="1200" b="1" i="0">
                <a:solidFill>
                  <a:srgbClr val="D5FB00"/>
                </a:solidFill>
                <a:latin typeface="Segoe UI"/>
              </a:rPr>
              <a:t>ROBOTIC WELDING   ·   ILUO SKILL PATH</a:t>
            </a:r>
          </a:p>
        </p:txBody>
      </p:sp>
      <p:sp>
        <p:nvSpPr>
          <p:cNvPr id="13" name="TextBox 12"/>
          <p:cNvSpPr txBox="1"/>
          <p:nvPr/>
        </p:nvSpPr>
        <p:spPr>
          <a:xfrm>
            <a:off x="0" y="5047488"/>
            <a:ext cx="12191695" cy="256032"/>
          </a:xfrm>
          <a:prstGeom prst="rect">
            <a:avLst/>
          </a:prstGeom>
          <a:noFill/>
        </p:spPr>
        <p:txBody>
          <a:bodyPr wrap="square" lIns="0" rIns="0" tIns="0" bIns="0" anchor="t">
            <a:spAutoFit/>
          </a:bodyPr>
          <a:lstStyle/>
          <a:p>
            <a:pPr algn="ctr">
              <a:spcBef>
                <a:spcPts val="0"/>
              </a:spcBef>
              <a:spcAft>
                <a:spcPts val="0"/>
              </a:spcAft>
            </a:pPr>
            <a:r>
              <a:rPr sz="1300" b="0" i="0">
                <a:solidFill>
                  <a:srgbClr val="FFFFFF"/>
                </a:solidFill>
                <a:latin typeface="Segoe UI"/>
              </a:rPr>
              <a:t>Plant tutor:  Fernando Robledo</a:t>
            </a:r>
          </a:p>
        </p:txBody>
      </p:sp>
      <p:sp>
        <p:nvSpPr>
          <p:cNvPr id="14" name="TextBox 13"/>
          <p:cNvSpPr txBox="1"/>
          <p:nvPr/>
        </p:nvSpPr>
        <p:spPr>
          <a:xfrm>
            <a:off x="0" y="5431536"/>
            <a:ext cx="12191695" cy="256032"/>
          </a:xfrm>
          <a:prstGeom prst="rect">
            <a:avLst/>
          </a:prstGeom>
          <a:noFill/>
        </p:spPr>
        <p:txBody>
          <a:bodyPr wrap="square" lIns="0" rIns="0" tIns="0" bIns="0" anchor="t">
            <a:spAutoFit/>
          </a:bodyPr>
          <a:lstStyle/>
          <a:p>
            <a:pPr algn="ctr">
              <a:spcBef>
                <a:spcPts val="0"/>
              </a:spcBef>
              <a:spcAft>
                <a:spcPts val="0"/>
              </a:spcAft>
            </a:pPr>
            <a:r>
              <a:rPr sz="1100" b="0" i="0">
                <a:solidFill>
                  <a:srgbClr val="C6CDD1"/>
                </a:solidFill>
                <a:latin typeface="Segoe UI"/>
              </a:rPr>
              <a:t>Tenneco Aguascalientes  ·  Clean Air  ·  September 25, 2026</a:t>
            </a:r>
          </a:p>
        </p:txBody>
      </p:sp>
    </p:spTree>
    <p:extLst>
      <p:ext uri="{BB962C8B-B14F-4D97-AF65-F5344CB8AC3E}">
        <p14:creationId xmlns:p14="http://schemas.microsoft.com/office/powerpoint/2010/main" val="400179657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620256"/>
            <a:ext cx="3657600" cy="182880"/>
          </a:xfrm>
          <a:prstGeom prst="rect">
            <a:avLst/>
          </a:prstGeom>
          <a:noFill/>
        </p:spPr>
        <p:txBody>
          <a:bodyPr wrap="square" lIns="0" rIns="0" tIns="0" bIns="0" anchor="t">
            <a:spAutoFit/>
          </a:bodyPr>
          <a:lstStyle/>
          <a:p>
            <a:pPr algn="l">
              <a:spcBef>
                <a:spcPts val="0"/>
              </a:spcBef>
              <a:spcAft>
                <a:spcPts val="0"/>
              </a:spcAft>
            </a:pPr>
            <a:r>
              <a:rPr sz="800" b="0" i="0">
                <a:solidFill>
                  <a:srgbClr val="9FAFBA"/>
                </a:solidFill>
                <a:latin typeface="Segoe UI"/>
              </a:rPr>
              <a:t>TENNECO CONFIDENTIAL</a:t>
            </a:r>
          </a:p>
        </p:txBody>
      </p:sp>
      <p:sp>
        <p:nvSpPr>
          <p:cNvPr id="3" name="TextBox 2"/>
          <p:cNvSpPr txBox="1"/>
          <p:nvPr/>
        </p:nvSpPr>
        <p:spPr>
          <a:xfrm>
            <a:off x="11064240" y="6601968"/>
            <a:ext cx="502920" cy="219456"/>
          </a:xfrm>
          <a:prstGeom prst="rect">
            <a:avLst/>
          </a:prstGeom>
          <a:noFill/>
        </p:spPr>
        <p:txBody>
          <a:bodyPr wrap="square" lIns="0" rIns="0" tIns="0" bIns="0" anchor="t">
            <a:spAutoFit/>
          </a:bodyPr>
          <a:lstStyle/>
          <a:p>
            <a:pPr algn="r">
              <a:spcBef>
                <a:spcPts val="0"/>
              </a:spcBef>
              <a:spcAft>
                <a:spcPts val="0"/>
              </a:spcAft>
            </a:pPr>
            <a:r>
              <a:rPr sz="900" b="0" i="0">
                <a:solidFill>
                  <a:srgbClr val="9FAFBA"/>
                </a:solidFill>
                <a:latin typeface="Segoe UI"/>
              </a:rPr>
              <a:t>2</a:t>
            </a:r>
          </a:p>
        </p:txBody>
      </p:sp>
      <p:cxnSp>
        <p:nvCxnSpPr>
          <p:cNvPr id="4" name="Connector 3"/>
          <p:cNvCxnSpPr/>
          <p:nvPr/>
        </p:nvCxnSpPr>
        <p:spPr>
          <a:xfrm>
            <a:off x="484632" y="603504"/>
            <a:ext cx="630936" cy="0"/>
          </a:xfrm>
          <a:prstGeom prst="line">
            <a:avLst/>
          </a:prstGeom>
          <a:ln w="28575">
            <a:solidFill>
              <a:srgbClr val="D5FB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786384"/>
            <a:ext cx="11338560" cy="658368"/>
          </a:xfrm>
          <a:prstGeom prst="rect">
            <a:avLst/>
          </a:prstGeom>
          <a:noFill/>
        </p:spPr>
        <p:txBody>
          <a:bodyPr wrap="square" lIns="0" rIns="0" tIns="0" bIns="0" anchor="t">
            <a:spAutoFit/>
          </a:bodyPr>
          <a:lstStyle/>
          <a:p>
            <a:pPr algn="l">
              <a:spcBef>
                <a:spcPts val="0"/>
              </a:spcBef>
              <a:spcAft>
                <a:spcPts val="0"/>
              </a:spcAft>
            </a:pPr>
            <a:r>
              <a:rPr sz="3400" b="1" i="0">
                <a:solidFill>
                  <a:srgbClr val="D5FB00"/>
                </a:solidFill>
                <a:latin typeface="Segoe UI"/>
              </a:rPr>
              <a:t>Our value: WIN</a:t>
            </a:r>
          </a:p>
        </p:txBody>
      </p:sp>
      <p:sp>
        <p:nvSpPr>
          <p:cNvPr id="6" name="TextBox 5"/>
          <p:cNvSpPr txBox="1"/>
          <p:nvPr/>
        </p:nvSpPr>
        <p:spPr>
          <a:xfrm>
            <a:off x="457200" y="1426464"/>
            <a:ext cx="10241280" cy="365760"/>
          </a:xfrm>
          <a:prstGeom prst="rect">
            <a:avLst/>
          </a:prstGeom>
          <a:noFill/>
        </p:spPr>
        <p:txBody>
          <a:bodyPr wrap="square" lIns="0" rIns="0" tIns="0" bIns="0" anchor="t">
            <a:spAutoFit/>
          </a:bodyPr>
          <a:lstStyle/>
          <a:p>
            <a:pPr algn="l">
              <a:spcBef>
                <a:spcPts val="0"/>
              </a:spcBef>
              <a:spcAft>
                <a:spcPts val="0"/>
              </a:spcAft>
            </a:pPr>
            <a:r>
              <a:rPr sz="1600" b="0" i="1">
                <a:solidFill>
                  <a:srgbClr val="FFFFFF"/>
                </a:solidFill>
                <a:latin typeface="Segoe UI"/>
              </a:rPr>
              <a:t>“We must earn the trust of our employees and customers.”</a:t>
            </a:r>
          </a:p>
        </p:txBody>
      </p:sp>
      <p:sp>
        <p:nvSpPr>
          <p:cNvPr id="7" name="Chevron 6"/>
          <p:cNvSpPr/>
          <p:nvPr/>
        </p:nvSpPr>
        <p:spPr>
          <a:xfrm>
            <a:off x="502920" y="2322576"/>
            <a:ext cx="182880" cy="182880"/>
          </a:xfrm>
          <a:prstGeom prst="chevron">
            <a:avLst/>
          </a:prstGeom>
          <a:solidFill>
            <a:srgbClr val="D5FB00"/>
          </a:solidFill>
          <a:ln>
            <a:noFill/>
          </a:ln>
          <a:effectLst/>
        </p:spPr>
        <p:txBody>
          <a:bodyPr rtlCol="0" anchor="ctr" wrap="square" lIns="0" rIns="0" tIns="0" bIns="0"/>
          <a:lstStyle/>
          <a:p>
            <a:pPr algn="ctr"/>
          </a:p>
        </p:txBody>
      </p:sp>
      <p:sp>
        <p:nvSpPr>
          <p:cNvPr id="8" name="Chevron 7"/>
          <p:cNvSpPr/>
          <p:nvPr/>
        </p:nvSpPr>
        <p:spPr>
          <a:xfrm>
            <a:off x="640080" y="2322576"/>
            <a:ext cx="182880" cy="182880"/>
          </a:xfrm>
          <a:prstGeom prst="chevron">
            <a:avLst/>
          </a:prstGeom>
          <a:solidFill>
            <a:srgbClr val="D5FB00"/>
          </a:solidFill>
          <a:ln>
            <a:noFill/>
          </a:ln>
          <a:effectLst/>
        </p:spPr>
        <p:txBody>
          <a:bodyPr rtlCol="0" anchor="ctr" wrap="square" lIns="0" rIns="0" tIns="0" bIns="0"/>
          <a:lstStyle/>
          <a:p>
            <a:pPr algn="ctr"/>
          </a:p>
        </p:txBody>
      </p:sp>
      <p:sp>
        <p:nvSpPr>
          <p:cNvPr id="9" name="TextBox 8"/>
          <p:cNvSpPr txBox="1"/>
          <p:nvPr/>
        </p:nvSpPr>
        <p:spPr>
          <a:xfrm>
            <a:off x="1005840" y="2286000"/>
            <a:ext cx="8595360" cy="365760"/>
          </a:xfrm>
          <a:prstGeom prst="rect">
            <a:avLst/>
          </a:prstGeom>
          <a:noFill/>
        </p:spPr>
        <p:txBody>
          <a:bodyPr wrap="square" lIns="0" rIns="0" tIns="0" bIns="0" anchor="t">
            <a:spAutoFit/>
          </a:bodyPr>
          <a:lstStyle/>
          <a:p>
            <a:pPr algn="l">
              <a:spcBef>
                <a:spcPts val="0"/>
              </a:spcBef>
              <a:spcAft>
                <a:spcPts val="0"/>
              </a:spcAft>
            </a:pPr>
            <a:r>
              <a:rPr sz="1900" b="1" i="0">
                <a:solidFill>
                  <a:srgbClr val="D5FB00"/>
                </a:solidFill>
                <a:latin typeface="Segoe UI"/>
              </a:rPr>
              <a:t>Trust comes before access</a:t>
            </a:r>
          </a:p>
          <a:p>
            <a:pPr>
              <a:lnSpc>
                <a:spcPct val="120000"/>
              </a:lnSpc>
              <a:spcBef>
                <a:spcPts val="600"/>
              </a:spcBef>
              <a:spcAft>
                <a:spcPts val="0"/>
              </a:spcAft>
            </a:pPr>
            <a:r>
              <a:rPr sz="1350" b="0" i="0">
                <a:solidFill>
                  <a:srgbClr val="C6CDD1"/>
                </a:solidFill>
                <a:latin typeface="Segoe UI"/>
              </a:rPr>
              <a:t>On the floor nobody lets you touch a welding cell because of a job title. You get there by being useful first, and by being useful again the next day.</a:t>
            </a:r>
          </a:p>
        </p:txBody>
      </p:sp>
      <p:sp>
        <p:nvSpPr>
          <p:cNvPr id="10" name="Chevron 9"/>
          <p:cNvSpPr/>
          <p:nvPr/>
        </p:nvSpPr>
        <p:spPr>
          <a:xfrm>
            <a:off x="502920" y="3621024"/>
            <a:ext cx="182880" cy="182880"/>
          </a:xfrm>
          <a:prstGeom prst="chevron">
            <a:avLst/>
          </a:prstGeom>
          <a:solidFill>
            <a:srgbClr val="D5FB00"/>
          </a:solidFill>
          <a:ln>
            <a:noFill/>
          </a:ln>
          <a:effectLst/>
        </p:spPr>
        <p:txBody>
          <a:bodyPr rtlCol="0" anchor="ctr" wrap="square" lIns="0" rIns="0" tIns="0" bIns="0"/>
          <a:lstStyle/>
          <a:p>
            <a:pPr algn="ctr"/>
          </a:p>
        </p:txBody>
      </p:sp>
      <p:sp>
        <p:nvSpPr>
          <p:cNvPr id="11" name="Chevron 10"/>
          <p:cNvSpPr/>
          <p:nvPr/>
        </p:nvSpPr>
        <p:spPr>
          <a:xfrm>
            <a:off x="640080" y="3621024"/>
            <a:ext cx="182880" cy="182880"/>
          </a:xfrm>
          <a:prstGeom prst="chevron">
            <a:avLst/>
          </a:prstGeom>
          <a:solidFill>
            <a:srgbClr val="D5FB00"/>
          </a:solidFill>
          <a:ln>
            <a:noFill/>
          </a:ln>
          <a:effectLst/>
        </p:spPr>
        <p:txBody>
          <a:bodyPr rtlCol="0" anchor="ctr" wrap="square" lIns="0" rIns="0" tIns="0" bIns="0"/>
          <a:lstStyle/>
          <a:p>
            <a:pPr algn="ctr"/>
          </a:p>
        </p:txBody>
      </p:sp>
      <p:sp>
        <p:nvSpPr>
          <p:cNvPr id="12" name="TextBox 11"/>
          <p:cNvSpPr txBox="1"/>
          <p:nvPr/>
        </p:nvSpPr>
        <p:spPr>
          <a:xfrm>
            <a:off x="1005840" y="3584448"/>
            <a:ext cx="8595360" cy="365760"/>
          </a:xfrm>
          <a:prstGeom prst="rect">
            <a:avLst/>
          </a:prstGeom>
          <a:noFill/>
        </p:spPr>
        <p:txBody>
          <a:bodyPr wrap="square" lIns="0" rIns="0" tIns="0" bIns="0" anchor="t">
            <a:spAutoFit/>
          </a:bodyPr>
          <a:lstStyle/>
          <a:p>
            <a:pPr algn="l">
              <a:spcBef>
                <a:spcPts val="0"/>
              </a:spcBef>
              <a:spcAft>
                <a:spcPts val="0"/>
              </a:spcAft>
            </a:pPr>
            <a:r>
              <a:rPr sz="1900" b="1" i="0">
                <a:solidFill>
                  <a:srgbClr val="D5FB00"/>
                </a:solidFill>
                <a:latin typeface="Segoe UI"/>
              </a:rPr>
              <a:t>I learned by answering, not by asking</a:t>
            </a:r>
          </a:p>
          <a:p>
            <a:pPr>
              <a:lnSpc>
                <a:spcPct val="120000"/>
              </a:lnSpc>
              <a:spcBef>
                <a:spcPts val="600"/>
              </a:spcBef>
              <a:spcAft>
                <a:spcPts val="0"/>
              </a:spcAft>
            </a:pPr>
            <a:r>
              <a:rPr sz="1350" b="0" i="0">
                <a:solidFill>
                  <a:srgbClr val="C6CDD1"/>
                </a:solidFill>
                <a:latin typeface="Segoe UI"/>
              </a:rPr>
              <a:t>Most of what I know came from being the one who showed up when a cell went down — not from waiting for a training session to be scheduled.</a:t>
            </a:r>
          </a:p>
        </p:txBody>
      </p:sp>
      <p:sp>
        <p:nvSpPr>
          <p:cNvPr id="13" name="Chevron 12"/>
          <p:cNvSpPr/>
          <p:nvPr/>
        </p:nvSpPr>
        <p:spPr>
          <a:xfrm>
            <a:off x="502920" y="4919472"/>
            <a:ext cx="182880" cy="182880"/>
          </a:xfrm>
          <a:prstGeom prst="chevron">
            <a:avLst/>
          </a:prstGeom>
          <a:solidFill>
            <a:srgbClr val="D5FB00"/>
          </a:solidFill>
          <a:ln>
            <a:noFill/>
          </a:ln>
          <a:effectLst/>
        </p:spPr>
        <p:txBody>
          <a:bodyPr rtlCol="0" anchor="ctr" wrap="square" lIns="0" rIns="0" tIns="0" bIns="0"/>
          <a:lstStyle/>
          <a:p>
            <a:pPr algn="ctr"/>
          </a:p>
        </p:txBody>
      </p:sp>
      <p:sp>
        <p:nvSpPr>
          <p:cNvPr id="14" name="Chevron 13"/>
          <p:cNvSpPr/>
          <p:nvPr/>
        </p:nvSpPr>
        <p:spPr>
          <a:xfrm>
            <a:off x="640080" y="4919472"/>
            <a:ext cx="182880" cy="182880"/>
          </a:xfrm>
          <a:prstGeom prst="chevron">
            <a:avLst/>
          </a:prstGeom>
          <a:solidFill>
            <a:srgbClr val="D5FB00"/>
          </a:solidFill>
          <a:ln>
            <a:noFill/>
          </a:ln>
          <a:effectLst/>
        </p:spPr>
        <p:txBody>
          <a:bodyPr rtlCol="0" anchor="ctr" wrap="square" lIns="0" rIns="0" tIns="0" bIns="0"/>
          <a:lstStyle/>
          <a:p>
            <a:pPr algn="ctr"/>
          </a:p>
        </p:txBody>
      </p:sp>
      <p:sp>
        <p:nvSpPr>
          <p:cNvPr id="15" name="TextBox 14"/>
          <p:cNvSpPr txBox="1"/>
          <p:nvPr/>
        </p:nvSpPr>
        <p:spPr>
          <a:xfrm>
            <a:off x="1005840" y="4882896"/>
            <a:ext cx="8595360" cy="365760"/>
          </a:xfrm>
          <a:prstGeom prst="rect">
            <a:avLst/>
          </a:prstGeom>
          <a:noFill/>
        </p:spPr>
        <p:txBody>
          <a:bodyPr wrap="square" lIns="0" rIns="0" tIns="0" bIns="0" anchor="t">
            <a:spAutoFit/>
          </a:bodyPr>
          <a:lstStyle/>
          <a:p>
            <a:pPr algn="l">
              <a:spcBef>
                <a:spcPts val="0"/>
              </a:spcBef>
              <a:spcAft>
                <a:spcPts val="0"/>
              </a:spcAft>
            </a:pPr>
            <a:r>
              <a:rPr sz="1900" b="1" i="0">
                <a:solidFill>
                  <a:srgbClr val="D5FB00"/>
                </a:solidFill>
                <a:latin typeface="Segoe UI"/>
              </a:rPr>
              <a:t>Winning means the line runs</a:t>
            </a:r>
          </a:p>
          <a:p>
            <a:pPr>
              <a:lnSpc>
                <a:spcPct val="120000"/>
              </a:lnSpc>
              <a:spcBef>
                <a:spcPts val="600"/>
              </a:spcBef>
              <a:spcAft>
                <a:spcPts val="0"/>
              </a:spcAft>
            </a:pPr>
            <a:r>
              <a:rPr sz="1350" b="0" i="0">
                <a:solidFill>
                  <a:srgbClr val="C6CDD1"/>
                </a:solidFill>
                <a:latin typeface="Segoe UI"/>
              </a:rPr>
              <a:t>My progress only counts if the cell keeps welding. That is the scoreboard I use on myself, and it is the one this plant is paid on.</a:t>
            </a:r>
          </a:p>
        </p:txBody>
      </p:sp>
      <p:sp>
        <p:nvSpPr>
          <p:cNvPr id="16" name="Rectangle 15"/>
          <p:cNvSpPr/>
          <p:nvPr/>
        </p:nvSpPr>
        <p:spPr>
          <a:xfrm>
            <a:off x="457200" y="5870448"/>
            <a:ext cx="11274552" cy="18288"/>
          </a:xfrm>
          <a:prstGeom prst="rect">
            <a:avLst/>
          </a:prstGeom>
          <a:solidFill>
            <a:srgbClr val="1B384A"/>
          </a:solidFill>
          <a:ln>
            <a:noFill/>
          </a:ln>
          <a:effectLst/>
        </p:spPr>
        <p:txBody>
          <a:bodyPr rtlCol="0" anchor="ctr" wrap="square" lIns="0" rIns="0" tIns="0" bIns="0"/>
          <a:lstStyle/>
          <a:p>
            <a:pPr algn="ctr"/>
          </a:p>
        </p:txBody>
      </p:sp>
      <p:sp>
        <p:nvSpPr>
          <p:cNvPr id="17" name="TextBox 16"/>
          <p:cNvSpPr txBox="1"/>
          <p:nvPr/>
        </p:nvSpPr>
        <p:spPr>
          <a:xfrm>
            <a:off x="457200" y="6053328"/>
            <a:ext cx="11274552" cy="292608"/>
          </a:xfrm>
          <a:prstGeom prst="rect">
            <a:avLst/>
          </a:prstGeom>
          <a:noFill/>
        </p:spPr>
        <p:txBody>
          <a:bodyPr wrap="square" lIns="0" rIns="0" tIns="0" bIns="0" anchor="t">
            <a:spAutoFit/>
          </a:bodyPr>
          <a:lstStyle/>
          <a:p>
            <a:pPr algn="l">
              <a:spcBef>
                <a:spcPts val="0"/>
              </a:spcBef>
              <a:spcAft>
                <a:spcPts val="0"/>
              </a:spcAft>
            </a:pPr>
            <a:r>
              <a:rPr sz="1500" b="1" i="1">
                <a:solidFill>
                  <a:srgbClr val="D5FB00"/>
                </a:solidFill>
                <a:latin typeface="Segoe UI"/>
              </a:rPr>
              <a:t>Trust is the only currency an intern actually has.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620256"/>
            <a:ext cx="3657600" cy="182880"/>
          </a:xfrm>
          <a:prstGeom prst="rect">
            <a:avLst/>
          </a:prstGeom>
          <a:noFill/>
        </p:spPr>
        <p:txBody>
          <a:bodyPr wrap="square" lIns="0" rIns="0" tIns="0" bIns="0" anchor="t">
            <a:spAutoFit/>
          </a:bodyPr>
          <a:lstStyle/>
          <a:p>
            <a:pPr algn="l">
              <a:spcBef>
                <a:spcPts val="0"/>
              </a:spcBef>
              <a:spcAft>
                <a:spcPts val="0"/>
              </a:spcAft>
            </a:pPr>
            <a:r>
              <a:rPr sz="800" b="0" i="0">
                <a:solidFill>
                  <a:srgbClr val="6E7C87"/>
                </a:solidFill>
                <a:latin typeface="Segoe UI"/>
              </a:rPr>
              <a:t>TENNECO CONFIDENTIAL</a:t>
            </a:r>
          </a:p>
        </p:txBody>
      </p:sp>
      <p:sp>
        <p:nvSpPr>
          <p:cNvPr id="3" name="TextBox 2"/>
          <p:cNvSpPr txBox="1"/>
          <p:nvPr/>
        </p:nvSpPr>
        <p:spPr>
          <a:xfrm>
            <a:off x="11064240" y="6601968"/>
            <a:ext cx="502920" cy="219456"/>
          </a:xfrm>
          <a:prstGeom prst="rect">
            <a:avLst/>
          </a:prstGeom>
          <a:noFill/>
        </p:spPr>
        <p:txBody>
          <a:bodyPr wrap="square" lIns="0" rIns="0" tIns="0" bIns="0" anchor="t">
            <a:spAutoFit/>
          </a:bodyPr>
          <a:lstStyle/>
          <a:p>
            <a:pPr algn="r">
              <a:spcBef>
                <a:spcPts val="0"/>
              </a:spcBef>
              <a:spcAft>
                <a:spcPts val="0"/>
              </a:spcAft>
            </a:pPr>
            <a:r>
              <a:rPr sz="900" b="0" i="0">
                <a:solidFill>
                  <a:srgbClr val="6E7C87"/>
                </a:solidFill>
                <a:latin typeface="Segoe UI"/>
              </a:rPr>
              <a:t>3</a:t>
            </a:r>
          </a:p>
        </p:txBody>
      </p:sp>
      <p:cxnSp>
        <p:nvCxnSpPr>
          <p:cNvPr id="4" name="Connector 3"/>
          <p:cNvCxnSpPr/>
          <p:nvPr/>
        </p:nvCxnSpPr>
        <p:spPr>
          <a:xfrm>
            <a:off x="484632" y="603504"/>
            <a:ext cx="630936" cy="0"/>
          </a:xfrm>
          <a:prstGeom prst="line">
            <a:avLst/>
          </a:prstGeom>
          <a:ln w="28575">
            <a:solidFill>
              <a:srgbClr val="D5FB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786384"/>
            <a:ext cx="11338560" cy="658368"/>
          </a:xfrm>
          <a:prstGeom prst="rect">
            <a:avLst/>
          </a:prstGeom>
          <a:noFill/>
        </p:spPr>
        <p:txBody>
          <a:bodyPr wrap="square" lIns="0" rIns="0" tIns="0" bIns="0" anchor="t">
            <a:spAutoFit/>
          </a:bodyPr>
          <a:lstStyle/>
          <a:p>
            <a:pPr algn="l">
              <a:spcBef>
                <a:spcPts val="0"/>
              </a:spcBef>
              <a:spcAft>
                <a:spcPts val="0"/>
              </a:spcAft>
            </a:pPr>
            <a:r>
              <a:rPr sz="3400" b="1" i="0">
                <a:solidFill>
                  <a:srgbClr val="051C2C"/>
                </a:solidFill>
                <a:latin typeface="Segoe UI"/>
              </a:rPr>
              <a:t>Where I work</a:t>
            </a:r>
          </a:p>
        </p:txBody>
      </p:sp>
      <p:sp>
        <p:nvSpPr>
          <p:cNvPr id="6" name="TextBox 5"/>
          <p:cNvSpPr txBox="1"/>
          <p:nvPr/>
        </p:nvSpPr>
        <p:spPr>
          <a:xfrm>
            <a:off x="457200" y="1408176"/>
            <a:ext cx="10607040" cy="365760"/>
          </a:xfrm>
          <a:prstGeom prst="rect">
            <a:avLst/>
          </a:prstGeom>
          <a:noFill/>
        </p:spPr>
        <p:txBody>
          <a:bodyPr wrap="square" lIns="0" rIns="0" tIns="0" bIns="0" anchor="t">
            <a:spAutoFit/>
          </a:bodyPr>
          <a:lstStyle/>
          <a:p>
            <a:pPr algn="l">
              <a:spcBef>
                <a:spcPts val="0"/>
              </a:spcBef>
              <a:spcAft>
                <a:spcPts val="0"/>
              </a:spcAft>
            </a:pPr>
            <a:r>
              <a:rPr sz="1400" b="0" i="0">
                <a:solidFill>
                  <a:srgbClr val="6E7C87"/>
                </a:solidFill>
                <a:latin typeface="Segoe UI"/>
              </a:rPr>
              <a:t>Robotic GMAW welding — exhaust systems</a:t>
            </a:r>
          </a:p>
        </p:txBody>
      </p:sp>
      <p:sp>
        <p:nvSpPr>
          <p:cNvPr id="7" name="Rectangle 6"/>
          <p:cNvSpPr/>
          <p:nvPr/>
        </p:nvSpPr>
        <p:spPr>
          <a:xfrm>
            <a:off x="457200" y="2267712"/>
            <a:ext cx="2612898" cy="2176272"/>
          </a:xfrm>
          <a:prstGeom prst="rect">
            <a:avLst/>
          </a:prstGeom>
          <a:solidFill>
            <a:srgbClr val="F4F6F7"/>
          </a:solidFill>
          <a:ln>
            <a:noFill/>
          </a:ln>
          <a:effectLst/>
        </p:spPr>
        <p:txBody>
          <a:bodyPr rtlCol="0" anchor="ctr" wrap="square" lIns="0" rIns="0" tIns="0" bIns="0"/>
          <a:lstStyle/>
          <a:p>
            <a:pPr algn="ctr"/>
          </a:p>
        </p:txBody>
      </p:sp>
      <p:sp>
        <p:nvSpPr>
          <p:cNvPr id="8" name="TextBox 7"/>
          <p:cNvSpPr txBox="1"/>
          <p:nvPr/>
        </p:nvSpPr>
        <p:spPr>
          <a:xfrm>
            <a:off x="731520" y="2560320"/>
            <a:ext cx="2064257" cy="274320"/>
          </a:xfrm>
          <a:prstGeom prst="rect">
            <a:avLst/>
          </a:prstGeom>
          <a:noFill/>
        </p:spPr>
        <p:txBody>
          <a:bodyPr wrap="square" lIns="0" rIns="0" tIns="0" bIns="0" anchor="t">
            <a:spAutoFit/>
          </a:bodyPr>
          <a:lstStyle/>
          <a:p>
            <a:pPr algn="l">
              <a:spcBef>
                <a:spcPts val="0"/>
              </a:spcBef>
              <a:spcAft>
                <a:spcPts val="0"/>
              </a:spcAft>
            </a:pPr>
            <a:r>
              <a:rPr sz="950" b="1" i="0">
                <a:solidFill>
                  <a:srgbClr val="0033A0"/>
                </a:solidFill>
                <a:latin typeface="Segoe UI"/>
              </a:rPr>
              <a:t>PRODUCT</a:t>
            </a:r>
          </a:p>
          <a:p>
            <a:pPr>
              <a:lnSpc>
                <a:spcPct val="105000"/>
              </a:lnSpc>
              <a:spcBef>
                <a:spcPts val="1000"/>
              </a:spcBef>
              <a:spcAft>
                <a:spcPts val="0"/>
              </a:spcAft>
            </a:pPr>
            <a:r>
              <a:rPr sz="2000" b="1" i="0">
                <a:solidFill>
                  <a:srgbClr val="051C2C"/>
                </a:solidFill>
                <a:latin typeface="Segoe UI"/>
              </a:rPr>
              <a:t>Exhaust systems</a:t>
            </a:r>
          </a:p>
          <a:p>
            <a:pPr>
              <a:lnSpc>
                <a:spcPct val="115000"/>
              </a:lnSpc>
              <a:spcBef>
                <a:spcPts val="1000"/>
              </a:spcBef>
              <a:spcAft>
                <a:spcPts val="0"/>
              </a:spcAft>
            </a:pPr>
            <a:r>
              <a:rPr sz="1150" b="0" i="0">
                <a:solidFill>
                  <a:srgbClr val="6E7C87"/>
                </a:solidFill>
                <a:latin typeface="Segoe UI"/>
              </a:rPr>
              <a:t>Clean Air business unit</a:t>
            </a:r>
          </a:p>
        </p:txBody>
      </p:sp>
      <p:sp>
        <p:nvSpPr>
          <p:cNvPr id="9" name="Rectangle 8"/>
          <p:cNvSpPr/>
          <p:nvPr/>
        </p:nvSpPr>
        <p:spPr>
          <a:xfrm>
            <a:off x="3344418" y="2267712"/>
            <a:ext cx="2612898" cy="2176272"/>
          </a:xfrm>
          <a:prstGeom prst="rect">
            <a:avLst/>
          </a:prstGeom>
          <a:solidFill>
            <a:srgbClr val="F4F6F7"/>
          </a:solidFill>
          <a:ln>
            <a:noFill/>
          </a:ln>
          <a:effectLst/>
        </p:spPr>
        <p:txBody>
          <a:bodyPr rtlCol="0" anchor="ctr" wrap="square" lIns="0" rIns="0" tIns="0" bIns="0"/>
          <a:lstStyle/>
          <a:p>
            <a:pPr algn="ctr"/>
          </a:p>
        </p:txBody>
      </p:sp>
      <p:sp>
        <p:nvSpPr>
          <p:cNvPr id="10" name="TextBox 9"/>
          <p:cNvSpPr txBox="1"/>
          <p:nvPr/>
        </p:nvSpPr>
        <p:spPr>
          <a:xfrm>
            <a:off x="3618738" y="2560320"/>
            <a:ext cx="2064257" cy="274320"/>
          </a:xfrm>
          <a:prstGeom prst="rect">
            <a:avLst/>
          </a:prstGeom>
          <a:noFill/>
        </p:spPr>
        <p:txBody>
          <a:bodyPr wrap="square" lIns="0" rIns="0" tIns="0" bIns="0" anchor="t">
            <a:spAutoFit/>
          </a:bodyPr>
          <a:lstStyle/>
          <a:p>
            <a:pPr algn="l">
              <a:spcBef>
                <a:spcPts val="0"/>
              </a:spcBef>
              <a:spcAft>
                <a:spcPts val="0"/>
              </a:spcAft>
            </a:pPr>
            <a:r>
              <a:rPr sz="950" b="1" i="0">
                <a:solidFill>
                  <a:srgbClr val="0033A0"/>
                </a:solidFill>
                <a:latin typeface="Segoe UI"/>
              </a:rPr>
              <a:t>PROCESS</a:t>
            </a:r>
          </a:p>
          <a:p>
            <a:pPr>
              <a:lnSpc>
                <a:spcPct val="105000"/>
              </a:lnSpc>
              <a:spcBef>
                <a:spcPts val="1000"/>
              </a:spcBef>
              <a:spcAft>
                <a:spcPts val="0"/>
              </a:spcAft>
            </a:pPr>
            <a:r>
              <a:rPr sz="2000" b="1" i="0">
                <a:solidFill>
                  <a:srgbClr val="051C2C"/>
                </a:solidFill>
                <a:latin typeface="Segoe UI"/>
              </a:rPr>
              <a:t>GMAW</a:t>
            </a:r>
          </a:p>
          <a:p>
            <a:pPr>
              <a:lnSpc>
                <a:spcPct val="115000"/>
              </a:lnSpc>
              <a:spcBef>
                <a:spcPts val="1000"/>
              </a:spcBef>
              <a:spcAft>
                <a:spcPts val="0"/>
              </a:spcAft>
            </a:pPr>
            <a:r>
              <a:rPr sz="1150" b="0" i="0">
                <a:solidFill>
                  <a:srgbClr val="6E7C87"/>
                </a:solidFill>
                <a:latin typeface="Segoe UI"/>
              </a:rPr>
              <a:t>MIG / MAG · robotic cells</a:t>
            </a:r>
          </a:p>
        </p:txBody>
      </p:sp>
      <p:sp>
        <p:nvSpPr>
          <p:cNvPr id="11" name="Rectangle 10"/>
          <p:cNvSpPr/>
          <p:nvPr/>
        </p:nvSpPr>
        <p:spPr>
          <a:xfrm>
            <a:off x="6231636" y="2267712"/>
            <a:ext cx="2612898" cy="2176272"/>
          </a:xfrm>
          <a:prstGeom prst="rect">
            <a:avLst/>
          </a:prstGeom>
          <a:solidFill>
            <a:srgbClr val="F4F6F7"/>
          </a:solidFill>
          <a:ln>
            <a:noFill/>
          </a:ln>
          <a:effectLst/>
        </p:spPr>
        <p:txBody>
          <a:bodyPr rtlCol="0" anchor="ctr" wrap="square" lIns="0" rIns="0" tIns="0" bIns="0"/>
          <a:lstStyle/>
          <a:p>
            <a:pPr algn="ctr"/>
          </a:p>
        </p:txBody>
      </p:sp>
      <p:sp>
        <p:nvSpPr>
          <p:cNvPr id="12" name="TextBox 11"/>
          <p:cNvSpPr txBox="1"/>
          <p:nvPr/>
        </p:nvSpPr>
        <p:spPr>
          <a:xfrm>
            <a:off x="6505956" y="2560320"/>
            <a:ext cx="2064257" cy="274320"/>
          </a:xfrm>
          <a:prstGeom prst="rect">
            <a:avLst/>
          </a:prstGeom>
          <a:noFill/>
        </p:spPr>
        <p:txBody>
          <a:bodyPr wrap="square" lIns="0" rIns="0" tIns="0" bIns="0" anchor="t">
            <a:spAutoFit/>
          </a:bodyPr>
          <a:lstStyle/>
          <a:p>
            <a:pPr algn="l">
              <a:spcBef>
                <a:spcPts val="0"/>
              </a:spcBef>
              <a:spcAft>
                <a:spcPts val="0"/>
              </a:spcAft>
            </a:pPr>
            <a:r>
              <a:rPr sz="950" b="1" i="0">
                <a:solidFill>
                  <a:srgbClr val="0033A0"/>
                </a:solidFill>
                <a:latin typeface="Segoe UI"/>
              </a:rPr>
              <a:t>ROBOTS</a:t>
            </a:r>
          </a:p>
          <a:p>
            <a:pPr>
              <a:lnSpc>
                <a:spcPct val="105000"/>
              </a:lnSpc>
              <a:spcBef>
                <a:spcPts val="1000"/>
              </a:spcBef>
              <a:spcAft>
                <a:spcPts val="0"/>
              </a:spcAft>
            </a:pPr>
            <a:r>
              <a:rPr sz="2000" b="1" i="0">
                <a:solidFill>
                  <a:srgbClr val="051C2C"/>
                </a:solidFill>
                <a:latin typeface="Segoe UI"/>
              </a:rPr>
              <a:t>Yaskawa</a:t>
            </a:r>
          </a:p>
          <a:p>
            <a:pPr>
              <a:lnSpc>
                <a:spcPct val="115000"/>
              </a:lnSpc>
              <a:spcBef>
                <a:spcPts val="1000"/>
              </a:spcBef>
              <a:spcAft>
                <a:spcPts val="0"/>
              </a:spcAft>
            </a:pPr>
            <a:r>
              <a:rPr sz="1150" b="0" i="0">
                <a:solidFill>
                  <a:srgbClr val="6E7C87"/>
                </a:solidFill>
                <a:latin typeface="Segoe UI"/>
              </a:rPr>
              <a:t>Most of the cells · one Fanuc</a:t>
            </a:r>
          </a:p>
        </p:txBody>
      </p:sp>
      <p:sp>
        <p:nvSpPr>
          <p:cNvPr id="13" name="Rectangle 12"/>
          <p:cNvSpPr/>
          <p:nvPr/>
        </p:nvSpPr>
        <p:spPr>
          <a:xfrm>
            <a:off x="9118854" y="2267712"/>
            <a:ext cx="2612898" cy="2176272"/>
          </a:xfrm>
          <a:prstGeom prst="rect">
            <a:avLst/>
          </a:prstGeom>
          <a:solidFill>
            <a:srgbClr val="F4F6F7"/>
          </a:solidFill>
          <a:ln>
            <a:noFill/>
          </a:ln>
          <a:effectLst/>
        </p:spPr>
        <p:txBody>
          <a:bodyPr rtlCol="0" anchor="ctr" wrap="square" lIns="0" rIns="0" tIns="0" bIns="0"/>
          <a:lstStyle/>
          <a:p>
            <a:pPr algn="ctr"/>
          </a:p>
        </p:txBody>
      </p:sp>
      <p:sp>
        <p:nvSpPr>
          <p:cNvPr id="14" name="TextBox 13"/>
          <p:cNvSpPr txBox="1"/>
          <p:nvPr/>
        </p:nvSpPr>
        <p:spPr>
          <a:xfrm>
            <a:off x="9393174" y="2560320"/>
            <a:ext cx="2064257" cy="274320"/>
          </a:xfrm>
          <a:prstGeom prst="rect">
            <a:avLst/>
          </a:prstGeom>
          <a:noFill/>
        </p:spPr>
        <p:txBody>
          <a:bodyPr wrap="square" lIns="0" rIns="0" tIns="0" bIns="0" anchor="t">
            <a:spAutoFit/>
          </a:bodyPr>
          <a:lstStyle/>
          <a:p>
            <a:pPr algn="l">
              <a:spcBef>
                <a:spcPts val="0"/>
              </a:spcBef>
              <a:spcAft>
                <a:spcPts val="0"/>
              </a:spcAft>
            </a:pPr>
            <a:r>
              <a:rPr sz="950" b="1" i="0">
                <a:solidFill>
                  <a:srgbClr val="0033A0"/>
                </a:solidFill>
                <a:latin typeface="Segoe UI"/>
              </a:rPr>
              <a:t>EQUIPMENT</a:t>
            </a:r>
          </a:p>
          <a:p>
            <a:pPr>
              <a:lnSpc>
                <a:spcPct val="105000"/>
              </a:lnSpc>
              <a:spcBef>
                <a:spcPts val="1000"/>
              </a:spcBef>
              <a:spcAft>
                <a:spcPts val="0"/>
              </a:spcAft>
            </a:pPr>
            <a:r>
              <a:rPr sz="2000" b="1" i="0">
                <a:solidFill>
                  <a:srgbClr val="051C2C"/>
                </a:solidFill>
                <a:latin typeface="Segoe UI"/>
              </a:rPr>
              <a:t>SKS · Miller</a:t>
            </a:r>
          </a:p>
          <a:p>
            <a:pPr>
              <a:lnSpc>
                <a:spcPct val="115000"/>
              </a:lnSpc>
              <a:spcBef>
                <a:spcPts val="1000"/>
              </a:spcBef>
              <a:spcAft>
                <a:spcPts val="0"/>
              </a:spcAft>
            </a:pPr>
            <a:r>
              <a:rPr sz="1150" b="0" i="0">
                <a:solidFill>
                  <a:srgbClr val="6E7C87"/>
                </a:solidFill>
                <a:latin typeface="Segoe UI"/>
              </a:rPr>
              <a:t>Welding systems and controls</a:t>
            </a:r>
          </a:p>
        </p:txBody>
      </p:sp>
      <p:sp>
        <p:nvSpPr>
          <p:cNvPr id="15" name="Rectangle 14"/>
          <p:cNvSpPr/>
          <p:nvPr/>
        </p:nvSpPr>
        <p:spPr>
          <a:xfrm>
            <a:off x="457200" y="4864608"/>
            <a:ext cx="11274552" cy="1042415"/>
          </a:xfrm>
          <a:prstGeom prst="rect">
            <a:avLst/>
          </a:prstGeom>
          <a:solidFill>
            <a:srgbClr val="051C2C"/>
          </a:solidFill>
          <a:ln>
            <a:noFill/>
          </a:ln>
          <a:effectLst/>
        </p:spPr>
        <p:txBody>
          <a:bodyPr rtlCol="0" anchor="ctr" wrap="square" lIns="0" rIns="0" tIns="0" bIns="0"/>
          <a:lstStyle/>
          <a:p>
            <a:pPr algn="ctr"/>
          </a:p>
        </p:txBody>
      </p:sp>
      <p:sp>
        <p:nvSpPr>
          <p:cNvPr id="16" name="TextBox 15"/>
          <p:cNvSpPr txBox="1"/>
          <p:nvPr/>
        </p:nvSpPr>
        <p:spPr>
          <a:xfrm>
            <a:off x="841248" y="5084064"/>
            <a:ext cx="10515600" cy="640080"/>
          </a:xfrm>
          <a:prstGeom prst="rect">
            <a:avLst/>
          </a:prstGeom>
          <a:noFill/>
        </p:spPr>
        <p:txBody>
          <a:bodyPr wrap="square" lIns="0" rIns="0" tIns="0" bIns="0" anchor="ctr">
            <a:spAutoFit/>
          </a:bodyPr>
          <a:lstStyle/>
          <a:p>
            <a:pPr algn="l">
              <a:spcBef>
                <a:spcPts val="0"/>
              </a:spcBef>
              <a:spcAft>
                <a:spcPts val="0"/>
              </a:spcAft>
            </a:pPr>
            <a:r>
              <a:rPr sz="1500" b="1" i="0">
                <a:solidFill>
                  <a:srgbClr val="D5FB00"/>
                </a:solidFill>
                <a:latin typeface="Segoe UI"/>
              </a:rPr>
              <a:t>My zone has few welding cells and they run stable.</a:t>
            </a:r>
          </a:p>
          <a:p>
            <a:pPr>
              <a:spcBef>
                <a:spcPts val="600"/>
              </a:spcBef>
              <a:spcAft>
                <a:spcPts val="0"/>
              </a:spcAft>
            </a:pPr>
            <a:r>
              <a:rPr sz="1300" b="0" i="0">
                <a:solidFill>
                  <a:srgbClr val="FFFFFF"/>
                </a:solidFill>
                <a:latin typeface="Segoe UI"/>
              </a:rPr>
              <a:t>That single fact shaped how my learning actually happened — I could not learn by waiting for them to fail.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620256"/>
            <a:ext cx="3657600" cy="182880"/>
          </a:xfrm>
          <a:prstGeom prst="rect">
            <a:avLst/>
          </a:prstGeom>
          <a:noFill/>
        </p:spPr>
        <p:txBody>
          <a:bodyPr wrap="square" lIns="0" rIns="0" tIns="0" bIns="0" anchor="t">
            <a:spAutoFit/>
          </a:bodyPr>
          <a:lstStyle/>
          <a:p>
            <a:pPr algn="l">
              <a:spcBef>
                <a:spcPts val="0"/>
              </a:spcBef>
              <a:spcAft>
                <a:spcPts val="0"/>
              </a:spcAft>
            </a:pPr>
            <a:r>
              <a:rPr sz="800" b="0" i="0">
                <a:solidFill>
                  <a:srgbClr val="6E7C87"/>
                </a:solidFill>
                <a:latin typeface="Segoe UI"/>
              </a:rPr>
              <a:t>TENNECO CONFIDENTIAL</a:t>
            </a:r>
          </a:p>
        </p:txBody>
      </p:sp>
      <p:sp>
        <p:nvSpPr>
          <p:cNvPr id="3" name="TextBox 2"/>
          <p:cNvSpPr txBox="1"/>
          <p:nvPr/>
        </p:nvSpPr>
        <p:spPr>
          <a:xfrm>
            <a:off x="11064240" y="6601968"/>
            <a:ext cx="502920" cy="219456"/>
          </a:xfrm>
          <a:prstGeom prst="rect">
            <a:avLst/>
          </a:prstGeom>
          <a:noFill/>
        </p:spPr>
        <p:txBody>
          <a:bodyPr wrap="square" lIns="0" rIns="0" tIns="0" bIns="0" anchor="t">
            <a:spAutoFit/>
          </a:bodyPr>
          <a:lstStyle/>
          <a:p>
            <a:pPr algn="r">
              <a:spcBef>
                <a:spcPts val="0"/>
              </a:spcBef>
              <a:spcAft>
                <a:spcPts val="0"/>
              </a:spcAft>
            </a:pPr>
            <a:r>
              <a:rPr sz="900" b="0" i="0">
                <a:solidFill>
                  <a:srgbClr val="6E7C87"/>
                </a:solidFill>
                <a:latin typeface="Segoe UI"/>
              </a:rPr>
              <a:t>4</a:t>
            </a:r>
          </a:p>
        </p:txBody>
      </p:sp>
      <p:cxnSp>
        <p:nvCxnSpPr>
          <p:cNvPr id="4" name="Connector 3"/>
          <p:cNvCxnSpPr/>
          <p:nvPr/>
        </p:nvCxnSpPr>
        <p:spPr>
          <a:xfrm>
            <a:off x="484632" y="603504"/>
            <a:ext cx="630936" cy="0"/>
          </a:xfrm>
          <a:prstGeom prst="line">
            <a:avLst/>
          </a:prstGeom>
          <a:ln w="28575">
            <a:solidFill>
              <a:srgbClr val="D5FB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786384"/>
            <a:ext cx="11338560" cy="658368"/>
          </a:xfrm>
          <a:prstGeom prst="rect">
            <a:avLst/>
          </a:prstGeom>
          <a:noFill/>
        </p:spPr>
        <p:txBody>
          <a:bodyPr wrap="square" lIns="0" rIns="0" tIns="0" bIns="0" anchor="t">
            <a:spAutoFit/>
          </a:bodyPr>
          <a:lstStyle/>
          <a:p>
            <a:pPr algn="l">
              <a:spcBef>
                <a:spcPts val="0"/>
              </a:spcBef>
              <a:spcAft>
                <a:spcPts val="0"/>
              </a:spcAft>
            </a:pPr>
            <a:r>
              <a:rPr sz="3400" b="1" i="0">
                <a:solidFill>
                  <a:srgbClr val="051C2C"/>
                </a:solidFill>
                <a:latin typeface="Segoe UI"/>
              </a:rPr>
              <a:t>The path I am expected to walk</a:t>
            </a:r>
          </a:p>
        </p:txBody>
      </p:sp>
      <p:sp>
        <p:nvSpPr>
          <p:cNvPr id="6" name="TextBox 5"/>
          <p:cNvSpPr txBox="1"/>
          <p:nvPr/>
        </p:nvSpPr>
        <p:spPr>
          <a:xfrm>
            <a:off x="457200" y="1408176"/>
            <a:ext cx="10607040" cy="365760"/>
          </a:xfrm>
          <a:prstGeom prst="rect">
            <a:avLst/>
          </a:prstGeom>
          <a:noFill/>
        </p:spPr>
        <p:txBody>
          <a:bodyPr wrap="square" lIns="0" rIns="0" tIns="0" bIns="0" anchor="t">
            <a:spAutoFit/>
          </a:bodyPr>
          <a:lstStyle/>
          <a:p>
            <a:pPr algn="l">
              <a:spcBef>
                <a:spcPts val="0"/>
              </a:spcBef>
              <a:spcAft>
                <a:spcPts val="0"/>
              </a:spcAft>
            </a:pPr>
            <a:r>
              <a:rPr sz="1400" b="0" i="0">
                <a:solidFill>
                  <a:srgbClr val="6E7C87"/>
                </a:solidFill>
                <a:latin typeface="Segoe UI"/>
              </a:rPr>
              <a:t>ILUO — 4 levels  ·  23 skills  ·  40 hours</a:t>
            </a:r>
          </a:p>
        </p:txBody>
      </p:sp>
      <p:sp>
        <p:nvSpPr>
          <p:cNvPr id="7" name="Rectangle 6"/>
          <p:cNvSpPr/>
          <p:nvPr/>
        </p:nvSpPr>
        <p:spPr>
          <a:xfrm>
            <a:off x="457200" y="2139696"/>
            <a:ext cx="2612898" cy="3145536"/>
          </a:xfrm>
          <a:prstGeom prst="rect">
            <a:avLst/>
          </a:prstGeom>
          <a:solidFill>
            <a:srgbClr val="051C2C"/>
          </a:solidFill>
          <a:ln>
            <a:noFill/>
          </a:ln>
          <a:effectLst/>
        </p:spPr>
        <p:txBody>
          <a:bodyPr rtlCol="0" anchor="ctr" wrap="square" lIns="0" rIns="0" tIns="0" bIns="0"/>
          <a:lstStyle/>
          <a:p>
            <a:pPr algn="ctr"/>
          </a:p>
        </p:txBody>
      </p:sp>
      <p:sp>
        <p:nvSpPr>
          <p:cNvPr id="8" name="Oval 7"/>
          <p:cNvSpPr/>
          <p:nvPr/>
        </p:nvSpPr>
        <p:spPr>
          <a:xfrm>
            <a:off x="731520" y="2432304"/>
            <a:ext cx="658368" cy="658368"/>
          </a:xfrm>
          <a:prstGeom prst="ellipse">
            <a:avLst/>
          </a:prstGeom>
          <a:solidFill>
            <a:srgbClr val="D5FB00"/>
          </a:solidFill>
          <a:ln>
            <a:noFill/>
          </a:ln>
          <a:effectLst/>
        </p:spPr>
        <p:txBody>
          <a:bodyPr rtlCol="0" anchor="ctr" wrap="square" lIns="0" rIns="0" tIns="0" bIns="0"/>
          <a:lstStyle/>
          <a:p>
            <a:pPr algn="ctr">
              <a:spcBef>
                <a:spcPts val="0"/>
              </a:spcBef>
              <a:spcAft>
                <a:spcPts val="0"/>
              </a:spcAft>
            </a:pPr>
            <a:r>
              <a:rPr sz="2600" b="1" i="0">
                <a:solidFill>
                  <a:srgbClr val="051C2C"/>
                </a:solidFill>
                <a:latin typeface="Segoe UI"/>
              </a:rPr>
              <a:t>I</a:t>
            </a:r>
          </a:p>
        </p:txBody>
      </p:sp>
      <p:sp>
        <p:nvSpPr>
          <p:cNvPr id="9" name="TextBox 8"/>
          <p:cNvSpPr txBox="1"/>
          <p:nvPr/>
        </p:nvSpPr>
        <p:spPr>
          <a:xfrm>
            <a:off x="731520" y="3346704"/>
            <a:ext cx="2064257" cy="274320"/>
          </a:xfrm>
          <a:prstGeom prst="rect">
            <a:avLst/>
          </a:prstGeom>
          <a:noFill/>
        </p:spPr>
        <p:txBody>
          <a:bodyPr wrap="square" lIns="0" rIns="0" tIns="0" bIns="0" anchor="t">
            <a:spAutoFit/>
          </a:bodyPr>
          <a:lstStyle/>
          <a:p>
            <a:pPr algn="l">
              <a:spcBef>
                <a:spcPts val="0"/>
              </a:spcBef>
              <a:spcAft>
                <a:spcPts val="0"/>
              </a:spcAft>
            </a:pPr>
            <a:r>
              <a:rPr sz="1800" b="1" i="0">
                <a:solidFill>
                  <a:srgbClr val="FFFFFF"/>
                </a:solidFill>
                <a:latin typeface="Segoe UI"/>
              </a:rPr>
              <a:t>Instructed</a:t>
            </a:r>
          </a:p>
          <a:p>
            <a:pPr>
              <a:lnSpc>
                <a:spcPct val="115000"/>
              </a:lnSpc>
              <a:spcBef>
                <a:spcPts val="600"/>
              </a:spcBef>
              <a:spcAft>
                <a:spcPts val="0"/>
              </a:spcAft>
            </a:pPr>
            <a:r>
              <a:rPr sz="1300" b="0" i="0">
                <a:solidFill>
                  <a:srgbClr val="C6CDD1"/>
                </a:solidFill>
                <a:latin typeface="Segoe UI"/>
              </a:rPr>
              <a:t>I know the theory</a:t>
            </a:r>
          </a:p>
          <a:p>
            <a:pPr>
              <a:spcBef>
                <a:spcPts val="1600"/>
              </a:spcBef>
              <a:spcAft>
                <a:spcPts val="0"/>
              </a:spcAft>
            </a:pPr>
            <a:r>
              <a:rPr sz="1250" b="1" i="0">
                <a:solidFill>
                  <a:srgbClr val="D5FB00"/>
                </a:solidFill>
                <a:latin typeface="Segoe UI"/>
              </a:rPr>
              <a:t>9 skills · 4 h</a:t>
            </a:r>
          </a:p>
          <a:p>
            <a:pPr>
              <a:lnSpc>
                <a:spcPct val="115000"/>
              </a:lnSpc>
              <a:spcBef>
                <a:spcPts val="500"/>
              </a:spcBef>
              <a:spcAft>
                <a:spcPts val="0"/>
              </a:spcAft>
            </a:pPr>
            <a:r>
              <a:rPr sz="1100" b="0" i="0">
                <a:solidFill>
                  <a:srgbClr val="9FAFBA"/>
                </a:solidFill>
                <a:latin typeface="Segoe UI"/>
              </a:rPr>
              <a:t>Written exam, min. 8.0</a:t>
            </a:r>
          </a:p>
        </p:txBody>
      </p:sp>
      <p:sp>
        <p:nvSpPr>
          <p:cNvPr id="10" name="Chevron 9"/>
          <p:cNvSpPr/>
          <p:nvPr/>
        </p:nvSpPr>
        <p:spPr>
          <a:xfrm>
            <a:off x="3106674" y="3602736"/>
            <a:ext cx="201168" cy="201168"/>
          </a:xfrm>
          <a:prstGeom prst="chevron">
            <a:avLst/>
          </a:prstGeom>
          <a:solidFill>
            <a:srgbClr val="D5FB00"/>
          </a:solidFill>
          <a:ln>
            <a:noFill/>
          </a:ln>
          <a:effectLst/>
        </p:spPr>
        <p:txBody>
          <a:bodyPr rtlCol="0" anchor="ctr" wrap="square" lIns="0" rIns="0" tIns="0" bIns="0"/>
          <a:lstStyle/>
          <a:p>
            <a:pPr algn="ctr"/>
          </a:p>
        </p:txBody>
      </p:sp>
      <p:sp>
        <p:nvSpPr>
          <p:cNvPr id="11" name="Rectangle 10"/>
          <p:cNvSpPr/>
          <p:nvPr/>
        </p:nvSpPr>
        <p:spPr>
          <a:xfrm>
            <a:off x="3344418" y="2139696"/>
            <a:ext cx="2612898" cy="3145536"/>
          </a:xfrm>
          <a:prstGeom prst="rect">
            <a:avLst/>
          </a:prstGeom>
          <a:solidFill>
            <a:srgbClr val="051C2C"/>
          </a:solidFill>
          <a:ln>
            <a:noFill/>
          </a:ln>
          <a:effectLst/>
        </p:spPr>
        <p:txBody>
          <a:bodyPr rtlCol="0" anchor="ctr" wrap="square" lIns="0" rIns="0" tIns="0" bIns="0"/>
          <a:lstStyle/>
          <a:p>
            <a:pPr algn="ctr"/>
          </a:p>
        </p:txBody>
      </p:sp>
      <p:sp>
        <p:nvSpPr>
          <p:cNvPr id="12" name="Oval 11"/>
          <p:cNvSpPr/>
          <p:nvPr/>
        </p:nvSpPr>
        <p:spPr>
          <a:xfrm>
            <a:off x="3618738" y="2432304"/>
            <a:ext cx="658368" cy="658368"/>
          </a:xfrm>
          <a:prstGeom prst="ellipse">
            <a:avLst/>
          </a:prstGeom>
          <a:solidFill>
            <a:srgbClr val="D5FB00"/>
          </a:solidFill>
          <a:ln>
            <a:noFill/>
          </a:ln>
          <a:effectLst/>
        </p:spPr>
        <p:txBody>
          <a:bodyPr rtlCol="0" anchor="ctr" wrap="square" lIns="0" rIns="0" tIns="0" bIns="0"/>
          <a:lstStyle/>
          <a:p>
            <a:pPr algn="ctr">
              <a:spcBef>
                <a:spcPts val="0"/>
              </a:spcBef>
              <a:spcAft>
                <a:spcPts val="0"/>
              </a:spcAft>
            </a:pPr>
            <a:r>
              <a:rPr sz="2600" b="1" i="0">
                <a:solidFill>
                  <a:srgbClr val="051C2C"/>
                </a:solidFill>
                <a:latin typeface="Segoe UI"/>
              </a:rPr>
              <a:t>L</a:t>
            </a:r>
          </a:p>
        </p:txBody>
      </p:sp>
      <p:sp>
        <p:nvSpPr>
          <p:cNvPr id="13" name="TextBox 12"/>
          <p:cNvSpPr txBox="1"/>
          <p:nvPr/>
        </p:nvSpPr>
        <p:spPr>
          <a:xfrm>
            <a:off x="3618738" y="3346704"/>
            <a:ext cx="2064257" cy="274320"/>
          </a:xfrm>
          <a:prstGeom prst="rect">
            <a:avLst/>
          </a:prstGeom>
          <a:noFill/>
        </p:spPr>
        <p:txBody>
          <a:bodyPr wrap="square" lIns="0" rIns="0" tIns="0" bIns="0" anchor="t">
            <a:spAutoFit/>
          </a:bodyPr>
          <a:lstStyle/>
          <a:p>
            <a:pPr algn="l">
              <a:spcBef>
                <a:spcPts val="0"/>
              </a:spcBef>
              <a:spcAft>
                <a:spcPts val="0"/>
              </a:spcAft>
            </a:pPr>
            <a:r>
              <a:rPr sz="1800" b="1" i="0">
                <a:solidFill>
                  <a:srgbClr val="FFFFFF"/>
                </a:solidFill>
                <a:latin typeface="Segoe UI"/>
              </a:rPr>
              <a:t>Learning</a:t>
            </a:r>
          </a:p>
          <a:p>
            <a:pPr>
              <a:lnSpc>
                <a:spcPct val="115000"/>
              </a:lnSpc>
              <a:spcBef>
                <a:spcPts val="600"/>
              </a:spcBef>
              <a:spcAft>
                <a:spcPts val="0"/>
              </a:spcAft>
            </a:pPr>
            <a:r>
              <a:rPr sz="1300" b="0" i="0">
                <a:solidFill>
                  <a:srgbClr val="C6CDD1"/>
                </a:solidFill>
                <a:latin typeface="Segoe UI"/>
              </a:rPr>
              <a:t>I do it with support</a:t>
            </a:r>
          </a:p>
          <a:p>
            <a:pPr>
              <a:spcBef>
                <a:spcPts val="1600"/>
              </a:spcBef>
              <a:spcAft>
                <a:spcPts val="0"/>
              </a:spcAft>
            </a:pPr>
            <a:r>
              <a:rPr sz="1250" b="1" i="0">
                <a:solidFill>
                  <a:srgbClr val="D5FB00"/>
                </a:solidFill>
                <a:latin typeface="Segoe UI"/>
              </a:rPr>
              <a:t>5 skills · 8 h</a:t>
            </a:r>
          </a:p>
          <a:p>
            <a:pPr>
              <a:lnSpc>
                <a:spcPct val="115000"/>
              </a:lnSpc>
              <a:spcBef>
                <a:spcPts val="500"/>
              </a:spcBef>
              <a:spcAft>
                <a:spcPts val="0"/>
              </a:spcAft>
            </a:pPr>
            <a:r>
              <a:rPr sz="1100" b="0" i="0">
                <a:solidFill>
                  <a:srgbClr val="9FAFBA"/>
                </a:solidFill>
                <a:latin typeface="Segoe UI"/>
              </a:rPr>
              <a:t>Validation on the floor</a:t>
            </a:r>
          </a:p>
        </p:txBody>
      </p:sp>
      <p:sp>
        <p:nvSpPr>
          <p:cNvPr id="14" name="Chevron 13"/>
          <p:cNvSpPr/>
          <p:nvPr/>
        </p:nvSpPr>
        <p:spPr>
          <a:xfrm>
            <a:off x="5993892" y="3602736"/>
            <a:ext cx="201168" cy="201168"/>
          </a:xfrm>
          <a:prstGeom prst="chevron">
            <a:avLst/>
          </a:prstGeom>
          <a:solidFill>
            <a:srgbClr val="D5FB00"/>
          </a:solidFill>
          <a:ln>
            <a:noFill/>
          </a:ln>
          <a:effectLst/>
        </p:spPr>
        <p:txBody>
          <a:bodyPr rtlCol="0" anchor="ctr" wrap="square" lIns="0" rIns="0" tIns="0" bIns="0"/>
          <a:lstStyle/>
          <a:p>
            <a:pPr algn="ctr"/>
          </a:p>
        </p:txBody>
      </p:sp>
      <p:sp>
        <p:nvSpPr>
          <p:cNvPr id="15" name="Rectangle 14"/>
          <p:cNvSpPr/>
          <p:nvPr/>
        </p:nvSpPr>
        <p:spPr>
          <a:xfrm>
            <a:off x="6231636" y="2139696"/>
            <a:ext cx="2612898" cy="3145536"/>
          </a:xfrm>
          <a:prstGeom prst="rect">
            <a:avLst/>
          </a:prstGeom>
          <a:solidFill>
            <a:srgbClr val="051C2C"/>
          </a:solidFill>
          <a:ln>
            <a:noFill/>
          </a:ln>
          <a:effectLst/>
        </p:spPr>
        <p:txBody>
          <a:bodyPr rtlCol="0" anchor="ctr" wrap="square" lIns="0" rIns="0" tIns="0" bIns="0"/>
          <a:lstStyle/>
          <a:p>
            <a:pPr algn="ctr"/>
          </a:p>
        </p:txBody>
      </p:sp>
      <p:sp>
        <p:nvSpPr>
          <p:cNvPr id="16" name="Oval 15"/>
          <p:cNvSpPr/>
          <p:nvPr/>
        </p:nvSpPr>
        <p:spPr>
          <a:xfrm>
            <a:off x="6505956" y="2432304"/>
            <a:ext cx="658368" cy="658368"/>
          </a:xfrm>
          <a:prstGeom prst="ellipse">
            <a:avLst/>
          </a:prstGeom>
          <a:solidFill>
            <a:srgbClr val="D5FB00"/>
          </a:solidFill>
          <a:ln>
            <a:noFill/>
          </a:ln>
          <a:effectLst/>
        </p:spPr>
        <p:txBody>
          <a:bodyPr rtlCol="0" anchor="ctr" wrap="square" lIns="0" rIns="0" tIns="0" bIns="0"/>
          <a:lstStyle/>
          <a:p>
            <a:pPr algn="ctr">
              <a:spcBef>
                <a:spcPts val="0"/>
              </a:spcBef>
              <a:spcAft>
                <a:spcPts val="0"/>
              </a:spcAft>
            </a:pPr>
            <a:r>
              <a:rPr sz="2600" b="1" i="0">
                <a:solidFill>
                  <a:srgbClr val="051C2C"/>
                </a:solidFill>
                <a:latin typeface="Segoe UI"/>
              </a:rPr>
              <a:t>U</a:t>
            </a:r>
          </a:p>
        </p:txBody>
      </p:sp>
      <p:sp>
        <p:nvSpPr>
          <p:cNvPr id="17" name="TextBox 16"/>
          <p:cNvSpPr txBox="1"/>
          <p:nvPr/>
        </p:nvSpPr>
        <p:spPr>
          <a:xfrm>
            <a:off x="6505956" y="3346704"/>
            <a:ext cx="2064257" cy="274320"/>
          </a:xfrm>
          <a:prstGeom prst="rect">
            <a:avLst/>
          </a:prstGeom>
          <a:noFill/>
        </p:spPr>
        <p:txBody>
          <a:bodyPr wrap="square" lIns="0" rIns="0" tIns="0" bIns="0" anchor="t">
            <a:spAutoFit/>
          </a:bodyPr>
          <a:lstStyle/>
          <a:p>
            <a:pPr algn="l">
              <a:spcBef>
                <a:spcPts val="0"/>
              </a:spcBef>
              <a:spcAft>
                <a:spcPts val="0"/>
              </a:spcAft>
            </a:pPr>
            <a:r>
              <a:rPr sz="1800" b="1" i="0">
                <a:solidFill>
                  <a:srgbClr val="FFFFFF"/>
                </a:solidFill>
                <a:latin typeface="Segoe UI"/>
              </a:rPr>
              <a:t>Uses</a:t>
            </a:r>
          </a:p>
          <a:p>
            <a:pPr>
              <a:lnSpc>
                <a:spcPct val="115000"/>
              </a:lnSpc>
              <a:spcBef>
                <a:spcPts val="600"/>
              </a:spcBef>
              <a:spcAft>
                <a:spcPts val="0"/>
              </a:spcAft>
            </a:pPr>
            <a:r>
              <a:rPr sz="1300" b="0" i="0">
                <a:solidFill>
                  <a:srgbClr val="C6CDD1"/>
                </a:solidFill>
                <a:latin typeface="Segoe UI"/>
              </a:rPr>
              <a:t>I do it on my own</a:t>
            </a:r>
          </a:p>
          <a:p>
            <a:pPr>
              <a:spcBef>
                <a:spcPts val="1600"/>
              </a:spcBef>
              <a:spcAft>
                <a:spcPts val="0"/>
              </a:spcAft>
            </a:pPr>
            <a:r>
              <a:rPr sz="1250" b="1" i="0">
                <a:solidFill>
                  <a:srgbClr val="D5FB00"/>
                </a:solidFill>
                <a:latin typeface="Segoe UI"/>
              </a:rPr>
              <a:t>3 skills · 8 h</a:t>
            </a:r>
          </a:p>
          <a:p>
            <a:pPr>
              <a:lnSpc>
                <a:spcPct val="115000"/>
              </a:lnSpc>
              <a:spcBef>
                <a:spcPts val="500"/>
              </a:spcBef>
              <a:spcAft>
                <a:spcPts val="0"/>
              </a:spcAft>
            </a:pPr>
            <a:r>
              <a:rPr sz="1100" b="0" i="0">
                <a:solidFill>
                  <a:srgbClr val="9FAFBA"/>
                </a:solidFill>
                <a:latin typeface="Segoe UI"/>
              </a:rPr>
              <a:t>Practical exam</a:t>
            </a:r>
          </a:p>
        </p:txBody>
      </p:sp>
      <p:sp>
        <p:nvSpPr>
          <p:cNvPr id="18" name="Chevron 17"/>
          <p:cNvSpPr/>
          <p:nvPr/>
        </p:nvSpPr>
        <p:spPr>
          <a:xfrm>
            <a:off x="8881109" y="3602736"/>
            <a:ext cx="201168" cy="201168"/>
          </a:xfrm>
          <a:prstGeom prst="chevron">
            <a:avLst/>
          </a:prstGeom>
          <a:solidFill>
            <a:srgbClr val="D5FB00"/>
          </a:solidFill>
          <a:ln>
            <a:noFill/>
          </a:ln>
          <a:effectLst/>
        </p:spPr>
        <p:txBody>
          <a:bodyPr rtlCol="0" anchor="ctr" wrap="square" lIns="0" rIns="0" tIns="0" bIns="0"/>
          <a:lstStyle/>
          <a:p>
            <a:pPr algn="ctr"/>
          </a:p>
        </p:txBody>
      </p:sp>
      <p:sp>
        <p:nvSpPr>
          <p:cNvPr id="19" name="Rectangle 18"/>
          <p:cNvSpPr/>
          <p:nvPr/>
        </p:nvSpPr>
        <p:spPr>
          <a:xfrm>
            <a:off x="9118854" y="2139696"/>
            <a:ext cx="2612898" cy="3145536"/>
          </a:xfrm>
          <a:prstGeom prst="rect">
            <a:avLst/>
          </a:prstGeom>
          <a:solidFill>
            <a:srgbClr val="051C2C"/>
          </a:solidFill>
          <a:ln>
            <a:noFill/>
          </a:ln>
          <a:effectLst/>
        </p:spPr>
        <p:txBody>
          <a:bodyPr rtlCol="0" anchor="ctr" wrap="square" lIns="0" rIns="0" tIns="0" bIns="0"/>
          <a:lstStyle/>
          <a:p>
            <a:pPr algn="ctr"/>
          </a:p>
        </p:txBody>
      </p:sp>
      <p:sp>
        <p:nvSpPr>
          <p:cNvPr id="20" name="Oval 19"/>
          <p:cNvSpPr/>
          <p:nvPr/>
        </p:nvSpPr>
        <p:spPr>
          <a:xfrm>
            <a:off x="9393174" y="2432304"/>
            <a:ext cx="658368" cy="658368"/>
          </a:xfrm>
          <a:prstGeom prst="ellipse">
            <a:avLst/>
          </a:prstGeom>
          <a:solidFill>
            <a:srgbClr val="D5FB00"/>
          </a:solidFill>
          <a:ln>
            <a:noFill/>
          </a:ln>
          <a:effectLst/>
        </p:spPr>
        <p:txBody>
          <a:bodyPr rtlCol="0" anchor="ctr" wrap="square" lIns="0" rIns="0" tIns="0" bIns="0"/>
          <a:lstStyle/>
          <a:p>
            <a:pPr algn="ctr">
              <a:spcBef>
                <a:spcPts val="0"/>
              </a:spcBef>
              <a:spcAft>
                <a:spcPts val="0"/>
              </a:spcAft>
            </a:pPr>
            <a:r>
              <a:rPr sz="2600" b="1" i="0">
                <a:solidFill>
                  <a:srgbClr val="051C2C"/>
                </a:solidFill>
                <a:latin typeface="Segoe UI"/>
              </a:rPr>
              <a:t>O</a:t>
            </a:r>
          </a:p>
        </p:txBody>
      </p:sp>
      <p:sp>
        <p:nvSpPr>
          <p:cNvPr id="21" name="TextBox 20"/>
          <p:cNvSpPr txBox="1"/>
          <p:nvPr/>
        </p:nvSpPr>
        <p:spPr>
          <a:xfrm>
            <a:off x="9393174" y="3346704"/>
            <a:ext cx="2064257" cy="274320"/>
          </a:xfrm>
          <a:prstGeom prst="rect">
            <a:avLst/>
          </a:prstGeom>
          <a:noFill/>
        </p:spPr>
        <p:txBody>
          <a:bodyPr wrap="square" lIns="0" rIns="0" tIns="0" bIns="0" anchor="t">
            <a:spAutoFit/>
          </a:bodyPr>
          <a:lstStyle/>
          <a:p>
            <a:pPr algn="l">
              <a:spcBef>
                <a:spcPts val="0"/>
              </a:spcBef>
              <a:spcAft>
                <a:spcPts val="0"/>
              </a:spcAft>
            </a:pPr>
            <a:r>
              <a:rPr sz="1800" b="1" i="0">
                <a:solidFill>
                  <a:srgbClr val="FFFFFF"/>
                </a:solidFill>
                <a:latin typeface="Segoe UI"/>
              </a:rPr>
              <a:t>Others</a:t>
            </a:r>
          </a:p>
          <a:p>
            <a:pPr>
              <a:lnSpc>
                <a:spcPct val="115000"/>
              </a:lnSpc>
              <a:spcBef>
                <a:spcPts val="600"/>
              </a:spcBef>
              <a:spcAft>
                <a:spcPts val="0"/>
              </a:spcAft>
            </a:pPr>
            <a:r>
              <a:rPr sz="1300" b="0" i="0">
                <a:solidFill>
                  <a:srgbClr val="C6CDD1"/>
                </a:solidFill>
                <a:latin typeface="Segoe UI"/>
              </a:rPr>
              <a:t>I teach it and improve it</a:t>
            </a:r>
          </a:p>
          <a:p>
            <a:pPr>
              <a:spcBef>
                <a:spcPts val="1600"/>
              </a:spcBef>
              <a:spcAft>
                <a:spcPts val="0"/>
              </a:spcAft>
            </a:pPr>
            <a:r>
              <a:rPr sz="1250" b="1" i="0">
                <a:solidFill>
                  <a:srgbClr val="D5FB00"/>
                </a:solidFill>
                <a:latin typeface="Segoe UI"/>
              </a:rPr>
              <a:t>6 skills · 20 h</a:t>
            </a:r>
          </a:p>
          <a:p>
            <a:pPr>
              <a:lnSpc>
                <a:spcPct val="115000"/>
              </a:lnSpc>
              <a:spcBef>
                <a:spcPts val="500"/>
              </a:spcBef>
              <a:spcAft>
                <a:spcPts val="0"/>
              </a:spcAft>
            </a:pPr>
            <a:r>
              <a:rPr sz="1100" b="0" i="0">
                <a:solidFill>
                  <a:srgbClr val="9FAFBA"/>
                </a:solidFill>
                <a:latin typeface="Segoe UI"/>
              </a:rPr>
              <a:t>Implementation review</a:t>
            </a:r>
          </a:p>
        </p:txBody>
      </p:sp>
      <p:sp>
        <p:nvSpPr>
          <p:cNvPr id="22" name="TextBox 21"/>
          <p:cNvSpPr txBox="1"/>
          <p:nvPr/>
        </p:nvSpPr>
        <p:spPr>
          <a:xfrm>
            <a:off x="457200" y="5559552"/>
            <a:ext cx="11274552" cy="45720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6E7C87"/>
                </a:solidFill>
                <a:latin typeface="Segoe UI"/>
              </a:rPr>
              <a:t>Each level assumes the one before it. Half of the total hours sit in level O — this program is built to multiply knowledge, not just to certify individuals.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620256"/>
            <a:ext cx="3657600" cy="182880"/>
          </a:xfrm>
          <a:prstGeom prst="rect">
            <a:avLst/>
          </a:prstGeom>
          <a:noFill/>
        </p:spPr>
        <p:txBody>
          <a:bodyPr wrap="square" lIns="0" rIns="0" tIns="0" bIns="0" anchor="t">
            <a:spAutoFit/>
          </a:bodyPr>
          <a:lstStyle/>
          <a:p>
            <a:pPr algn="l">
              <a:spcBef>
                <a:spcPts val="0"/>
              </a:spcBef>
              <a:spcAft>
                <a:spcPts val="0"/>
              </a:spcAft>
            </a:pPr>
            <a:r>
              <a:rPr sz="800" b="0" i="0">
                <a:solidFill>
                  <a:srgbClr val="6E7C87"/>
                </a:solidFill>
                <a:latin typeface="Segoe UI"/>
              </a:rPr>
              <a:t>TENNECO CONFIDENTIAL</a:t>
            </a:r>
          </a:p>
        </p:txBody>
      </p:sp>
      <p:sp>
        <p:nvSpPr>
          <p:cNvPr id="3" name="TextBox 2"/>
          <p:cNvSpPr txBox="1"/>
          <p:nvPr/>
        </p:nvSpPr>
        <p:spPr>
          <a:xfrm>
            <a:off x="11064240" y="6601968"/>
            <a:ext cx="502920" cy="219456"/>
          </a:xfrm>
          <a:prstGeom prst="rect">
            <a:avLst/>
          </a:prstGeom>
          <a:noFill/>
        </p:spPr>
        <p:txBody>
          <a:bodyPr wrap="square" lIns="0" rIns="0" tIns="0" bIns="0" anchor="t">
            <a:spAutoFit/>
          </a:bodyPr>
          <a:lstStyle/>
          <a:p>
            <a:pPr algn="r">
              <a:spcBef>
                <a:spcPts val="0"/>
              </a:spcBef>
              <a:spcAft>
                <a:spcPts val="0"/>
              </a:spcAft>
            </a:pPr>
            <a:r>
              <a:rPr sz="900" b="0" i="0">
                <a:solidFill>
                  <a:srgbClr val="6E7C87"/>
                </a:solidFill>
                <a:latin typeface="Segoe UI"/>
              </a:rPr>
              <a:t>5</a:t>
            </a:r>
          </a:p>
        </p:txBody>
      </p:sp>
      <p:cxnSp>
        <p:nvCxnSpPr>
          <p:cNvPr id="4" name="Connector 3"/>
          <p:cNvCxnSpPr/>
          <p:nvPr/>
        </p:nvCxnSpPr>
        <p:spPr>
          <a:xfrm>
            <a:off x="484632" y="603504"/>
            <a:ext cx="630936" cy="0"/>
          </a:xfrm>
          <a:prstGeom prst="line">
            <a:avLst/>
          </a:prstGeom>
          <a:ln w="28575">
            <a:solidFill>
              <a:srgbClr val="D5FB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786384"/>
            <a:ext cx="11338560" cy="658368"/>
          </a:xfrm>
          <a:prstGeom prst="rect">
            <a:avLst/>
          </a:prstGeom>
          <a:noFill/>
        </p:spPr>
        <p:txBody>
          <a:bodyPr wrap="square" lIns="0" rIns="0" tIns="0" bIns="0" anchor="t">
            <a:spAutoFit/>
          </a:bodyPr>
          <a:lstStyle/>
          <a:p>
            <a:pPr algn="l">
              <a:spcBef>
                <a:spcPts val="0"/>
              </a:spcBef>
              <a:spcAft>
                <a:spcPts val="0"/>
              </a:spcAft>
            </a:pPr>
            <a:r>
              <a:rPr sz="3400" b="1" i="0">
                <a:solidFill>
                  <a:srgbClr val="051C2C"/>
                </a:solidFill>
                <a:latin typeface="Segoe UI"/>
              </a:rPr>
              <a:t>Where I stand today</a:t>
            </a:r>
          </a:p>
        </p:txBody>
      </p:sp>
      <p:sp>
        <p:nvSpPr>
          <p:cNvPr id="6" name="TextBox 5"/>
          <p:cNvSpPr txBox="1"/>
          <p:nvPr/>
        </p:nvSpPr>
        <p:spPr>
          <a:xfrm>
            <a:off x="457200" y="1408176"/>
            <a:ext cx="10607040" cy="365760"/>
          </a:xfrm>
          <a:prstGeom prst="rect">
            <a:avLst/>
          </a:prstGeom>
          <a:noFill/>
        </p:spPr>
        <p:txBody>
          <a:bodyPr wrap="square" lIns="0" rIns="0" tIns="0" bIns="0" anchor="t">
            <a:spAutoFit/>
          </a:bodyPr>
          <a:lstStyle/>
          <a:p>
            <a:pPr algn="l">
              <a:spcBef>
                <a:spcPts val="0"/>
              </a:spcBef>
              <a:spcAft>
                <a:spcPts val="0"/>
              </a:spcAft>
            </a:pPr>
            <a:r>
              <a:rPr sz="1400" b="0" i="0">
                <a:solidFill>
                  <a:srgbClr val="6E7C87"/>
                </a:solidFill>
                <a:latin typeface="Segoe UI"/>
              </a:rPr>
              <a:t>4 of 23 skills unsupervised  ·  12 in progress  ·  7 not started</a:t>
            </a:r>
          </a:p>
        </p:txBody>
      </p:sp>
      <p:sp>
        <p:nvSpPr>
          <p:cNvPr id="7" name="Oval 6"/>
          <p:cNvSpPr/>
          <p:nvPr/>
        </p:nvSpPr>
        <p:spPr>
          <a:xfrm>
            <a:off x="457200" y="2240280"/>
            <a:ext cx="402336" cy="402336"/>
          </a:xfrm>
          <a:prstGeom prst="ellipse">
            <a:avLst/>
          </a:prstGeom>
          <a:solidFill>
            <a:srgbClr val="051C2C"/>
          </a:solidFill>
          <a:ln>
            <a:noFill/>
          </a:ln>
          <a:effectLst/>
        </p:spPr>
        <p:txBody>
          <a:bodyPr rtlCol="0" anchor="ctr" wrap="square" lIns="0" rIns="0" tIns="0" bIns="0"/>
          <a:lstStyle/>
          <a:p>
            <a:pPr algn="ctr">
              <a:spcBef>
                <a:spcPts val="0"/>
              </a:spcBef>
              <a:spcAft>
                <a:spcPts val="0"/>
              </a:spcAft>
            </a:pPr>
            <a:r>
              <a:rPr sz="1500" b="1" i="0">
                <a:solidFill>
                  <a:srgbClr val="D5FB00"/>
                </a:solidFill>
                <a:latin typeface="Segoe UI"/>
              </a:rPr>
              <a:t>I</a:t>
            </a:r>
          </a:p>
        </p:txBody>
      </p:sp>
      <p:sp>
        <p:nvSpPr>
          <p:cNvPr id="8" name="TextBox 7"/>
          <p:cNvSpPr txBox="1"/>
          <p:nvPr/>
        </p:nvSpPr>
        <p:spPr>
          <a:xfrm>
            <a:off x="969264" y="2322576"/>
            <a:ext cx="1920240" cy="274320"/>
          </a:xfrm>
          <a:prstGeom prst="rect">
            <a:avLst/>
          </a:prstGeom>
          <a:noFill/>
        </p:spPr>
        <p:txBody>
          <a:bodyPr wrap="square" lIns="0" rIns="0" tIns="0" bIns="0" anchor="t">
            <a:spAutoFit/>
          </a:bodyPr>
          <a:lstStyle/>
          <a:p>
            <a:pPr algn="l">
              <a:spcBef>
                <a:spcPts val="0"/>
              </a:spcBef>
              <a:spcAft>
                <a:spcPts val="0"/>
              </a:spcAft>
            </a:pPr>
            <a:r>
              <a:rPr sz="1150" b="1" i="0">
                <a:solidFill>
                  <a:srgbClr val="051C2C"/>
                </a:solidFill>
                <a:latin typeface="Segoe UI"/>
              </a:rPr>
              <a:t>Welding fundamentals</a:t>
            </a:r>
          </a:p>
        </p:txBody>
      </p:sp>
      <p:sp>
        <p:nvSpPr>
          <p:cNvPr id="9" name="Rectangle 8"/>
          <p:cNvSpPr/>
          <p:nvPr/>
        </p:nvSpPr>
        <p:spPr>
          <a:xfrm>
            <a:off x="3017520" y="2286000"/>
            <a:ext cx="402336" cy="310896"/>
          </a:xfrm>
          <a:prstGeom prst="rect">
            <a:avLst/>
          </a:prstGeom>
          <a:solidFill>
            <a:srgbClr val="5C85D6"/>
          </a:solidFill>
          <a:ln>
            <a:noFill/>
          </a:ln>
          <a:effectLst/>
        </p:spPr>
        <p:txBody>
          <a:bodyPr rtlCol="0" anchor="ctr" wrap="square" lIns="0" rIns="0" tIns="0" bIns="0"/>
          <a:lstStyle/>
          <a:p>
            <a:pPr algn="ctr"/>
          </a:p>
        </p:txBody>
      </p:sp>
      <p:sp>
        <p:nvSpPr>
          <p:cNvPr id="10" name="Rectangle 9"/>
          <p:cNvSpPr/>
          <p:nvPr/>
        </p:nvSpPr>
        <p:spPr>
          <a:xfrm>
            <a:off x="3502152" y="2286000"/>
            <a:ext cx="402336" cy="310896"/>
          </a:xfrm>
          <a:prstGeom prst="rect">
            <a:avLst/>
          </a:prstGeom>
          <a:solidFill>
            <a:srgbClr val="5C85D6"/>
          </a:solidFill>
          <a:ln>
            <a:noFill/>
          </a:ln>
          <a:effectLst/>
        </p:spPr>
        <p:txBody>
          <a:bodyPr rtlCol="0" anchor="ctr" wrap="square" lIns="0" rIns="0" tIns="0" bIns="0"/>
          <a:lstStyle/>
          <a:p>
            <a:pPr algn="ctr"/>
          </a:p>
        </p:txBody>
      </p:sp>
      <p:sp>
        <p:nvSpPr>
          <p:cNvPr id="11" name="Rectangle 10"/>
          <p:cNvSpPr/>
          <p:nvPr/>
        </p:nvSpPr>
        <p:spPr>
          <a:xfrm>
            <a:off x="3986784" y="2286000"/>
            <a:ext cx="402336" cy="310896"/>
          </a:xfrm>
          <a:prstGeom prst="rect">
            <a:avLst/>
          </a:prstGeom>
          <a:solidFill>
            <a:srgbClr val="5C85D6"/>
          </a:solidFill>
          <a:ln>
            <a:noFill/>
          </a:ln>
          <a:effectLst/>
        </p:spPr>
        <p:txBody>
          <a:bodyPr rtlCol="0" anchor="ctr" wrap="square" lIns="0" rIns="0" tIns="0" bIns="0"/>
          <a:lstStyle/>
          <a:p>
            <a:pPr algn="ctr"/>
          </a:p>
        </p:txBody>
      </p:sp>
      <p:sp>
        <p:nvSpPr>
          <p:cNvPr id="12" name="Rectangle 11"/>
          <p:cNvSpPr/>
          <p:nvPr/>
        </p:nvSpPr>
        <p:spPr>
          <a:xfrm>
            <a:off x="4471416" y="2286000"/>
            <a:ext cx="402336" cy="310896"/>
          </a:xfrm>
          <a:prstGeom prst="rect">
            <a:avLst/>
          </a:prstGeom>
          <a:solidFill>
            <a:srgbClr val="5C85D6"/>
          </a:solidFill>
          <a:ln>
            <a:noFill/>
          </a:ln>
          <a:effectLst/>
        </p:spPr>
        <p:txBody>
          <a:bodyPr rtlCol="0" anchor="ctr" wrap="square" lIns="0" rIns="0" tIns="0" bIns="0"/>
          <a:lstStyle/>
          <a:p>
            <a:pPr algn="ctr"/>
          </a:p>
        </p:txBody>
      </p:sp>
      <p:sp>
        <p:nvSpPr>
          <p:cNvPr id="13" name="Rectangle 12"/>
          <p:cNvSpPr/>
          <p:nvPr/>
        </p:nvSpPr>
        <p:spPr>
          <a:xfrm>
            <a:off x="4956048" y="2286000"/>
            <a:ext cx="402336" cy="310896"/>
          </a:xfrm>
          <a:prstGeom prst="rect">
            <a:avLst/>
          </a:prstGeom>
          <a:solidFill>
            <a:srgbClr val="5C85D6"/>
          </a:solidFill>
          <a:ln>
            <a:noFill/>
          </a:ln>
          <a:effectLst/>
        </p:spPr>
        <p:txBody>
          <a:bodyPr rtlCol="0" anchor="ctr" wrap="square" lIns="0" rIns="0" tIns="0" bIns="0"/>
          <a:lstStyle/>
          <a:p>
            <a:pPr algn="ctr"/>
          </a:p>
        </p:txBody>
      </p:sp>
      <p:sp>
        <p:nvSpPr>
          <p:cNvPr id="14" name="Rectangle 13"/>
          <p:cNvSpPr/>
          <p:nvPr/>
        </p:nvSpPr>
        <p:spPr>
          <a:xfrm>
            <a:off x="5440680" y="2286000"/>
            <a:ext cx="402336" cy="310896"/>
          </a:xfrm>
          <a:prstGeom prst="rect">
            <a:avLst/>
          </a:prstGeom>
          <a:solidFill>
            <a:srgbClr val="5C85D6"/>
          </a:solidFill>
          <a:ln>
            <a:noFill/>
          </a:ln>
          <a:effectLst/>
        </p:spPr>
        <p:txBody>
          <a:bodyPr rtlCol="0" anchor="ctr" wrap="square" lIns="0" rIns="0" tIns="0" bIns="0"/>
          <a:lstStyle/>
          <a:p>
            <a:pPr algn="ctr"/>
          </a:p>
        </p:txBody>
      </p:sp>
      <p:sp>
        <p:nvSpPr>
          <p:cNvPr id="15" name="Rectangle 14"/>
          <p:cNvSpPr/>
          <p:nvPr/>
        </p:nvSpPr>
        <p:spPr>
          <a:xfrm>
            <a:off x="5925312" y="2286000"/>
            <a:ext cx="402336" cy="310896"/>
          </a:xfrm>
          <a:prstGeom prst="rect">
            <a:avLst/>
          </a:prstGeom>
          <a:solidFill>
            <a:srgbClr val="5C85D6"/>
          </a:solidFill>
          <a:ln>
            <a:noFill/>
          </a:ln>
          <a:effectLst/>
        </p:spPr>
        <p:txBody>
          <a:bodyPr rtlCol="0" anchor="ctr" wrap="square" lIns="0" rIns="0" tIns="0" bIns="0"/>
          <a:lstStyle/>
          <a:p>
            <a:pPr algn="ctr"/>
          </a:p>
        </p:txBody>
      </p:sp>
      <p:sp>
        <p:nvSpPr>
          <p:cNvPr id="16" name="Rectangle 15"/>
          <p:cNvSpPr/>
          <p:nvPr/>
        </p:nvSpPr>
        <p:spPr>
          <a:xfrm>
            <a:off x="6409944" y="2286000"/>
            <a:ext cx="402336" cy="310896"/>
          </a:xfrm>
          <a:prstGeom prst="rect">
            <a:avLst/>
          </a:prstGeom>
          <a:solidFill>
            <a:srgbClr val="5C85D6"/>
          </a:solidFill>
          <a:ln>
            <a:noFill/>
          </a:ln>
          <a:effectLst/>
        </p:spPr>
        <p:txBody>
          <a:bodyPr rtlCol="0" anchor="ctr" wrap="square" lIns="0" rIns="0" tIns="0" bIns="0"/>
          <a:lstStyle/>
          <a:p>
            <a:pPr algn="ctr"/>
          </a:p>
        </p:txBody>
      </p:sp>
      <p:sp>
        <p:nvSpPr>
          <p:cNvPr id="17" name="Rectangle 16"/>
          <p:cNvSpPr/>
          <p:nvPr/>
        </p:nvSpPr>
        <p:spPr>
          <a:xfrm>
            <a:off x="6894576" y="2286000"/>
            <a:ext cx="402336" cy="310896"/>
          </a:xfrm>
          <a:prstGeom prst="rect">
            <a:avLst/>
          </a:prstGeom>
          <a:solidFill>
            <a:srgbClr val="5C85D6"/>
          </a:solidFill>
          <a:ln>
            <a:noFill/>
          </a:ln>
          <a:effectLst/>
        </p:spPr>
        <p:txBody>
          <a:bodyPr rtlCol="0" anchor="ctr" wrap="square" lIns="0" rIns="0" tIns="0" bIns="0"/>
          <a:lstStyle/>
          <a:p>
            <a:pPr algn="ctr"/>
          </a:p>
        </p:txBody>
      </p:sp>
      <p:sp>
        <p:nvSpPr>
          <p:cNvPr id="18" name="TextBox 17"/>
          <p:cNvSpPr txBox="1"/>
          <p:nvPr/>
        </p:nvSpPr>
        <p:spPr>
          <a:xfrm>
            <a:off x="7488936" y="2340864"/>
            <a:ext cx="1005840" cy="274320"/>
          </a:xfrm>
          <a:prstGeom prst="rect">
            <a:avLst/>
          </a:prstGeom>
          <a:noFill/>
        </p:spPr>
        <p:txBody>
          <a:bodyPr wrap="square" lIns="0" rIns="0" tIns="0" bIns="0" anchor="t">
            <a:spAutoFit/>
          </a:bodyPr>
          <a:lstStyle/>
          <a:p>
            <a:pPr algn="l">
              <a:spcBef>
                <a:spcPts val="0"/>
              </a:spcBef>
              <a:spcAft>
                <a:spcPts val="0"/>
              </a:spcAft>
            </a:pPr>
            <a:r>
              <a:rPr sz="1050" b="0" i="0">
                <a:solidFill>
                  <a:srgbClr val="6E7C87"/>
                </a:solidFill>
                <a:latin typeface="Segoe UI"/>
              </a:rPr>
              <a:t>9 skills</a:t>
            </a:r>
          </a:p>
        </p:txBody>
      </p:sp>
      <p:sp>
        <p:nvSpPr>
          <p:cNvPr id="19" name="Oval 18"/>
          <p:cNvSpPr/>
          <p:nvPr/>
        </p:nvSpPr>
        <p:spPr>
          <a:xfrm>
            <a:off x="457200" y="2843784"/>
            <a:ext cx="402336" cy="402336"/>
          </a:xfrm>
          <a:prstGeom prst="ellipse">
            <a:avLst/>
          </a:prstGeom>
          <a:solidFill>
            <a:srgbClr val="051C2C"/>
          </a:solidFill>
          <a:ln>
            <a:noFill/>
          </a:ln>
          <a:effectLst/>
        </p:spPr>
        <p:txBody>
          <a:bodyPr rtlCol="0" anchor="ctr" wrap="square" lIns="0" rIns="0" tIns="0" bIns="0"/>
          <a:lstStyle/>
          <a:p>
            <a:pPr algn="ctr">
              <a:spcBef>
                <a:spcPts val="0"/>
              </a:spcBef>
              <a:spcAft>
                <a:spcPts val="0"/>
              </a:spcAft>
            </a:pPr>
            <a:r>
              <a:rPr sz="1500" b="1" i="0">
                <a:solidFill>
                  <a:srgbClr val="D5FB00"/>
                </a:solidFill>
                <a:latin typeface="Segoe UI"/>
              </a:rPr>
              <a:t>L</a:t>
            </a:r>
          </a:p>
        </p:txBody>
      </p:sp>
      <p:sp>
        <p:nvSpPr>
          <p:cNvPr id="20" name="TextBox 19"/>
          <p:cNvSpPr txBox="1"/>
          <p:nvPr/>
        </p:nvSpPr>
        <p:spPr>
          <a:xfrm>
            <a:off x="969264" y="2926080"/>
            <a:ext cx="1920240" cy="274320"/>
          </a:xfrm>
          <a:prstGeom prst="rect">
            <a:avLst/>
          </a:prstGeom>
          <a:noFill/>
        </p:spPr>
        <p:txBody>
          <a:bodyPr wrap="square" lIns="0" rIns="0" tIns="0" bIns="0" anchor="t">
            <a:spAutoFit/>
          </a:bodyPr>
          <a:lstStyle/>
          <a:p>
            <a:pPr algn="l">
              <a:spcBef>
                <a:spcPts val="0"/>
              </a:spcBef>
              <a:spcAft>
                <a:spcPts val="0"/>
              </a:spcAft>
            </a:pPr>
            <a:r>
              <a:rPr sz="1150" b="1" i="0">
                <a:solidFill>
                  <a:srgbClr val="051C2C"/>
                </a:solidFill>
                <a:latin typeface="Segoe UI"/>
              </a:rPr>
              <a:t>Execution in the cell</a:t>
            </a:r>
          </a:p>
        </p:txBody>
      </p:sp>
      <p:sp>
        <p:nvSpPr>
          <p:cNvPr id="21" name="Rectangle 20"/>
          <p:cNvSpPr/>
          <p:nvPr/>
        </p:nvSpPr>
        <p:spPr>
          <a:xfrm>
            <a:off x="3017520" y="2889504"/>
            <a:ext cx="402336" cy="310896"/>
          </a:xfrm>
          <a:prstGeom prst="rect">
            <a:avLst/>
          </a:prstGeom>
          <a:solidFill>
            <a:srgbClr val="0033A0"/>
          </a:solidFill>
          <a:ln>
            <a:noFill/>
          </a:ln>
          <a:effectLst/>
        </p:spPr>
        <p:txBody>
          <a:bodyPr rtlCol="0" anchor="ctr" wrap="square" lIns="0" rIns="0" tIns="0" bIns="0"/>
          <a:lstStyle/>
          <a:p>
            <a:pPr algn="ctr"/>
          </a:p>
        </p:txBody>
      </p:sp>
      <p:sp>
        <p:nvSpPr>
          <p:cNvPr id="22" name="Rectangle 21"/>
          <p:cNvSpPr/>
          <p:nvPr/>
        </p:nvSpPr>
        <p:spPr>
          <a:xfrm>
            <a:off x="3502152" y="2889504"/>
            <a:ext cx="402336" cy="310896"/>
          </a:xfrm>
          <a:prstGeom prst="rect">
            <a:avLst/>
          </a:prstGeom>
          <a:solidFill>
            <a:srgbClr val="0033A0"/>
          </a:solidFill>
          <a:ln>
            <a:noFill/>
          </a:ln>
          <a:effectLst/>
        </p:spPr>
        <p:txBody>
          <a:bodyPr rtlCol="0" anchor="ctr" wrap="square" lIns="0" rIns="0" tIns="0" bIns="0"/>
          <a:lstStyle/>
          <a:p>
            <a:pPr algn="ctr"/>
          </a:p>
        </p:txBody>
      </p:sp>
      <p:sp>
        <p:nvSpPr>
          <p:cNvPr id="23" name="Rectangle 22"/>
          <p:cNvSpPr/>
          <p:nvPr/>
        </p:nvSpPr>
        <p:spPr>
          <a:xfrm>
            <a:off x="3986784" y="2889504"/>
            <a:ext cx="402336" cy="310896"/>
          </a:xfrm>
          <a:prstGeom prst="rect">
            <a:avLst/>
          </a:prstGeom>
          <a:solidFill>
            <a:srgbClr val="0033A0"/>
          </a:solidFill>
          <a:ln>
            <a:noFill/>
          </a:ln>
          <a:effectLst/>
        </p:spPr>
        <p:txBody>
          <a:bodyPr rtlCol="0" anchor="ctr" wrap="square" lIns="0" rIns="0" tIns="0" bIns="0"/>
          <a:lstStyle/>
          <a:p>
            <a:pPr algn="ctr"/>
          </a:p>
        </p:txBody>
      </p:sp>
      <p:sp>
        <p:nvSpPr>
          <p:cNvPr id="24" name="Rectangle 23"/>
          <p:cNvSpPr/>
          <p:nvPr/>
        </p:nvSpPr>
        <p:spPr>
          <a:xfrm>
            <a:off x="4471416" y="2889504"/>
            <a:ext cx="402336" cy="310896"/>
          </a:xfrm>
          <a:prstGeom prst="rect">
            <a:avLst/>
          </a:prstGeom>
          <a:solidFill>
            <a:srgbClr val="5C85D6"/>
          </a:solidFill>
          <a:ln>
            <a:noFill/>
          </a:ln>
          <a:effectLst/>
        </p:spPr>
        <p:txBody>
          <a:bodyPr rtlCol="0" anchor="ctr" wrap="square" lIns="0" rIns="0" tIns="0" bIns="0"/>
          <a:lstStyle/>
          <a:p>
            <a:pPr algn="ctr"/>
          </a:p>
        </p:txBody>
      </p:sp>
      <p:sp>
        <p:nvSpPr>
          <p:cNvPr id="25" name="Rectangle 24"/>
          <p:cNvSpPr/>
          <p:nvPr/>
        </p:nvSpPr>
        <p:spPr>
          <a:xfrm>
            <a:off x="4956048" y="2889504"/>
            <a:ext cx="402336" cy="310896"/>
          </a:xfrm>
          <a:prstGeom prst="rect">
            <a:avLst/>
          </a:prstGeom>
          <a:solidFill>
            <a:srgbClr val="5C85D6"/>
          </a:solidFill>
          <a:ln>
            <a:noFill/>
          </a:ln>
          <a:effectLst/>
        </p:spPr>
        <p:txBody>
          <a:bodyPr rtlCol="0" anchor="ctr" wrap="square" lIns="0" rIns="0" tIns="0" bIns="0"/>
          <a:lstStyle/>
          <a:p>
            <a:pPr algn="ctr"/>
          </a:p>
        </p:txBody>
      </p:sp>
      <p:sp>
        <p:nvSpPr>
          <p:cNvPr id="26" name="TextBox 25"/>
          <p:cNvSpPr txBox="1"/>
          <p:nvPr/>
        </p:nvSpPr>
        <p:spPr>
          <a:xfrm>
            <a:off x="5550408" y="2944368"/>
            <a:ext cx="1005840" cy="274320"/>
          </a:xfrm>
          <a:prstGeom prst="rect">
            <a:avLst/>
          </a:prstGeom>
          <a:noFill/>
        </p:spPr>
        <p:txBody>
          <a:bodyPr wrap="square" lIns="0" rIns="0" tIns="0" bIns="0" anchor="t">
            <a:spAutoFit/>
          </a:bodyPr>
          <a:lstStyle/>
          <a:p>
            <a:pPr algn="l">
              <a:spcBef>
                <a:spcPts val="0"/>
              </a:spcBef>
              <a:spcAft>
                <a:spcPts val="0"/>
              </a:spcAft>
            </a:pPr>
            <a:r>
              <a:rPr sz="1050" b="0" i="0">
                <a:solidFill>
                  <a:srgbClr val="6E7C87"/>
                </a:solidFill>
                <a:latin typeface="Segoe UI"/>
              </a:rPr>
              <a:t>5 skills</a:t>
            </a:r>
          </a:p>
        </p:txBody>
      </p:sp>
      <p:sp>
        <p:nvSpPr>
          <p:cNvPr id="27" name="Oval 26"/>
          <p:cNvSpPr/>
          <p:nvPr/>
        </p:nvSpPr>
        <p:spPr>
          <a:xfrm>
            <a:off x="457200" y="3447288"/>
            <a:ext cx="402336" cy="402336"/>
          </a:xfrm>
          <a:prstGeom prst="ellipse">
            <a:avLst/>
          </a:prstGeom>
          <a:solidFill>
            <a:srgbClr val="051C2C"/>
          </a:solidFill>
          <a:ln>
            <a:noFill/>
          </a:ln>
          <a:effectLst/>
        </p:spPr>
        <p:txBody>
          <a:bodyPr rtlCol="0" anchor="ctr" wrap="square" lIns="0" rIns="0" tIns="0" bIns="0"/>
          <a:lstStyle/>
          <a:p>
            <a:pPr algn="ctr">
              <a:spcBef>
                <a:spcPts val="0"/>
              </a:spcBef>
              <a:spcAft>
                <a:spcPts val="0"/>
              </a:spcAft>
            </a:pPr>
            <a:r>
              <a:rPr sz="1500" b="1" i="0">
                <a:solidFill>
                  <a:srgbClr val="D5FB00"/>
                </a:solidFill>
                <a:latin typeface="Segoe UI"/>
              </a:rPr>
              <a:t>U</a:t>
            </a:r>
          </a:p>
        </p:txBody>
      </p:sp>
      <p:sp>
        <p:nvSpPr>
          <p:cNvPr id="28" name="TextBox 27"/>
          <p:cNvSpPr txBox="1"/>
          <p:nvPr/>
        </p:nvSpPr>
        <p:spPr>
          <a:xfrm>
            <a:off x="969264" y="3529584"/>
            <a:ext cx="1920240" cy="274320"/>
          </a:xfrm>
          <a:prstGeom prst="rect">
            <a:avLst/>
          </a:prstGeom>
          <a:noFill/>
        </p:spPr>
        <p:txBody>
          <a:bodyPr wrap="square" lIns="0" rIns="0" tIns="0" bIns="0" anchor="t">
            <a:spAutoFit/>
          </a:bodyPr>
          <a:lstStyle/>
          <a:p>
            <a:pPr algn="l">
              <a:spcBef>
                <a:spcPts val="0"/>
              </a:spcBef>
              <a:spcAft>
                <a:spcPts val="0"/>
              </a:spcAft>
            </a:pPr>
            <a:r>
              <a:rPr sz="1150" b="1" i="0">
                <a:solidFill>
                  <a:srgbClr val="051C2C"/>
                </a:solidFill>
                <a:latin typeface="Segoe UI"/>
              </a:rPr>
              <a:t>Robot programming</a:t>
            </a:r>
          </a:p>
        </p:txBody>
      </p:sp>
      <p:sp>
        <p:nvSpPr>
          <p:cNvPr id="29" name="Rectangle 28"/>
          <p:cNvSpPr/>
          <p:nvPr/>
        </p:nvSpPr>
        <p:spPr>
          <a:xfrm>
            <a:off x="3017520" y="3493008"/>
            <a:ext cx="402336" cy="310896"/>
          </a:xfrm>
          <a:prstGeom prst="rect">
            <a:avLst/>
          </a:prstGeom>
          <a:solidFill>
            <a:srgbClr val="5C85D6"/>
          </a:solidFill>
          <a:ln>
            <a:noFill/>
          </a:ln>
          <a:effectLst/>
        </p:spPr>
        <p:txBody>
          <a:bodyPr rtlCol="0" anchor="ctr" wrap="square" lIns="0" rIns="0" tIns="0" bIns="0"/>
          <a:lstStyle/>
          <a:p>
            <a:pPr algn="ctr"/>
          </a:p>
        </p:txBody>
      </p:sp>
      <p:sp>
        <p:nvSpPr>
          <p:cNvPr id="30" name="Rectangle 29"/>
          <p:cNvSpPr/>
          <p:nvPr/>
        </p:nvSpPr>
        <p:spPr>
          <a:xfrm>
            <a:off x="3502152" y="3493008"/>
            <a:ext cx="402336" cy="310896"/>
          </a:xfrm>
          <a:prstGeom prst="rect">
            <a:avLst/>
          </a:prstGeom>
          <a:solidFill>
            <a:srgbClr val="E3E7EB"/>
          </a:solidFill>
          <a:ln>
            <a:noFill/>
          </a:ln>
          <a:effectLst/>
        </p:spPr>
        <p:txBody>
          <a:bodyPr rtlCol="0" anchor="ctr" wrap="square" lIns="0" rIns="0" tIns="0" bIns="0"/>
          <a:lstStyle/>
          <a:p>
            <a:pPr algn="ctr"/>
          </a:p>
        </p:txBody>
      </p:sp>
      <p:sp>
        <p:nvSpPr>
          <p:cNvPr id="31" name="Rectangle 30"/>
          <p:cNvSpPr/>
          <p:nvPr/>
        </p:nvSpPr>
        <p:spPr>
          <a:xfrm>
            <a:off x="3986784" y="3493008"/>
            <a:ext cx="402336" cy="310896"/>
          </a:xfrm>
          <a:prstGeom prst="rect">
            <a:avLst/>
          </a:prstGeom>
          <a:solidFill>
            <a:srgbClr val="E3E7EB"/>
          </a:solidFill>
          <a:ln>
            <a:noFill/>
          </a:ln>
          <a:effectLst/>
        </p:spPr>
        <p:txBody>
          <a:bodyPr rtlCol="0" anchor="ctr" wrap="square" lIns="0" rIns="0" tIns="0" bIns="0"/>
          <a:lstStyle/>
          <a:p>
            <a:pPr algn="ctr"/>
          </a:p>
        </p:txBody>
      </p:sp>
      <p:sp>
        <p:nvSpPr>
          <p:cNvPr id="32" name="TextBox 31"/>
          <p:cNvSpPr txBox="1"/>
          <p:nvPr/>
        </p:nvSpPr>
        <p:spPr>
          <a:xfrm>
            <a:off x="4581144" y="3547872"/>
            <a:ext cx="1005840" cy="274320"/>
          </a:xfrm>
          <a:prstGeom prst="rect">
            <a:avLst/>
          </a:prstGeom>
          <a:noFill/>
        </p:spPr>
        <p:txBody>
          <a:bodyPr wrap="square" lIns="0" rIns="0" tIns="0" bIns="0" anchor="t">
            <a:spAutoFit/>
          </a:bodyPr>
          <a:lstStyle/>
          <a:p>
            <a:pPr algn="l">
              <a:spcBef>
                <a:spcPts val="0"/>
              </a:spcBef>
              <a:spcAft>
                <a:spcPts val="0"/>
              </a:spcAft>
            </a:pPr>
            <a:r>
              <a:rPr sz="1050" b="0" i="0">
                <a:solidFill>
                  <a:srgbClr val="6E7C87"/>
                </a:solidFill>
                <a:latin typeface="Segoe UI"/>
              </a:rPr>
              <a:t>3 skills</a:t>
            </a:r>
          </a:p>
        </p:txBody>
      </p:sp>
      <p:sp>
        <p:nvSpPr>
          <p:cNvPr id="33" name="Oval 32"/>
          <p:cNvSpPr/>
          <p:nvPr/>
        </p:nvSpPr>
        <p:spPr>
          <a:xfrm>
            <a:off x="457200" y="4050792"/>
            <a:ext cx="402336" cy="402336"/>
          </a:xfrm>
          <a:prstGeom prst="ellipse">
            <a:avLst/>
          </a:prstGeom>
          <a:solidFill>
            <a:srgbClr val="051C2C"/>
          </a:solidFill>
          <a:ln>
            <a:noFill/>
          </a:ln>
          <a:effectLst/>
        </p:spPr>
        <p:txBody>
          <a:bodyPr rtlCol="0" anchor="ctr" wrap="square" lIns="0" rIns="0" tIns="0" bIns="0"/>
          <a:lstStyle/>
          <a:p>
            <a:pPr algn="ctr">
              <a:spcBef>
                <a:spcPts val="0"/>
              </a:spcBef>
              <a:spcAft>
                <a:spcPts val="0"/>
              </a:spcAft>
            </a:pPr>
            <a:r>
              <a:rPr sz="1500" b="1" i="0">
                <a:solidFill>
                  <a:srgbClr val="D5FB00"/>
                </a:solidFill>
                <a:latin typeface="Segoe UI"/>
              </a:rPr>
              <a:t>O</a:t>
            </a:r>
          </a:p>
        </p:txBody>
      </p:sp>
      <p:sp>
        <p:nvSpPr>
          <p:cNvPr id="34" name="TextBox 33"/>
          <p:cNvSpPr txBox="1"/>
          <p:nvPr/>
        </p:nvSpPr>
        <p:spPr>
          <a:xfrm>
            <a:off x="969264" y="4133088"/>
            <a:ext cx="1920240" cy="274320"/>
          </a:xfrm>
          <a:prstGeom prst="rect">
            <a:avLst/>
          </a:prstGeom>
          <a:noFill/>
        </p:spPr>
        <p:txBody>
          <a:bodyPr wrap="square" lIns="0" rIns="0" tIns="0" bIns="0" anchor="t">
            <a:spAutoFit/>
          </a:bodyPr>
          <a:lstStyle/>
          <a:p>
            <a:pPr algn="l">
              <a:spcBef>
                <a:spcPts val="0"/>
              </a:spcBef>
              <a:spcAft>
                <a:spcPts val="0"/>
              </a:spcAft>
            </a:pPr>
            <a:r>
              <a:rPr sz="1150" b="1" i="0">
                <a:solidFill>
                  <a:srgbClr val="051C2C"/>
                </a:solidFill>
                <a:latin typeface="Segoe UI"/>
              </a:rPr>
              <a:t>Teach and improve</a:t>
            </a:r>
          </a:p>
        </p:txBody>
      </p:sp>
      <p:sp>
        <p:nvSpPr>
          <p:cNvPr id="35" name="Rectangle 34"/>
          <p:cNvSpPr/>
          <p:nvPr/>
        </p:nvSpPr>
        <p:spPr>
          <a:xfrm>
            <a:off x="3017520" y="4096512"/>
            <a:ext cx="402336" cy="310896"/>
          </a:xfrm>
          <a:prstGeom prst="rect">
            <a:avLst/>
          </a:prstGeom>
          <a:solidFill>
            <a:srgbClr val="0033A0"/>
          </a:solidFill>
          <a:ln>
            <a:noFill/>
          </a:ln>
          <a:effectLst/>
        </p:spPr>
        <p:txBody>
          <a:bodyPr rtlCol="0" anchor="ctr" wrap="square" lIns="0" rIns="0" tIns="0" bIns="0"/>
          <a:lstStyle/>
          <a:p>
            <a:pPr algn="ctr"/>
          </a:p>
        </p:txBody>
      </p:sp>
      <p:sp>
        <p:nvSpPr>
          <p:cNvPr id="36" name="Rectangle 35"/>
          <p:cNvSpPr/>
          <p:nvPr/>
        </p:nvSpPr>
        <p:spPr>
          <a:xfrm>
            <a:off x="3502152" y="4096512"/>
            <a:ext cx="402336" cy="310896"/>
          </a:xfrm>
          <a:prstGeom prst="rect">
            <a:avLst/>
          </a:prstGeom>
          <a:solidFill>
            <a:srgbClr val="E3E7EB"/>
          </a:solidFill>
          <a:ln>
            <a:noFill/>
          </a:ln>
          <a:effectLst/>
        </p:spPr>
        <p:txBody>
          <a:bodyPr rtlCol="0" anchor="ctr" wrap="square" lIns="0" rIns="0" tIns="0" bIns="0"/>
          <a:lstStyle/>
          <a:p>
            <a:pPr algn="ctr"/>
          </a:p>
        </p:txBody>
      </p:sp>
      <p:sp>
        <p:nvSpPr>
          <p:cNvPr id="37" name="Rectangle 36"/>
          <p:cNvSpPr/>
          <p:nvPr/>
        </p:nvSpPr>
        <p:spPr>
          <a:xfrm>
            <a:off x="3986784" y="4096512"/>
            <a:ext cx="402336" cy="310896"/>
          </a:xfrm>
          <a:prstGeom prst="rect">
            <a:avLst/>
          </a:prstGeom>
          <a:solidFill>
            <a:srgbClr val="E3E7EB"/>
          </a:solidFill>
          <a:ln>
            <a:noFill/>
          </a:ln>
          <a:effectLst/>
        </p:spPr>
        <p:txBody>
          <a:bodyPr rtlCol="0" anchor="ctr" wrap="square" lIns="0" rIns="0" tIns="0" bIns="0"/>
          <a:lstStyle/>
          <a:p>
            <a:pPr algn="ctr"/>
          </a:p>
        </p:txBody>
      </p:sp>
      <p:sp>
        <p:nvSpPr>
          <p:cNvPr id="38" name="Rectangle 37"/>
          <p:cNvSpPr/>
          <p:nvPr/>
        </p:nvSpPr>
        <p:spPr>
          <a:xfrm>
            <a:off x="4471416" y="4096512"/>
            <a:ext cx="402336" cy="310896"/>
          </a:xfrm>
          <a:prstGeom prst="rect">
            <a:avLst/>
          </a:prstGeom>
          <a:solidFill>
            <a:srgbClr val="E3E7EB"/>
          </a:solidFill>
          <a:ln>
            <a:noFill/>
          </a:ln>
          <a:effectLst/>
        </p:spPr>
        <p:txBody>
          <a:bodyPr rtlCol="0" anchor="ctr" wrap="square" lIns="0" rIns="0" tIns="0" bIns="0"/>
          <a:lstStyle/>
          <a:p>
            <a:pPr algn="ctr"/>
          </a:p>
        </p:txBody>
      </p:sp>
      <p:sp>
        <p:nvSpPr>
          <p:cNvPr id="39" name="Rectangle 38"/>
          <p:cNvSpPr/>
          <p:nvPr/>
        </p:nvSpPr>
        <p:spPr>
          <a:xfrm>
            <a:off x="4956048" y="4096512"/>
            <a:ext cx="402336" cy="310896"/>
          </a:xfrm>
          <a:prstGeom prst="rect">
            <a:avLst/>
          </a:prstGeom>
          <a:solidFill>
            <a:srgbClr val="E3E7EB"/>
          </a:solidFill>
          <a:ln>
            <a:noFill/>
          </a:ln>
          <a:effectLst/>
        </p:spPr>
        <p:txBody>
          <a:bodyPr rtlCol="0" anchor="ctr" wrap="square" lIns="0" rIns="0" tIns="0" bIns="0"/>
          <a:lstStyle/>
          <a:p>
            <a:pPr algn="ctr"/>
          </a:p>
        </p:txBody>
      </p:sp>
      <p:sp>
        <p:nvSpPr>
          <p:cNvPr id="40" name="Rectangle 39"/>
          <p:cNvSpPr/>
          <p:nvPr/>
        </p:nvSpPr>
        <p:spPr>
          <a:xfrm>
            <a:off x="5440680" y="4096512"/>
            <a:ext cx="402336" cy="310896"/>
          </a:xfrm>
          <a:prstGeom prst="rect">
            <a:avLst/>
          </a:prstGeom>
          <a:solidFill>
            <a:srgbClr val="E3E7EB"/>
          </a:solidFill>
          <a:ln>
            <a:noFill/>
          </a:ln>
          <a:effectLst/>
        </p:spPr>
        <p:txBody>
          <a:bodyPr rtlCol="0" anchor="ctr" wrap="square" lIns="0" rIns="0" tIns="0" bIns="0"/>
          <a:lstStyle/>
          <a:p>
            <a:pPr algn="ctr"/>
          </a:p>
        </p:txBody>
      </p:sp>
      <p:sp>
        <p:nvSpPr>
          <p:cNvPr id="41" name="TextBox 40"/>
          <p:cNvSpPr txBox="1"/>
          <p:nvPr/>
        </p:nvSpPr>
        <p:spPr>
          <a:xfrm>
            <a:off x="6035040" y="4151376"/>
            <a:ext cx="1005840" cy="274320"/>
          </a:xfrm>
          <a:prstGeom prst="rect">
            <a:avLst/>
          </a:prstGeom>
          <a:noFill/>
        </p:spPr>
        <p:txBody>
          <a:bodyPr wrap="square" lIns="0" rIns="0" tIns="0" bIns="0" anchor="t">
            <a:spAutoFit/>
          </a:bodyPr>
          <a:lstStyle/>
          <a:p>
            <a:pPr algn="l">
              <a:spcBef>
                <a:spcPts val="0"/>
              </a:spcBef>
              <a:spcAft>
                <a:spcPts val="0"/>
              </a:spcAft>
            </a:pPr>
            <a:r>
              <a:rPr sz="1050" b="0" i="0">
                <a:solidFill>
                  <a:srgbClr val="6E7C87"/>
                </a:solidFill>
                <a:latin typeface="Segoe UI"/>
              </a:rPr>
              <a:t>6 skills</a:t>
            </a:r>
          </a:p>
        </p:txBody>
      </p:sp>
      <p:sp>
        <p:nvSpPr>
          <p:cNvPr id="42" name="Rectangle 41"/>
          <p:cNvSpPr/>
          <p:nvPr/>
        </p:nvSpPr>
        <p:spPr>
          <a:xfrm>
            <a:off x="3017520" y="4846320"/>
            <a:ext cx="182880" cy="182880"/>
          </a:xfrm>
          <a:prstGeom prst="rect">
            <a:avLst/>
          </a:prstGeom>
          <a:solidFill>
            <a:srgbClr val="0033A0"/>
          </a:solidFill>
          <a:ln>
            <a:noFill/>
          </a:ln>
          <a:effectLst/>
        </p:spPr>
        <p:txBody>
          <a:bodyPr rtlCol="0" anchor="ctr" wrap="square" lIns="0" rIns="0" tIns="0" bIns="0"/>
          <a:lstStyle/>
          <a:p>
            <a:pPr algn="ctr"/>
          </a:p>
        </p:txBody>
      </p:sp>
      <p:sp>
        <p:nvSpPr>
          <p:cNvPr id="43" name="TextBox 42"/>
          <p:cNvSpPr txBox="1"/>
          <p:nvPr/>
        </p:nvSpPr>
        <p:spPr>
          <a:xfrm>
            <a:off x="3291839" y="4818888"/>
            <a:ext cx="1463040" cy="237744"/>
          </a:xfrm>
          <a:prstGeom prst="rect">
            <a:avLst/>
          </a:prstGeom>
          <a:noFill/>
        </p:spPr>
        <p:txBody>
          <a:bodyPr wrap="square" lIns="0" rIns="0" tIns="0" bIns="0" anchor="t">
            <a:spAutoFit/>
          </a:bodyPr>
          <a:lstStyle/>
          <a:p>
            <a:pPr algn="l">
              <a:spcBef>
                <a:spcPts val="0"/>
              </a:spcBef>
              <a:spcAft>
                <a:spcPts val="0"/>
              </a:spcAft>
            </a:pPr>
            <a:r>
              <a:rPr sz="1050" b="0" i="0">
                <a:solidFill>
                  <a:srgbClr val="6E7C87"/>
                </a:solidFill>
                <a:latin typeface="Segoe UI"/>
              </a:rPr>
              <a:t>Unsupervised</a:t>
            </a:r>
          </a:p>
        </p:txBody>
      </p:sp>
      <p:sp>
        <p:nvSpPr>
          <p:cNvPr id="44" name="Rectangle 43"/>
          <p:cNvSpPr/>
          <p:nvPr/>
        </p:nvSpPr>
        <p:spPr>
          <a:xfrm>
            <a:off x="4480560" y="4846320"/>
            <a:ext cx="182880" cy="182880"/>
          </a:xfrm>
          <a:prstGeom prst="rect">
            <a:avLst/>
          </a:prstGeom>
          <a:solidFill>
            <a:srgbClr val="5C85D6"/>
          </a:solidFill>
          <a:ln>
            <a:noFill/>
          </a:ln>
          <a:effectLst/>
        </p:spPr>
        <p:txBody>
          <a:bodyPr rtlCol="0" anchor="ctr" wrap="square" lIns="0" rIns="0" tIns="0" bIns="0"/>
          <a:lstStyle/>
          <a:p>
            <a:pPr algn="ctr"/>
          </a:p>
        </p:txBody>
      </p:sp>
      <p:sp>
        <p:nvSpPr>
          <p:cNvPr id="45" name="TextBox 44"/>
          <p:cNvSpPr txBox="1"/>
          <p:nvPr/>
        </p:nvSpPr>
        <p:spPr>
          <a:xfrm>
            <a:off x="4754880" y="4818888"/>
            <a:ext cx="1463040" cy="237744"/>
          </a:xfrm>
          <a:prstGeom prst="rect">
            <a:avLst/>
          </a:prstGeom>
          <a:noFill/>
        </p:spPr>
        <p:txBody>
          <a:bodyPr wrap="square" lIns="0" rIns="0" tIns="0" bIns="0" anchor="t">
            <a:spAutoFit/>
          </a:bodyPr>
          <a:lstStyle/>
          <a:p>
            <a:pPr algn="l">
              <a:spcBef>
                <a:spcPts val="0"/>
              </a:spcBef>
              <a:spcAft>
                <a:spcPts val="0"/>
              </a:spcAft>
            </a:pPr>
            <a:r>
              <a:rPr sz="1050" b="0" i="0">
                <a:solidFill>
                  <a:srgbClr val="6E7C87"/>
                </a:solidFill>
                <a:latin typeface="Segoe UI"/>
              </a:rPr>
              <a:t>In progress</a:t>
            </a:r>
          </a:p>
        </p:txBody>
      </p:sp>
      <p:sp>
        <p:nvSpPr>
          <p:cNvPr id="46" name="Rectangle 45"/>
          <p:cNvSpPr/>
          <p:nvPr/>
        </p:nvSpPr>
        <p:spPr>
          <a:xfrm>
            <a:off x="5943600" y="4846320"/>
            <a:ext cx="182880" cy="182880"/>
          </a:xfrm>
          <a:prstGeom prst="rect">
            <a:avLst/>
          </a:prstGeom>
          <a:solidFill>
            <a:srgbClr val="E3E7EB"/>
          </a:solidFill>
          <a:ln>
            <a:noFill/>
          </a:ln>
          <a:effectLst/>
        </p:spPr>
        <p:txBody>
          <a:bodyPr rtlCol="0" anchor="ctr" wrap="square" lIns="0" rIns="0" tIns="0" bIns="0"/>
          <a:lstStyle/>
          <a:p>
            <a:pPr algn="ctr"/>
          </a:p>
        </p:txBody>
      </p:sp>
      <p:sp>
        <p:nvSpPr>
          <p:cNvPr id="47" name="TextBox 46"/>
          <p:cNvSpPr txBox="1"/>
          <p:nvPr/>
        </p:nvSpPr>
        <p:spPr>
          <a:xfrm>
            <a:off x="6217920" y="4818888"/>
            <a:ext cx="1463040" cy="237744"/>
          </a:xfrm>
          <a:prstGeom prst="rect">
            <a:avLst/>
          </a:prstGeom>
          <a:noFill/>
        </p:spPr>
        <p:txBody>
          <a:bodyPr wrap="square" lIns="0" rIns="0" tIns="0" bIns="0" anchor="t">
            <a:spAutoFit/>
          </a:bodyPr>
          <a:lstStyle/>
          <a:p>
            <a:pPr algn="l">
              <a:spcBef>
                <a:spcPts val="0"/>
              </a:spcBef>
              <a:spcAft>
                <a:spcPts val="0"/>
              </a:spcAft>
            </a:pPr>
            <a:r>
              <a:rPr sz="1050" b="0" i="0">
                <a:solidFill>
                  <a:srgbClr val="6E7C87"/>
                </a:solidFill>
                <a:latin typeface="Segoe UI"/>
              </a:rPr>
              <a:t>Not started</a:t>
            </a:r>
          </a:p>
        </p:txBody>
      </p:sp>
      <p:sp>
        <p:nvSpPr>
          <p:cNvPr id="48" name="Rectangle 47"/>
          <p:cNvSpPr/>
          <p:nvPr/>
        </p:nvSpPr>
        <p:spPr>
          <a:xfrm>
            <a:off x="7973568" y="2139696"/>
            <a:ext cx="3758184" cy="2944368"/>
          </a:xfrm>
          <a:prstGeom prst="rect">
            <a:avLst/>
          </a:prstGeom>
          <a:solidFill>
            <a:srgbClr val="F4F6F7"/>
          </a:solidFill>
          <a:ln>
            <a:noFill/>
          </a:ln>
          <a:effectLst/>
        </p:spPr>
        <p:txBody>
          <a:bodyPr rtlCol="0" anchor="ctr" wrap="square" lIns="0" rIns="0" tIns="0" bIns="0"/>
          <a:lstStyle/>
          <a:p>
            <a:pPr algn="ctr"/>
          </a:p>
        </p:txBody>
      </p:sp>
      <p:sp>
        <p:nvSpPr>
          <p:cNvPr id="49" name="TextBox 48"/>
          <p:cNvSpPr txBox="1"/>
          <p:nvPr/>
        </p:nvSpPr>
        <p:spPr>
          <a:xfrm>
            <a:off x="8266175" y="2414016"/>
            <a:ext cx="3172968" cy="2377440"/>
          </a:xfrm>
          <a:prstGeom prst="rect">
            <a:avLst/>
          </a:prstGeom>
          <a:noFill/>
        </p:spPr>
        <p:txBody>
          <a:bodyPr wrap="square" lIns="0" rIns="0" tIns="0" bIns="0" anchor="t">
            <a:spAutoFit/>
          </a:bodyPr>
          <a:lstStyle/>
          <a:p>
            <a:pPr algn="l">
              <a:spcBef>
                <a:spcPts val="0"/>
              </a:spcBef>
              <a:spcAft>
                <a:spcPts val="0"/>
              </a:spcAft>
            </a:pPr>
            <a:r>
              <a:rPr sz="950" b="1" i="0">
                <a:solidFill>
                  <a:srgbClr val="0033A0"/>
                </a:solidFill>
                <a:latin typeface="Segoe UI"/>
              </a:rPr>
              <a:t>WHAT I DO UNSUPERVISED</a:t>
            </a:r>
          </a:p>
          <a:p>
            <a:pPr>
              <a:lnSpc>
                <a:spcPct val="116000"/>
              </a:lnSpc>
              <a:spcBef>
                <a:spcPts val="1400"/>
              </a:spcBef>
              <a:spcAft>
                <a:spcPts val="0"/>
              </a:spcAft>
            </a:pPr>
            <a:r>
              <a:rPr sz="1250" b="0" i="0">
                <a:solidFill>
                  <a:srgbClr val="051C2C"/>
                </a:solidFill>
                <a:latin typeface="Segoe UI"/>
              </a:rPr>
              <a:t>Consumable changes — contact tip, liner, nozzle, diffuser, rollers</a:t>
            </a:r>
          </a:p>
          <a:p>
            <a:pPr>
              <a:lnSpc>
                <a:spcPct val="116000"/>
              </a:lnSpc>
              <a:spcBef>
                <a:spcPts val="1400"/>
              </a:spcBef>
              <a:spcAft>
                <a:spcPts val="0"/>
              </a:spcAft>
            </a:pPr>
            <a:r>
              <a:rPr sz="1250" b="0" i="0">
                <a:solidFill>
                  <a:srgbClr val="051C2C"/>
                </a:solidFill>
                <a:latin typeface="Segoe UI"/>
              </a:rPr>
              <a:t>Essential variable adjustment — current, wire feed, voltage, travel speed</a:t>
            </a:r>
          </a:p>
          <a:p>
            <a:pPr>
              <a:lnSpc>
                <a:spcPct val="116000"/>
              </a:lnSpc>
              <a:spcBef>
                <a:spcPts val="1400"/>
              </a:spcBef>
              <a:spcAft>
                <a:spcPts val="0"/>
              </a:spcAft>
            </a:pPr>
            <a:r>
              <a:rPr sz="1250" b="0" i="0">
                <a:solidFill>
                  <a:srgbClr val="051C2C"/>
                </a:solidFill>
                <a:latin typeface="Segoe UI"/>
              </a:rPr>
              <a:t>Welding symbol interpretation</a:t>
            </a:r>
          </a:p>
          <a:p>
            <a:pPr>
              <a:lnSpc>
                <a:spcPct val="116000"/>
              </a:lnSpc>
              <a:spcBef>
                <a:spcPts val="1400"/>
              </a:spcBef>
              <a:spcAft>
                <a:spcPts val="0"/>
              </a:spcAft>
            </a:pPr>
            <a:r>
              <a:rPr sz="1250" b="0" i="0">
                <a:solidFill>
                  <a:srgbClr val="051C2C"/>
                </a:solidFill>
                <a:latin typeface="Segoe UI"/>
              </a:rPr>
              <a:t>Closing ANDON orders</a:t>
            </a:r>
          </a:p>
        </p:txBody>
      </p:sp>
      <p:sp>
        <p:nvSpPr>
          <p:cNvPr id="50" name="Rectangle 49"/>
          <p:cNvSpPr/>
          <p:nvPr/>
        </p:nvSpPr>
        <p:spPr>
          <a:xfrm>
            <a:off x="457200" y="5285232"/>
            <a:ext cx="11274552" cy="1005840"/>
          </a:xfrm>
          <a:prstGeom prst="rect">
            <a:avLst/>
          </a:prstGeom>
          <a:solidFill>
            <a:srgbClr val="051C2C"/>
          </a:solidFill>
          <a:ln>
            <a:noFill/>
          </a:ln>
          <a:effectLst/>
        </p:spPr>
        <p:txBody>
          <a:bodyPr rtlCol="0" anchor="ctr" wrap="square" lIns="0" rIns="0" tIns="0" bIns="0"/>
          <a:lstStyle/>
          <a:p>
            <a:pPr algn="ctr"/>
          </a:p>
        </p:txBody>
      </p:sp>
      <p:sp>
        <p:nvSpPr>
          <p:cNvPr id="51" name="TextBox 50"/>
          <p:cNvSpPr txBox="1"/>
          <p:nvPr/>
        </p:nvSpPr>
        <p:spPr>
          <a:xfrm>
            <a:off x="841248" y="5468112"/>
            <a:ext cx="10515600" cy="685800"/>
          </a:xfrm>
          <a:prstGeom prst="rect">
            <a:avLst/>
          </a:prstGeom>
          <a:noFill/>
        </p:spPr>
        <p:txBody>
          <a:bodyPr wrap="square" lIns="0" rIns="0" tIns="0" bIns="0" anchor="t">
            <a:spAutoFit/>
          </a:bodyPr>
          <a:lstStyle/>
          <a:p>
            <a:pPr algn="l">
              <a:spcBef>
                <a:spcPts val="0"/>
              </a:spcBef>
              <a:spcAft>
                <a:spcPts val="0"/>
              </a:spcAft>
            </a:pPr>
            <a:r>
              <a:rPr sz="1200" b="1" i="0">
                <a:solidFill>
                  <a:srgbClr val="D5FB00"/>
                </a:solidFill>
                <a:latin typeface="Segoe UI"/>
              </a:rPr>
              <a:t>The honest part</a:t>
            </a:r>
          </a:p>
          <a:p>
            <a:pPr>
              <a:lnSpc>
                <a:spcPct val="116000"/>
              </a:lnSpc>
              <a:spcBef>
                <a:spcPts val="600"/>
              </a:spcBef>
              <a:spcAft>
                <a:spcPts val="0"/>
              </a:spcAft>
            </a:pPr>
            <a:r>
              <a:rPr sz="1300" b="0" i="0">
                <a:solidFill>
                  <a:srgbClr val="FFFFFF"/>
                </a:solidFill>
                <a:latin typeface="Segoe UI"/>
              </a:rPr>
              <a:t>Level I content I picked up in the cell, not in a classroom. The theory session and the 8.0 written exam have not been delivered yet — so none of it is formally validated.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620256"/>
            <a:ext cx="3657600" cy="182880"/>
          </a:xfrm>
          <a:prstGeom prst="rect">
            <a:avLst/>
          </a:prstGeom>
          <a:noFill/>
        </p:spPr>
        <p:txBody>
          <a:bodyPr wrap="square" lIns="0" rIns="0" tIns="0" bIns="0" anchor="t">
            <a:spAutoFit/>
          </a:bodyPr>
          <a:lstStyle/>
          <a:p>
            <a:pPr algn="l">
              <a:spcBef>
                <a:spcPts val="0"/>
              </a:spcBef>
              <a:spcAft>
                <a:spcPts val="0"/>
              </a:spcAft>
            </a:pPr>
            <a:r>
              <a:rPr sz="800" b="0" i="0">
                <a:solidFill>
                  <a:srgbClr val="9FAFBA"/>
                </a:solidFill>
                <a:latin typeface="Segoe UI"/>
              </a:rPr>
              <a:t>TENNECO CONFIDENTIAL</a:t>
            </a:r>
          </a:p>
        </p:txBody>
      </p:sp>
      <p:sp>
        <p:nvSpPr>
          <p:cNvPr id="3" name="TextBox 2"/>
          <p:cNvSpPr txBox="1"/>
          <p:nvPr/>
        </p:nvSpPr>
        <p:spPr>
          <a:xfrm>
            <a:off x="11064240" y="6601968"/>
            <a:ext cx="502920" cy="219456"/>
          </a:xfrm>
          <a:prstGeom prst="rect">
            <a:avLst/>
          </a:prstGeom>
          <a:noFill/>
        </p:spPr>
        <p:txBody>
          <a:bodyPr wrap="square" lIns="0" rIns="0" tIns="0" bIns="0" anchor="t">
            <a:spAutoFit/>
          </a:bodyPr>
          <a:lstStyle/>
          <a:p>
            <a:pPr algn="r">
              <a:spcBef>
                <a:spcPts val="0"/>
              </a:spcBef>
              <a:spcAft>
                <a:spcPts val="0"/>
              </a:spcAft>
            </a:pPr>
            <a:r>
              <a:rPr sz="900" b="0" i="0">
                <a:solidFill>
                  <a:srgbClr val="9FAFBA"/>
                </a:solidFill>
                <a:latin typeface="Segoe UI"/>
              </a:rPr>
              <a:t>6</a:t>
            </a:r>
          </a:p>
        </p:txBody>
      </p:sp>
      <p:cxnSp>
        <p:nvCxnSpPr>
          <p:cNvPr id="4" name="Connector 3"/>
          <p:cNvCxnSpPr/>
          <p:nvPr/>
        </p:nvCxnSpPr>
        <p:spPr>
          <a:xfrm>
            <a:off x="484632" y="603504"/>
            <a:ext cx="630936" cy="0"/>
          </a:xfrm>
          <a:prstGeom prst="line">
            <a:avLst/>
          </a:prstGeom>
          <a:ln w="28575">
            <a:solidFill>
              <a:srgbClr val="D5FB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786384"/>
            <a:ext cx="11338560" cy="658368"/>
          </a:xfrm>
          <a:prstGeom prst="rect">
            <a:avLst/>
          </a:prstGeom>
          <a:noFill/>
        </p:spPr>
        <p:txBody>
          <a:bodyPr wrap="square" lIns="0" rIns="0" tIns="0" bIns="0" anchor="t">
            <a:spAutoFit/>
          </a:bodyPr>
          <a:lstStyle/>
          <a:p>
            <a:pPr algn="l">
              <a:spcBef>
                <a:spcPts val="0"/>
              </a:spcBef>
              <a:spcAft>
                <a:spcPts val="0"/>
              </a:spcAft>
            </a:pPr>
            <a:r>
              <a:rPr sz="3400" b="1" i="0">
                <a:solidFill>
                  <a:srgbClr val="D5FB00"/>
                </a:solidFill>
                <a:latin typeface="Segoe UI"/>
              </a:rPr>
              <a:t>The plan and the reality</a:t>
            </a:r>
          </a:p>
        </p:txBody>
      </p:sp>
      <p:sp>
        <p:nvSpPr>
          <p:cNvPr id="6" name="Rectangle 5"/>
          <p:cNvSpPr/>
          <p:nvPr/>
        </p:nvSpPr>
        <p:spPr>
          <a:xfrm>
            <a:off x="457200" y="1609344"/>
            <a:ext cx="5504688" cy="2487168"/>
          </a:xfrm>
          <a:prstGeom prst="rect">
            <a:avLst/>
          </a:prstGeom>
          <a:solidFill>
            <a:srgbClr val="0B2A3E"/>
          </a:solidFill>
          <a:ln>
            <a:noFill/>
          </a:ln>
          <a:effectLst/>
        </p:spPr>
        <p:txBody>
          <a:bodyPr rtlCol="0" anchor="ctr" wrap="square" lIns="0" rIns="0" tIns="0" bIns="0"/>
          <a:lstStyle/>
          <a:p>
            <a:pPr algn="ctr"/>
          </a:p>
        </p:txBody>
      </p:sp>
      <p:sp>
        <p:nvSpPr>
          <p:cNvPr id="7" name="TextBox 6"/>
          <p:cNvSpPr txBox="1"/>
          <p:nvPr/>
        </p:nvSpPr>
        <p:spPr>
          <a:xfrm>
            <a:off x="786384" y="1865376"/>
            <a:ext cx="4846320" cy="2011680"/>
          </a:xfrm>
          <a:prstGeom prst="rect">
            <a:avLst/>
          </a:prstGeom>
          <a:noFill/>
        </p:spPr>
        <p:txBody>
          <a:bodyPr wrap="square" lIns="0" rIns="0" tIns="0" bIns="0" anchor="t">
            <a:spAutoFit/>
          </a:bodyPr>
          <a:lstStyle/>
          <a:p>
            <a:pPr algn="l">
              <a:spcBef>
                <a:spcPts val="0"/>
              </a:spcBef>
              <a:spcAft>
                <a:spcPts val="0"/>
              </a:spcAft>
            </a:pPr>
            <a:r>
              <a:rPr sz="1000" b="1" i="0">
                <a:solidFill>
                  <a:srgbClr val="9FAFBA"/>
                </a:solidFill>
                <a:latin typeface="Segoe UI"/>
              </a:rPr>
              <a:t>WHAT THE PLAN ASSUMED</a:t>
            </a:r>
          </a:p>
          <a:p>
            <a:pPr>
              <a:spcBef>
                <a:spcPts val="1400"/>
              </a:spcBef>
              <a:spcAft>
                <a:spcPts val="0"/>
              </a:spcAft>
            </a:pPr>
            <a:r>
              <a:rPr sz="1400" b="0" i="0">
                <a:solidFill>
                  <a:srgbClr val="FFFFFF"/>
                </a:solidFill>
                <a:latin typeface="Segoe UI"/>
              </a:rPr>
              <a:t>40 scheduled hours</a:t>
            </a:r>
          </a:p>
          <a:p>
            <a:pPr>
              <a:spcBef>
                <a:spcPts val="1400"/>
              </a:spcBef>
              <a:spcAft>
                <a:spcPts val="0"/>
              </a:spcAft>
            </a:pPr>
            <a:r>
              <a:rPr sz="1400" b="0" i="0">
                <a:solidFill>
                  <a:srgbClr val="FFFFFF"/>
                </a:solidFill>
                <a:latin typeface="Segoe UI"/>
              </a:rPr>
              <a:t>Classroom first, then the cell</a:t>
            </a:r>
          </a:p>
          <a:p>
            <a:pPr>
              <a:spcBef>
                <a:spcPts val="1400"/>
              </a:spcBef>
              <a:spcAft>
                <a:spcPts val="0"/>
              </a:spcAft>
            </a:pPr>
            <a:r>
              <a:rPr sz="1400" b="0" i="0">
                <a:solidFill>
                  <a:srgbClr val="FFFFFF"/>
                </a:solidFill>
                <a:latin typeface="Segoe UI"/>
              </a:rPr>
              <a:t>One level at a time, in order</a:t>
            </a:r>
          </a:p>
          <a:p>
            <a:pPr>
              <a:spcBef>
                <a:spcPts val="1400"/>
              </a:spcBef>
              <a:spcAft>
                <a:spcPts val="0"/>
              </a:spcAft>
            </a:pPr>
            <a:r>
              <a:rPr sz="1400" b="0" i="0">
                <a:solidFill>
                  <a:srgbClr val="FFFFFF"/>
                </a:solidFill>
                <a:latin typeface="Segoe UI"/>
              </a:rPr>
              <a:t>A formal exam at every gate</a:t>
            </a:r>
          </a:p>
        </p:txBody>
      </p:sp>
      <p:sp>
        <p:nvSpPr>
          <p:cNvPr id="8" name="Rectangle 7"/>
          <p:cNvSpPr/>
          <p:nvPr/>
        </p:nvSpPr>
        <p:spPr>
          <a:xfrm>
            <a:off x="6227064" y="1609344"/>
            <a:ext cx="5504688" cy="2487168"/>
          </a:xfrm>
          <a:prstGeom prst="rect">
            <a:avLst/>
          </a:prstGeom>
          <a:solidFill>
            <a:srgbClr val="0B2A3E"/>
          </a:solidFill>
          <a:ln>
            <a:noFill/>
          </a:ln>
          <a:effectLst/>
        </p:spPr>
        <p:txBody>
          <a:bodyPr rtlCol="0" anchor="ctr" wrap="square" lIns="0" rIns="0" tIns="0" bIns="0"/>
          <a:lstStyle/>
          <a:p>
            <a:pPr algn="ctr"/>
          </a:p>
        </p:txBody>
      </p:sp>
      <p:sp>
        <p:nvSpPr>
          <p:cNvPr id="9" name="TextBox 8"/>
          <p:cNvSpPr txBox="1"/>
          <p:nvPr/>
        </p:nvSpPr>
        <p:spPr>
          <a:xfrm>
            <a:off x="6556248" y="1865376"/>
            <a:ext cx="4846320" cy="2011680"/>
          </a:xfrm>
          <a:prstGeom prst="rect">
            <a:avLst/>
          </a:prstGeom>
          <a:noFill/>
        </p:spPr>
        <p:txBody>
          <a:bodyPr wrap="square" lIns="0" rIns="0" tIns="0" bIns="0" anchor="t">
            <a:spAutoFit/>
          </a:bodyPr>
          <a:lstStyle/>
          <a:p>
            <a:pPr algn="l">
              <a:spcBef>
                <a:spcPts val="0"/>
              </a:spcBef>
              <a:spcAft>
                <a:spcPts val="0"/>
              </a:spcAft>
            </a:pPr>
            <a:r>
              <a:rPr sz="1000" b="1" i="0">
                <a:solidFill>
                  <a:srgbClr val="D5FB00"/>
                </a:solidFill>
                <a:latin typeface="Segoe UI"/>
              </a:rPr>
              <a:t>WHAT ACTUALLY HAPPENED</a:t>
            </a:r>
          </a:p>
          <a:p>
            <a:pPr>
              <a:spcBef>
                <a:spcPts val="1400"/>
              </a:spcBef>
              <a:spcAft>
                <a:spcPts val="0"/>
              </a:spcAft>
            </a:pPr>
            <a:r>
              <a:rPr sz="1400" b="0" i="0">
                <a:solidFill>
                  <a:srgbClr val="FFFFFF"/>
                </a:solidFill>
                <a:latin typeface="Segoe UI"/>
              </a:rPr>
              <a:t>Hours driven by demand, not by schedule</a:t>
            </a:r>
          </a:p>
          <a:p>
            <a:pPr>
              <a:spcBef>
                <a:spcPts val="1400"/>
              </a:spcBef>
              <a:spcAft>
                <a:spcPts val="0"/>
              </a:spcAft>
            </a:pPr>
            <a:r>
              <a:rPr sz="1400" b="0" i="0">
                <a:solidFill>
                  <a:srgbClr val="FFFFFF"/>
                </a:solidFill>
                <a:latin typeface="Segoe UI"/>
              </a:rPr>
              <a:t>Straight to the floor from day one</a:t>
            </a:r>
          </a:p>
          <a:p>
            <a:pPr>
              <a:spcBef>
                <a:spcPts val="1400"/>
              </a:spcBef>
              <a:spcAft>
                <a:spcPts val="0"/>
              </a:spcAft>
            </a:pPr>
            <a:r>
              <a:rPr sz="1400" b="0" i="0">
                <a:solidFill>
                  <a:srgbClr val="FFFFFF"/>
                </a:solidFill>
                <a:latin typeface="Segoe UI"/>
              </a:rPr>
              <a:t>Levels touched out of order</a:t>
            </a:r>
          </a:p>
          <a:p>
            <a:pPr>
              <a:spcBef>
                <a:spcPts val="1400"/>
              </a:spcBef>
              <a:spcAft>
                <a:spcPts val="0"/>
              </a:spcAft>
            </a:pPr>
            <a:r>
              <a:rPr sz="1400" b="0" i="0">
                <a:solidFill>
                  <a:srgbClr val="FFFFFF"/>
                </a:solidFill>
                <a:latin typeface="Segoe UI"/>
              </a:rPr>
              <a:t>No formal evaluation yet</a:t>
            </a:r>
          </a:p>
        </p:txBody>
      </p:sp>
      <p:sp>
        <p:nvSpPr>
          <p:cNvPr id="10" name="Rectangle 9"/>
          <p:cNvSpPr/>
          <p:nvPr/>
        </p:nvSpPr>
        <p:spPr>
          <a:xfrm>
            <a:off x="457200" y="4352544"/>
            <a:ext cx="7040880" cy="914400"/>
          </a:xfrm>
          <a:prstGeom prst="rect">
            <a:avLst/>
          </a:prstGeom>
          <a:solidFill>
            <a:srgbClr val="D5FB00"/>
          </a:solidFill>
          <a:ln>
            <a:noFill/>
          </a:ln>
          <a:effectLst/>
        </p:spPr>
        <p:txBody>
          <a:bodyPr rtlCol="0" anchor="ctr" wrap="square" lIns="0" rIns="0" tIns="0" bIns="0"/>
          <a:lstStyle/>
          <a:p>
            <a:pPr algn="ctr"/>
          </a:p>
        </p:txBody>
      </p:sp>
      <p:sp>
        <p:nvSpPr>
          <p:cNvPr id="11" name="TextBox 10"/>
          <p:cNvSpPr txBox="1"/>
          <p:nvPr/>
        </p:nvSpPr>
        <p:spPr>
          <a:xfrm>
            <a:off x="786384" y="4535424"/>
            <a:ext cx="6400800" cy="548640"/>
          </a:xfrm>
          <a:prstGeom prst="rect">
            <a:avLst/>
          </a:prstGeom>
          <a:noFill/>
        </p:spPr>
        <p:txBody>
          <a:bodyPr wrap="square" lIns="0" rIns="0" tIns="0" bIns="0" anchor="ctr">
            <a:spAutoFit/>
          </a:bodyPr>
          <a:lstStyle/>
          <a:p>
            <a:pPr algn="l">
              <a:spcBef>
                <a:spcPts val="0"/>
              </a:spcBef>
              <a:spcAft>
                <a:spcPts val="0"/>
              </a:spcAft>
            </a:pPr>
            <a:r>
              <a:rPr sz="1450" b="1" i="0">
                <a:solidFill>
                  <a:srgbClr val="051C2C"/>
                </a:solidFill>
                <a:latin typeface="Segoe UI"/>
              </a:rPr>
              <a:t>60% integration project   │   40% breakdowns and support</a:t>
            </a:r>
          </a:p>
        </p:txBody>
      </p:sp>
      <p:sp>
        <p:nvSpPr>
          <p:cNvPr id="12" name="TextBox 11"/>
          <p:cNvSpPr txBox="1"/>
          <p:nvPr/>
        </p:nvSpPr>
        <p:spPr>
          <a:xfrm>
            <a:off x="7772400" y="4370832"/>
            <a:ext cx="3959352" cy="914400"/>
          </a:xfrm>
          <a:prstGeom prst="rect">
            <a:avLst/>
          </a:prstGeom>
          <a:noFill/>
        </p:spPr>
        <p:txBody>
          <a:bodyPr wrap="square" lIns="0" rIns="0" tIns="0" bIns="0" anchor="t">
            <a:spAutoFit/>
          </a:bodyPr>
          <a:lstStyle/>
          <a:p>
            <a:pPr algn="l">
              <a:spcBef>
                <a:spcPts val="0"/>
              </a:spcBef>
              <a:spcAft>
                <a:spcPts val="0"/>
              </a:spcAft>
            </a:pPr>
            <a:r>
              <a:rPr sz="950" b="1" i="0">
                <a:solidFill>
                  <a:srgbClr val="D5FB00"/>
                </a:solidFill>
                <a:latin typeface="Segoe UI"/>
              </a:rPr>
              <a:t>HOW MY TIME REALLY SPLIT</a:t>
            </a:r>
          </a:p>
          <a:p>
            <a:pPr>
              <a:lnSpc>
                <a:spcPct val="116000"/>
              </a:lnSpc>
              <a:spcBef>
                <a:spcPts val="700"/>
              </a:spcBef>
              <a:spcAft>
                <a:spcPts val="0"/>
              </a:spcAft>
            </a:pPr>
            <a:r>
              <a:rPr sz="1250" b="0" i="0">
                <a:solidFill>
                  <a:srgbClr val="C6CDD1"/>
                </a:solidFill>
                <a:latin typeface="Segoe UI"/>
              </a:rPr>
              <a:t>Most of my hours went into an integration project with my engineer — work that is not on the welding matrix at all.</a:t>
            </a:r>
          </a:p>
        </p:txBody>
      </p:sp>
      <p:sp>
        <p:nvSpPr>
          <p:cNvPr id="13" name="Rectangle 12"/>
          <p:cNvSpPr/>
          <p:nvPr/>
        </p:nvSpPr>
        <p:spPr>
          <a:xfrm>
            <a:off x="457200" y="5650992"/>
            <a:ext cx="11274552" cy="18288"/>
          </a:xfrm>
          <a:prstGeom prst="rect">
            <a:avLst/>
          </a:prstGeom>
          <a:solidFill>
            <a:srgbClr val="1B384A"/>
          </a:solidFill>
          <a:ln>
            <a:noFill/>
          </a:ln>
          <a:effectLst/>
        </p:spPr>
        <p:txBody>
          <a:bodyPr rtlCol="0" anchor="ctr" wrap="square" lIns="0" rIns="0" tIns="0" bIns="0"/>
          <a:lstStyle/>
          <a:p>
            <a:pPr algn="ctr"/>
          </a:p>
        </p:txBody>
      </p:sp>
      <p:sp>
        <p:nvSpPr>
          <p:cNvPr id="14" name="TextBox 13"/>
          <p:cNvSpPr txBox="1"/>
          <p:nvPr/>
        </p:nvSpPr>
        <p:spPr>
          <a:xfrm>
            <a:off x="457200" y="5852160"/>
            <a:ext cx="11274552" cy="365760"/>
          </a:xfrm>
          <a:prstGeom prst="rect">
            <a:avLst/>
          </a:prstGeom>
          <a:noFill/>
        </p:spPr>
        <p:txBody>
          <a:bodyPr wrap="square" lIns="0" rIns="0" tIns="0" bIns="0" anchor="t">
            <a:spAutoFit/>
          </a:bodyPr>
          <a:lstStyle/>
          <a:p>
            <a:pPr algn="l">
              <a:spcBef>
                <a:spcPts val="0"/>
              </a:spcBef>
              <a:spcAft>
                <a:spcPts val="0"/>
              </a:spcAft>
            </a:pPr>
            <a:r>
              <a:rPr sz="1600" b="1" i="0">
                <a:solidFill>
                  <a:srgbClr val="FFFFFF"/>
                </a:solidFill>
                <a:latin typeface="Segoe UI"/>
              </a:rPr>
              <a:t>This is not a gap in effort. It is a gap in structure — and it is fixable before January.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620256"/>
            <a:ext cx="3657600" cy="182880"/>
          </a:xfrm>
          <a:prstGeom prst="rect">
            <a:avLst/>
          </a:prstGeom>
          <a:noFill/>
        </p:spPr>
        <p:txBody>
          <a:bodyPr wrap="square" lIns="0" rIns="0" tIns="0" bIns="0" anchor="t">
            <a:spAutoFit/>
          </a:bodyPr>
          <a:lstStyle/>
          <a:p>
            <a:pPr algn="l">
              <a:spcBef>
                <a:spcPts val="0"/>
              </a:spcBef>
              <a:spcAft>
                <a:spcPts val="0"/>
              </a:spcAft>
            </a:pPr>
            <a:r>
              <a:rPr sz="800" b="0" i="0">
                <a:solidFill>
                  <a:srgbClr val="6E7C87"/>
                </a:solidFill>
                <a:latin typeface="Segoe UI"/>
              </a:rPr>
              <a:t>TENNECO CONFIDENTIAL</a:t>
            </a:r>
          </a:p>
        </p:txBody>
      </p:sp>
      <p:sp>
        <p:nvSpPr>
          <p:cNvPr id="3" name="TextBox 2"/>
          <p:cNvSpPr txBox="1"/>
          <p:nvPr/>
        </p:nvSpPr>
        <p:spPr>
          <a:xfrm>
            <a:off x="11064240" y="6601968"/>
            <a:ext cx="502920" cy="219456"/>
          </a:xfrm>
          <a:prstGeom prst="rect">
            <a:avLst/>
          </a:prstGeom>
          <a:noFill/>
        </p:spPr>
        <p:txBody>
          <a:bodyPr wrap="square" lIns="0" rIns="0" tIns="0" bIns="0" anchor="t">
            <a:spAutoFit/>
          </a:bodyPr>
          <a:lstStyle/>
          <a:p>
            <a:pPr algn="r">
              <a:spcBef>
                <a:spcPts val="0"/>
              </a:spcBef>
              <a:spcAft>
                <a:spcPts val="0"/>
              </a:spcAft>
            </a:pPr>
            <a:r>
              <a:rPr sz="900" b="0" i="0">
                <a:solidFill>
                  <a:srgbClr val="6E7C87"/>
                </a:solidFill>
                <a:latin typeface="Segoe UI"/>
              </a:rPr>
              <a:t>7</a:t>
            </a:r>
          </a:p>
        </p:txBody>
      </p:sp>
      <p:cxnSp>
        <p:nvCxnSpPr>
          <p:cNvPr id="4" name="Connector 3"/>
          <p:cNvCxnSpPr/>
          <p:nvPr/>
        </p:nvCxnSpPr>
        <p:spPr>
          <a:xfrm>
            <a:off x="484632" y="603504"/>
            <a:ext cx="630936" cy="0"/>
          </a:xfrm>
          <a:prstGeom prst="line">
            <a:avLst/>
          </a:prstGeom>
          <a:ln w="28575">
            <a:solidFill>
              <a:srgbClr val="D5FB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786384"/>
            <a:ext cx="11338560" cy="658368"/>
          </a:xfrm>
          <a:prstGeom prst="rect">
            <a:avLst/>
          </a:prstGeom>
          <a:noFill/>
        </p:spPr>
        <p:txBody>
          <a:bodyPr wrap="square" lIns="0" rIns="0" tIns="0" bIns="0" anchor="t">
            <a:spAutoFit/>
          </a:bodyPr>
          <a:lstStyle/>
          <a:p>
            <a:pPr algn="l">
              <a:spcBef>
                <a:spcPts val="0"/>
              </a:spcBef>
              <a:spcAft>
                <a:spcPts val="0"/>
              </a:spcAft>
            </a:pPr>
            <a:r>
              <a:rPr sz="3400" b="1" i="0">
                <a:solidFill>
                  <a:srgbClr val="051C2C"/>
                </a:solidFill>
                <a:latin typeface="Segoe UI"/>
              </a:rPr>
              <a:t>The integration project</a:t>
            </a:r>
          </a:p>
        </p:txBody>
      </p:sp>
      <p:sp>
        <p:nvSpPr>
          <p:cNvPr id="6" name="TextBox 5"/>
          <p:cNvSpPr txBox="1"/>
          <p:nvPr/>
        </p:nvSpPr>
        <p:spPr>
          <a:xfrm>
            <a:off x="457200" y="1408176"/>
            <a:ext cx="10607040" cy="365760"/>
          </a:xfrm>
          <a:prstGeom prst="rect">
            <a:avLst/>
          </a:prstGeom>
          <a:noFill/>
        </p:spPr>
        <p:txBody>
          <a:bodyPr wrap="square" lIns="0" rIns="0" tIns="0" bIns="0" anchor="t">
            <a:spAutoFit/>
          </a:bodyPr>
          <a:lstStyle/>
          <a:p>
            <a:pPr algn="l">
              <a:spcBef>
                <a:spcPts val="0"/>
              </a:spcBef>
              <a:spcAft>
                <a:spcPts val="0"/>
              </a:spcAft>
            </a:pPr>
            <a:r>
              <a:rPr sz="1400" b="0" i="0">
                <a:solidFill>
                  <a:srgbClr val="6E7C87"/>
                </a:solidFill>
                <a:latin typeface="Segoe UI"/>
              </a:rPr>
              <a:t>Where 60% of my time went — and none of it is on the ILUO matrix</a:t>
            </a:r>
          </a:p>
        </p:txBody>
      </p:sp>
      <p:sp>
        <p:nvSpPr>
          <p:cNvPr id="7" name="Rectangle 6"/>
          <p:cNvSpPr/>
          <p:nvPr/>
        </p:nvSpPr>
        <p:spPr>
          <a:xfrm>
            <a:off x="457200" y="2212848"/>
            <a:ext cx="11274552" cy="859536"/>
          </a:xfrm>
          <a:prstGeom prst="rect">
            <a:avLst/>
          </a:prstGeom>
          <a:solidFill>
            <a:srgbClr val="F4F6F7"/>
          </a:solidFill>
          <a:ln>
            <a:noFill/>
          </a:ln>
          <a:effectLst/>
        </p:spPr>
        <p:txBody>
          <a:bodyPr rtlCol="0" anchor="ctr" wrap="square" lIns="0" rIns="0" tIns="0" bIns="0"/>
          <a:lstStyle/>
          <a:p>
            <a:pPr algn="ctr"/>
          </a:p>
        </p:txBody>
      </p:sp>
      <p:sp>
        <p:nvSpPr>
          <p:cNvPr id="8" name="TextBox 7"/>
          <p:cNvSpPr txBox="1"/>
          <p:nvPr/>
        </p:nvSpPr>
        <p:spPr>
          <a:xfrm>
            <a:off x="822960" y="2395728"/>
            <a:ext cx="2377440" cy="502920"/>
          </a:xfrm>
          <a:prstGeom prst="rect">
            <a:avLst/>
          </a:prstGeom>
          <a:noFill/>
        </p:spPr>
        <p:txBody>
          <a:bodyPr wrap="square" lIns="0" rIns="0" tIns="0" bIns="0" anchor="ctr">
            <a:spAutoFit/>
          </a:bodyPr>
          <a:lstStyle/>
          <a:p>
            <a:pPr algn="l">
              <a:spcBef>
                <a:spcPts val="0"/>
              </a:spcBef>
              <a:spcAft>
                <a:spcPts val="0"/>
              </a:spcAft>
            </a:pPr>
            <a:r>
              <a:rPr sz="1000" b="1" i="0">
                <a:solidFill>
                  <a:srgbClr val="0033A0"/>
                </a:solidFill>
                <a:latin typeface="Segoe UI"/>
              </a:rPr>
              <a:t>WHAT IT IS</a:t>
            </a:r>
          </a:p>
        </p:txBody>
      </p:sp>
      <p:sp>
        <p:nvSpPr>
          <p:cNvPr id="9" name="TextBox 8"/>
          <p:cNvSpPr txBox="1"/>
          <p:nvPr/>
        </p:nvSpPr>
        <p:spPr>
          <a:xfrm>
            <a:off x="3291840" y="2395728"/>
            <a:ext cx="8046720" cy="502920"/>
          </a:xfrm>
          <a:prstGeom prst="rect">
            <a:avLst/>
          </a:prstGeom>
          <a:noFill/>
        </p:spPr>
        <p:txBody>
          <a:bodyPr wrap="square" lIns="0" rIns="0" tIns="0" bIns="0" anchor="ctr">
            <a:spAutoFit/>
          </a:bodyPr>
          <a:lstStyle/>
          <a:p>
            <a:pPr algn="l">
              <a:spcBef>
                <a:spcPts val="0"/>
              </a:spcBef>
              <a:spcAft>
                <a:spcPts val="0"/>
              </a:spcAft>
            </a:pPr>
            <a:r>
              <a:rPr sz="1500" b="0" i="0">
                <a:solidFill>
                  <a:srgbClr val="051C2C"/>
                </a:solidFill>
                <a:latin typeface="Segoe UI"/>
              </a:rPr>
              <a:t>[ describe the integration in one line ]</a:t>
            </a:r>
          </a:p>
        </p:txBody>
      </p:sp>
      <p:sp>
        <p:nvSpPr>
          <p:cNvPr id="10" name="Rectangle 9"/>
          <p:cNvSpPr/>
          <p:nvPr/>
        </p:nvSpPr>
        <p:spPr>
          <a:xfrm>
            <a:off x="457200" y="3200400"/>
            <a:ext cx="11274552" cy="859536"/>
          </a:xfrm>
          <a:prstGeom prst="rect">
            <a:avLst/>
          </a:prstGeom>
          <a:solidFill>
            <a:srgbClr val="F4F6F7"/>
          </a:solidFill>
          <a:ln>
            <a:noFill/>
          </a:ln>
          <a:effectLst/>
        </p:spPr>
        <p:txBody>
          <a:bodyPr rtlCol="0" anchor="ctr" wrap="square" lIns="0" rIns="0" tIns="0" bIns="0"/>
          <a:lstStyle/>
          <a:p>
            <a:pPr algn="ctr"/>
          </a:p>
        </p:txBody>
      </p:sp>
      <p:sp>
        <p:nvSpPr>
          <p:cNvPr id="11" name="TextBox 10"/>
          <p:cNvSpPr txBox="1"/>
          <p:nvPr/>
        </p:nvSpPr>
        <p:spPr>
          <a:xfrm>
            <a:off x="822960" y="3383280"/>
            <a:ext cx="2377440" cy="502920"/>
          </a:xfrm>
          <a:prstGeom prst="rect">
            <a:avLst/>
          </a:prstGeom>
          <a:noFill/>
        </p:spPr>
        <p:txBody>
          <a:bodyPr wrap="square" lIns="0" rIns="0" tIns="0" bIns="0" anchor="ctr">
            <a:spAutoFit/>
          </a:bodyPr>
          <a:lstStyle/>
          <a:p>
            <a:pPr algn="l">
              <a:spcBef>
                <a:spcPts val="0"/>
              </a:spcBef>
              <a:spcAft>
                <a:spcPts val="0"/>
              </a:spcAft>
            </a:pPr>
            <a:r>
              <a:rPr sz="1000" b="1" i="0">
                <a:solidFill>
                  <a:srgbClr val="0033A0"/>
                </a:solidFill>
                <a:latin typeface="Segoe UI"/>
              </a:rPr>
              <a:t>MY ROLE</a:t>
            </a:r>
          </a:p>
        </p:txBody>
      </p:sp>
      <p:sp>
        <p:nvSpPr>
          <p:cNvPr id="12" name="TextBox 11"/>
          <p:cNvSpPr txBox="1"/>
          <p:nvPr/>
        </p:nvSpPr>
        <p:spPr>
          <a:xfrm>
            <a:off x="3291840" y="3383280"/>
            <a:ext cx="8046720" cy="502920"/>
          </a:xfrm>
          <a:prstGeom prst="rect">
            <a:avLst/>
          </a:prstGeom>
          <a:noFill/>
        </p:spPr>
        <p:txBody>
          <a:bodyPr wrap="square" lIns="0" rIns="0" tIns="0" bIns="0" anchor="ctr">
            <a:spAutoFit/>
          </a:bodyPr>
          <a:lstStyle/>
          <a:p>
            <a:pPr algn="l">
              <a:spcBef>
                <a:spcPts val="0"/>
              </a:spcBef>
              <a:spcAft>
                <a:spcPts val="0"/>
              </a:spcAft>
            </a:pPr>
            <a:r>
              <a:rPr sz="1500" b="0" i="0">
                <a:solidFill>
                  <a:srgbClr val="051C2C"/>
                </a:solidFill>
                <a:latin typeface="Segoe UI"/>
              </a:rPr>
              <a:t>[ what you own day to day ]</a:t>
            </a:r>
          </a:p>
        </p:txBody>
      </p:sp>
      <p:sp>
        <p:nvSpPr>
          <p:cNvPr id="13" name="Rectangle 12"/>
          <p:cNvSpPr/>
          <p:nvPr/>
        </p:nvSpPr>
        <p:spPr>
          <a:xfrm>
            <a:off x="457200" y="4187952"/>
            <a:ext cx="11274552" cy="859536"/>
          </a:xfrm>
          <a:prstGeom prst="rect">
            <a:avLst/>
          </a:prstGeom>
          <a:solidFill>
            <a:srgbClr val="F4F6F7"/>
          </a:solidFill>
          <a:ln>
            <a:noFill/>
          </a:ln>
          <a:effectLst/>
        </p:spPr>
        <p:txBody>
          <a:bodyPr rtlCol="0" anchor="ctr" wrap="square" lIns="0" rIns="0" tIns="0" bIns="0"/>
          <a:lstStyle/>
          <a:p>
            <a:pPr algn="ctr"/>
          </a:p>
        </p:txBody>
      </p:sp>
      <p:sp>
        <p:nvSpPr>
          <p:cNvPr id="14" name="TextBox 13"/>
          <p:cNvSpPr txBox="1"/>
          <p:nvPr/>
        </p:nvSpPr>
        <p:spPr>
          <a:xfrm>
            <a:off x="822960" y="4370832"/>
            <a:ext cx="2377440" cy="502920"/>
          </a:xfrm>
          <a:prstGeom prst="rect">
            <a:avLst/>
          </a:prstGeom>
          <a:noFill/>
        </p:spPr>
        <p:txBody>
          <a:bodyPr wrap="square" lIns="0" rIns="0" tIns="0" bIns="0" anchor="ctr">
            <a:spAutoFit/>
          </a:bodyPr>
          <a:lstStyle/>
          <a:p>
            <a:pPr algn="l">
              <a:spcBef>
                <a:spcPts val="0"/>
              </a:spcBef>
              <a:spcAft>
                <a:spcPts val="0"/>
              </a:spcAft>
            </a:pPr>
            <a:r>
              <a:rPr sz="1000" b="1" i="0">
                <a:solidFill>
                  <a:srgbClr val="0033A0"/>
                </a:solidFill>
                <a:latin typeface="Segoe UI"/>
              </a:rPr>
              <a:t>WHAT IT TAUGHT ME</a:t>
            </a:r>
          </a:p>
        </p:txBody>
      </p:sp>
      <p:sp>
        <p:nvSpPr>
          <p:cNvPr id="15" name="TextBox 14"/>
          <p:cNvSpPr txBox="1"/>
          <p:nvPr/>
        </p:nvSpPr>
        <p:spPr>
          <a:xfrm>
            <a:off x="3291840" y="4370832"/>
            <a:ext cx="8046720" cy="502920"/>
          </a:xfrm>
          <a:prstGeom prst="rect">
            <a:avLst/>
          </a:prstGeom>
          <a:noFill/>
        </p:spPr>
        <p:txBody>
          <a:bodyPr wrap="square" lIns="0" rIns="0" tIns="0" bIns="0" anchor="ctr">
            <a:spAutoFit/>
          </a:bodyPr>
          <a:lstStyle/>
          <a:p>
            <a:pPr algn="l">
              <a:spcBef>
                <a:spcPts val="0"/>
              </a:spcBef>
              <a:spcAft>
                <a:spcPts val="0"/>
              </a:spcAft>
            </a:pPr>
            <a:r>
              <a:rPr sz="1500" b="0" i="0">
                <a:solidFill>
                  <a:srgbClr val="051C2C"/>
                </a:solidFill>
                <a:latin typeface="Segoe UI"/>
              </a:rPr>
              <a:t>[ three skills outside the welding matrix ]</a:t>
            </a:r>
          </a:p>
        </p:txBody>
      </p:sp>
      <p:sp>
        <p:nvSpPr>
          <p:cNvPr id="16" name="Rectangle 15"/>
          <p:cNvSpPr/>
          <p:nvPr/>
        </p:nvSpPr>
        <p:spPr>
          <a:xfrm>
            <a:off x="457200" y="5175504"/>
            <a:ext cx="11274552" cy="859536"/>
          </a:xfrm>
          <a:prstGeom prst="rect">
            <a:avLst/>
          </a:prstGeom>
          <a:solidFill>
            <a:srgbClr val="F4F6F7"/>
          </a:solidFill>
          <a:ln>
            <a:noFill/>
          </a:ln>
          <a:effectLst/>
        </p:spPr>
        <p:txBody>
          <a:bodyPr rtlCol="0" anchor="ctr" wrap="square" lIns="0" rIns="0" tIns="0" bIns="0"/>
          <a:lstStyle/>
          <a:p>
            <a:pPr algn="ctr"/>
          </a:p>
        </p:txBody>
      </p:sp>
      <p:sp>
        <p:nvSpPr>
          <p:cNvPr id="17" name="TextBox 16"/>
          <p:cNvSpPr txBox="1"/>
          <p:nvPr/>
        </p:nvSpPr>
        <p:spPr>
          <a:xfrm>
            <a:off x="822960" y="5358384"/>
            <a:ext cx="2377440" cy="502920"/>
          </a:xfrm>
          <a:prstGeom prst="rect">
            <a:avLst/>
          </a:prstGeom>
          <a:noFill/>
        </p:spPr>
        <p:txBody>
          <a:bodyPr wrap="square" lIns="0" rIns="0" tIns="0" bIns="0" anchor="ctr">
            <a:spAutoFit/>
          </a:bodyPr>
          <a:lstStyle/>
          <a:p>
            <a:pPr algn="l">
              <a:spcBef>
                <a:spcPts val="0"/>
              </a:spcBef>
              <a:spcAft>
                <a:spcPts val="0"/>
              </a:spcAft>
            </a:pPr>
            <a:r>
              <a:rPr sz="1000" b="1" i="0">
                <a:solidFill>
                  <a:srgbClr val="0033A0"/>
                </a:solidFill>
                <a:latin typeface="Segoe UI"/>
              </a:rPr>
              <a:t>STATUS</a:t>
            </a:r>
          </a:p>
        </p:txBody>
      </p:sp>
      <p:sp>
        <p:nvSpPr>
          <p:cNvPr id="18" name="TextBox 17"/>
          <p:cNvSpPr txBox="1"/>
          <p:nvPr/>
        </p:nvSpPr>
        <p:spPr>
          <a:xfrm>
            <a:off x="3291840" y="5358384"/>
            <a:ext cx="8046720" cy="502920"/>
          </a:xfrm>
          <a:prstGeom prst="rect">
            <a:avLst/>
          </a:prstGeom>
          <a:noFill/>
        </p:spPr>
        <p:txBody>
          <a:bodyPr wrap="square" lIns="0" rIns="0" tIns="0" bIns="0" anchor="ctr">
            <a:spAutoFit/>
          </a:bodyPr>
          <a:lstStyle/>
          <a:p>
            <a:pPr algn="l">
              <a:spcBef>
                <a:spcPts val="0"/>
              </a:spcBef>
              <a:spcAft>
                <a:spcPts val="0"/>
              </a:spcAft>
            </a:pPr>
            <a:r>
              <a:rPr sz="1500" b="0" i="0">
                <a:solidFill>
                  <a:srgbClr val="051C2C"/>
                </a:solidFill>
                <a:latin typeface="Segoe UI"/>
              </a:rPr>
              <a:t>[ % complete · next milestone ]</a:t>
            </a:r>
          </a:p>
        </p:txBody>
      </p:sp>
      <p:sp>
        <p:nvSpPr>
          <p:cNvPr id="19" name="TextBox 18"/>
          <p:cNvSpPr txBox="1"/>
          <p:nvPr/>
        </p:nvSpPr>
        <p:spPr>
          <a:xfrm>
            <a:off x="457200" y="6254496"/>
            <a:ext cx="11274552" cy="274320"/>
          </a:xfrm>
          <a:prstGeom prst="rect">
            <a:avLst/>
          </a:prstGeom>
          <a:noFill/>
        </p:spPr>
        <p:txBody>
          <a:bodyPr wrap="square" lIns="0" rIns="0" tIns="0" bIns="0" anchor="t">
            <a:spAutoFit/>
          </a:bodyPr>
          <a:lstStyle/>
          <a:p>
            <a:pPr algn="l">
              <a:spcBef>
                <a:spcPts val="0"/>
              </a:spcBef>
              <a:spcAft>
                <a:spcPts val="0"/>
              </a:spcAft>
            </a:pPr>
            <a:r>
              <a:rPr sz="1250" b="0" i="0">
                <a:solidFill>
                  <a:srgbClr val="6E7C87"/>
                </a:solidFill>
                <a:latin typeface="Segoe UI"/>
              </a:rPr>
              <a:t>Worked directly with my engineering lead — this is the experience the matrix does not capture.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620256"/>
            <a:ext cx="3657600" cy="182880"/>
          </a:xfrm>
          <a:prstGeom prst="rect">
            <a:avLst/>
          </a:prstGeom>
          <a:noFill/>
        </p:spPr>
        <p:txBody>
          <a:bodyPr wrap="square" lIns="0" rIns="0" tIns="0" bIns="0" anchor="t">
            <a:spAutoFit/>
          </a:bodyPr>
          <a:lstStyle/>
          <a:p>
            <a:pPr algn="l">
              <a:spcBef>
                <a:spcPts val="0"/>
              </a:spcBef>
              <a:spcAft>
                <a:spcPts val="0"/>
              </a:spcAft>
            </a:pPr>
            <a:r>
              <a:rPr sz="800" b="0" i="0">
                <a:solidFill>
                  <a:srgbClr val="6E7C87"/>
                </a:solidFill>
                <a:latin typeface="Segoe UI"/>
              </a:rPr>
              <a:t>TENNECO CONFIDENTIAL</a:t>
            </a:r>
          </a:p>
        </p:txBody>
      </p:sp>
      <p:sp>
        <p:nvSpPr>
          <p:cNvPr id="3" name="TextBox 2"/>
          <p:cNvSpPr txBox="1"/>
          <p:nvPr/>
        </p:nvSpPr>
        <p:spPr>
          <a:xfrm>
            <a:off x="11064240" y="6601968"/>
            <a:ext cx="502920" cy="219456"/>
          </a:xfrm>
          <a:prstGeom prst="rect">
            <a:avLst/>
          </a:prstGeom>
          <a:noFill/>
        </p:spPr>
        <p:txBody>
          <a:bodyPr wrap="square" lIns="0" rIns="0" tIns="0" bIns="0" anchor="t">
            <a:spAutoFit/>
          </a:bodyPr>
          <a:lstStyle/>
          <a:p>
            <a:pPr algn="r">
              <a:spcBef>
                <a:spcPts val="0"/>
              </a:spcBef>
              <a:spcAft>
                <a:spcPts val="0"/>
              </a:spcAft>
            </a:pPr>
            <a:r>
              <a:rPr sz="900" b="0" i="0">
                <a:solidFill>
                  <a:srgbClr val="6E7C87"/>
                </a:solidFill>
                <a:latin typeface="Segoe UI"/>
              </a:rPr>
              <a:t>8</a:t>
            </a:r>
          </a:p>
        </p:txBody>
      </p:sp>
      <p:cxnSp>
        <p:nvCxnSpPr>
          <p:cNvPr id="4" name="Connector 3"/>
          <p:cNvCxnSpPr/>
          <p:nvPr/>
        </p:nvCxnSpPr>
        <p:spPr>
          <a:xfrm>
            <a:off x="484632" y="603504"/>
            <a:ext cx="630936" cy="0"/>
          </a:xfrm>
          <a:prstGeom prst="line">
            <a:avLst/>
          </a:prstGeom>
          <a:ln w="28575">
            <a:solidFill>
              <a:srgbClr val="D5FB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786384"/>
            <a:ext cx="11338560" cy="658368"/>
          </a:xfrm>
          <a:prstGeom prst="rect">
            <a:avLst/>
          </a:prstGeom>
          <a:noFill/>
        </p:spPr>
        <p:txBody>
          <a:bodyPr wrap="square" lIns="0" rIns="0" tIns="0" bIns="0" anchor="t">
            <a:spAutoFit/>
          </a:bodyPr>
          <a:lstStyle/>
          <a:p>
            <a:pPr algn="l">
              <a:spcBef>
                <a:spcPts val="0"/>
              </a:spcBef>
              <a:spcAft>
                <a:spcPts val="0"/>
              </a:spcAft>
            </a:pPr>
            <a:r>
              <a:rPr sz="3400" b="1" i="0">
                <a:solidFill>
                  <a:srgbClr val="051C2C"/>
                </a:solidFill>
                <a:latin typeface="Segoe UI"/>
              </a:rPr>
              <a:t>Timeline</a:t>
            </a:r>
          </a:p>
        </p:txBody>
      </p:sp>
      <p:sp>
        <p:nvSpPr>
          <p:cNvPr id="6" name="TextBox 5"/>
          <p:cNvSpPr txBox="1"/>
          <p:nvPr/>
        </p:nvSpPr>
        <p:spPr>
          <a:xfrm>
            <a:off x="457200" y="1408176"/>
            <a:ext cx="10607040" cy="365760"/>
          </a:xfrm>
          <a:prstGeom prst="rect">
            <a:avLst/>
          </a:prstGeom>
          <a:noFill/>
        </p:spPr>
        <p:txBody>
          <a:bodyPr wrap="square" lIns="0" rIns="0" tIns="0" bIns="0" anchor="t">
            <a:spAutoFit/>
          </a:bodyPr>
          <a:lstStyle/>
          <a:p>
            <a:pPr algn="l">
              <a:spcBef>
                <a:spcPts val="0"/>
              </a:spcBef>
              <a:spcAft>
                <a:spcPts val="0"/>
              </a:spcAft>
            </a:pPr>
            <a:r>
              <a:rPr sz="1400" b="0" i="0">
                <a:solidFill>
                  <a:srgbClr val="6E7C87"/>
                </a:solidFill>
                <a:latin typeface="Segoe UI"/>
              </a:rPr>
              <a:t>August 1, 2026  →  January 1, 2027</a:t>
            </a:r>
          </a:p>
        </p:txBody>
      </p:sp>
      <p:sp>
        <p:nvSpPr>
          <p:cNvPr id="7" name="TextBox 6"/>
          <p:cNvSpPr txBox="1"/>
          <p:nvPr/>
        </p:nvSpPr>
        <p:spPr>
          <a:xfrm>
            <a:off x="3310128" y="2048256"/>
            <a:ext cx="1682495" cy="219456"/>
          </a:xfrm>
          <a:prstGeom prst="rect">
            <a:avLst/>
          </a:prstGeom>
          <a:noFill/>
        </p:spPr>
        <p:txBody>
          <a:bodyPr wrap="square" lIns="0" rIns="0" tIns="0" bIns="0" anchor="t">
            <a:spAutoFit/>
          </a:bodyPr>
          <a:lstStyle/>
          <a:p>
            <a:pPr algn="ctr">
              <a:spcBef>
                <a:spcPts val="0"/>
              </a:spcBef>
              <a:spcAft>
                <a:spcPts val="0"/>
              </a:spcAft>
            </a:pPr>
            <a:r>
              <a:rPr sz="1000" b="1" i="0">
                <a:solidFill>
                  <a:srgbClr val="6E7C87"/>
                </a:solidFill>
                <a:latin typeface="Segoe UI"/>
              </a:rPr>
              <a:t>AUG</a:t>
            </a:r>
          </a:p>
        </p:txBody>
      </p:sp>
      <p:sp>
        <p:nvSpPr>
          <p:cNvPr id="8" name="TextBox 7"/>
          <p:cNvSpPr txBox="1"/>
          <p:nvPr/>
        </p:nvSpPr>
        <p:spPr>
          <a:xfrm>
            <a:off x="4992624" y="2048256"/>
            <a:ext cx="1682495" cy="219456"/>
          </a:xfrm>
          <a:prstGeom prst="rect">
            <a:avLst/>
          </a:prstGeom>
          <a:noFill/>
        </p:spPr>
        <p:txBody>
          <a:bodyPr wrap="square" lIns="0" rIns="0" tIns="0" bIns="0" anchor="t">
            <a:spAutoFit/>
          </a:bodyPr>
          <a:lstStyle/>
          <a:p>
            <a:pPr algn="ctr">
              <a:spcBef>
                <a:spcPts val="0"/>
              </a:spcBef>
              <a:spcAft>
                <a:spcPts val="0"/>
              </a:spcAft>
            </a:pPr>
            <a:r>
              <a:rPr sz="1000" b="1" i="0">
                <a:solidFill>
                  <a:srgbClr val="6E7C87"/>
                </a:solidFill>
                <a:latin typeface="Segoe UI"/>
              </a:rPr>
              <a:t>SEP</a:t>
            </a:r>
          </a:p>
        </p:txBody>
      </p:sp>
      <p:sp>
        <p:nvSpPr>
          <p:cNvPr id="9" name="Rectangle 8"/>
          <p:cNvSpPr/>
          <p:nvPr/>
        </p:nvSpPr>
        <p:spPr>
          <a:xfrm>
            <a:off x="4992624" y="2304288"/>
            <a:ext cx="7315" cy="3383280"/>
          </a:xfrm>
          <a:prstGeom prst="rect">
            <a:avLst/>
          </a:prstGeom>
          <a:solidFill>
            <a:srgbClr val="E6EAEC"/>
          </a:solidFill>
          <a:ln>
            <a:noFill/>
          </a:ln>
          <a:effectLst/>
        </p:spPr>
        <p:txBody>
          <a:bodyPr rtlCol="0" anchor="ctr" wrap="square" lIns="0" rIns="0" tIns="0" bIns="0"/>
          <a:lstStyle/>
          <a:p>
            <a:pPr algn="ctr"/>
          </a:p>
        </p:txBody>
      </p:sp>
      <p:sp>
        <p:nvSpPr>
          <p:cNvPr id="10" name="TextBox 9"/>
          <p:cNvSpPr txBox="1"/>
          <p:nvPr/>
        </p:nvSpPr>
        <p:spPr>
          <a:xfrm>
            <a:off x="6675120" y="2048256"/>
            <a:ext cx="1682495" cy="219456"/>
          </a:xfrm>
          <a:prstGeom prst="rect">
            <a:avLst/>
          </a:prstGeom>
          <a:noFill/>
        </p:spPr>
        <p:txBody>
          <a:bodyPr wrap="square" lIns="0" rIns="0" tIns="0" bIns="0" anchor="t">
            <a:spAutoFit/>
          </a:bodyPr>
          <a:lstStyle/>
          <a:p>
            <a:pPr algn="ctr">
              <a:spcBef>
                <a:spcPts val="0"/>
              </a:spcBef>
              <a:spcAft>
                <a:spcPts val="0"/>
              </a:spcAft>
            </a:pPr>
            <a:r>
              <a:rPr sz="1000" b="1" i="0">
                <a:solidFill>
                  <a:srgbClr val="6E7C87"/>
                </a:solidFill>
                <a:latin typeface="Segoe UI"/>
              </a:rPr>
              <a:t>OCT</a:t>
            </a:r>
          </a:p>
        </p:txBody>
      </p:sp>
      <p:sp>
        <p:nvSpPr>
          <p:cNvPr id="11" name="Rectangle 10"/>
          <p:cNvSpPr/>
          <p:nvPr/>
        </p:nvSpPr>
        <p:spPr>
          <a:xfrm>
            <a:off x="6675120" y="2304288"/>
            <a:ext cx="7315" cy="3383280"/>
          </a:xfrm>
          <a:prstGeom prst="rect">
            <a:avLst/>
          </a:prstGeom>
          <a:solidFill>
            <a:srgbClr val="E6EAEC"/>
          </a:solidFill>
          <a:ln>
            <a:noFill/>
          </a:ln>
          <a:effectLst/>
        </p:spPr>
        <p:txBody>
          <a:bodyPr rtlCol="0" anchor="ctr" wrap="square" lIns="0" rIns="0" tIns="0" bIns="0"/>
          <a:lstStyle/>
          <a:p>
            <a:pPr algn="ctr"/>
          </a:p>
        </p:txBody>
      </p:sp>
      <p:sp>
        <p:nvSpPr>
          <p:cNvPr id="12" name="TextBox 11"/>
          <p:cNvSpPr txBox="1"/>
          <p:nvPr/>
        </p:nvSpPr>
        <p:spPr>
          <a:xfrm>
            <a:off x="8357616" y="2048256"/>
            <a:ext cx="1682495" cy="219456"/>
          </a:xfrm>
          <a:prstGeom prst="rect">
            <a:avLst/>
          </a:prstGeom>
          <a:noFill/>
        </p:spPr>
        <p:txBody>
          <a:bodyPr wrap="square" lIns="0" rIns="0" tIns="0" bIns="0" anchor="t">
            <a:spAutoFit/>
          </a:bodyPr>
          <a:lstStyle/>
          <a:p>
            <a:pPr algn="ctr">
              <a:spcBef>
                <a:spcPts val="0"/>
              </a:spcBef>
              <a:spcAft>
                <a:spcPts val="0"/>
              </a:spcAft>
            </a:pPr>
            <a:r>
              <a:rPr sz="1000" b="1" i="0">
                <a:solidFill>
                  <a:srgbClr val="6E7C87"/>
                </a:solidFill>
                <a:latin typeface="Segoe UI"/>
              </a:rPr>
              <a:t>NOV</a:t>
            </a:r>
          </a:p>
        </p:txBody>
      </p:sp>
      <p:sp>
        <p:nvSpPr>
          <p:cNvPr id="13" name="Rectangle 12"/>
          <p:cNvSpPr/>
          <p:nvPr/>
        </p:nvSpPr>
        <p:spPr>
          <a:xfrm>
            <a:off x="8357616" y="2304288"/>
            <a:ext cx="7315" cy="3383280"/>
          </a:xfrm>
          <a:prstGeom prst="rect">
            <a:avLst/>
          </a:prstGeom>
          <a:solidFill>
            <a:srgbClr val="E6EAEC"/>
          </a:solidFill>
          <a:ln>
            <a:noFill/>
          </a:ln>
          <a:effectLst/>
        </p:spPr>
        <p:txBody>
          <a:bodyPr rtlCol="0" anchor="ctr" wrap="square" lIns="0" rIns="0" tIns="0" bIns="0"/>
          <a:lstStyle/>
          <a:p>
            <a:pPr algn="ctr"/>
          </a:p>
        </p:txBody>
      </p:sp>
      <p:sp>
        <p:nvSpPr>
          <p:cNvPr id="14" name="TextBox 13"/>
          <p:cNvSpPr txBox="1"/>
          <p:nvPr/>
        </p:nvSpPr>
        <p:spPr>
          <a:xfrm>
            <a:off x="10040112" y="2048256"/>
            <a:ext cx="1682495" cy="219456"/>
          </a:xfrm>
          <a:prstGeom prst="rect">
            <a:avLst/>
          </a:prstGeom>
          <a:noFill/>
        </p:spPr>
        <p:txBody>
          <a:bodyPr wrap="square" lIns="0" rIns="0" tIns="0" bIns="0" anchor="t">
            <a:spAutoFit/>
          </a:bodyPr>
          <a:lstStyle/>
          <a:p>
            <a:pPr algn="ctr">
              <a:spcBef>
                <a:spcPts val="0"/>
              </a:spcBef>
              <a:spcAft>
                <a:spcPts val="0"/>
              </a:spcAft>
            </a:pPr>
            <a:r>
              <a:rPr sz="1000" b="1" i="0">
                <a:solidFill>
                  <a:srgbClr val="6E7C87"/>
                </a:solidFill>
                <a:latin typeface="Segoe UI"/>
              </a:rPr>
              <a:t>DEC</a:t>
            </a:r>
          </a:p>
        </p:txBody>
      </p:sp>
      <p:sp>
        <p:nvSpPr>
          <p:cNvPr id="15" name="Rectangle 14"/>
          <p:cNvSpPr/>
          <p:nvPr/>
        </p:nvSpPr>
        <p:spPr>
          <a:xfrm>
            <a:off x="10040112" y="2304288"/>
            <a:ext cx="7315" cy="3383280"/>
          </a:xfrm>
          <a:prstGeom prst="rect">
            <a:avLst/>
          </a:prstGeom>
          <a:solidFill>
            <a:srgbClr val="E6EAEC"/>
          </a:solidFill>
          <a:ln>
            <a:noFill/>
          </a:ln>
          <a:effectLst/>
        </p:spPr>
        <p:txBody>
          <a:bodyPr rtlCol="0" anchor="ctr" wrap="square" lIns="0" rIns="0" tIns="0" bIns="0"/>
          <a:lstStyle/>
          <a:p>
            <a:pPr algn="ctr"/>
          </a:p>
        </p:txBody>
      </p:sp>
      <p:sp>
        <p:nvSpPr>
          <p:cNvPr id="16" name="TextBox 15"/>
          <p:cNvSpPr txBox="1"/>
          <p:nvPr/>
        </p:nvSpPr>
        <p:spPr>
          <a:xfrm>
            <a:off x="457200" y="2523744"/>
            <a:ext cx="2743200" cy="457200"/>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51C2C"/>
                </a:solidFill>
                <a:latin typeface="Segoe UI"/>
              </a:rPr>
              <a:t>Level I — welding fundamentals</a:t>
            </a:r>
          </a:p>
          <a:p>
            <a:pPr>
              <a:spcBef>
                <a:spcPts val="200"/>
              </a:spcBef>
              <a:spcAft>
                <a:spcPts val="0"/>
              </a:spcAft>
            </a:pPr>
            <a:r>
              <a:rPr sz="950" b="0" i="0">
                <a:solidFill>
                  <a:srgbClr val="6E7C87"/>
                </a:solidFill>
                <a:latin typeface="Segoe UI"/>
              </a:rPr>
              <a:t>9 skills · informal so far</a:t>
            </a:r>
          </a:p>
        </p:txBody>
      </p:sp>
      <p:sp>
        <p:nvSpPr>
          <p:cNvPr id="17" name="Rectangle 16"/>
          <p:cNvSpPr/>
          <p:nvPr/>
        </p:nvSpPr>
        <p:spPr>
          <a:xfrm>
            <a:off x="3310128" y="2505456"/>
            <a:ext cx="3028492" cy="365760"/>
          </a:xfrm>
          <a:prstGeom prst="rect">
            <a:avLst/>
          </a:prstGeom>
          <a:solidFill>
            <a:srgbClr val="0033A0"/>
          </a:solidFill>
          <a:ln>
            <a:noFill/>
          </a:ln>
          <a:effectLst/>
        </p:spPr>
        <p:txBody>
          <a:bodyPr rtlCol="0" anchor="ctr" wrap="square" lIns="0" rIns="0" tIns="0" bIns="0"/>
          <a:lstStyle/>
          <a:p>
            <a:pPr algn="ctr"/>
          </a:p>
        </p:txBody>
      </p:sp>
      <p:sp>
        <p:nvSpPr>
          <p:cNvPr id="18" name="Rectangle 17"/>
          <p:cNvSpPr/>
          <p:nvPr/>
        </p:nvSpPr>
        <p:spPr>
          <a:xfrm>
            <a:off x="6675120" y="2505456"/>
            <a:ext cx="1682496" cy="365760"/>
          </a:xfrm>
          <a:prstGeom prst="rect">
            <a:avLst/>
          </a:prstGeom>
          <a:solidFill>
            <a:srgbClr val="E3E7EB"/>
          </a:solidFill>
          <a:ln>
            <a:noFill/>
          </a:ln>
          <a:effectLst/>
        </p:spPr>
        <p:txBody>
          <a:bodyPr rtlCol="0" anchor="ctr" wrap="square" lIns="0" rIns="0" tIns="0" bIns="0"/>
          <a:lstStyle/>
          <a:p>
            <a:pPr algn="ctr"/>
          </a:p>
        </p:txBody>
      </p:sp>
      <p:sp>
        <p:nvSpPr>
          <p:cNvPr id="19" name="TextBox 18"/>
          <p:cNvSpPr txBox="1"/>
          <p:nvPr/>
        </p:nvSpPr>
        <p:spPr>
          <a:xfrm>
            <a:off x="457200" y="3182112"/>
            <a:ext cx="2743200" cy="457200"/>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51C2C"/>
                </a:solidFill>
                <a:latin typeface="Segoe UI"/>
              </a:rPr>
              <a:t>Level L — execution in the cell</a:t>
            </a:r>
          </a:p>
          <a:p>
            <a:pPr>
              <a:spcBef>
                <a:spcPts val="200"/>
              </a:spcBef>
              <a:spcAft>
                <a:spcPts val="0"/>
              </a:spcAft>
            </a:pPr>
            <a:r>
              <a:rPr sz="950" b="0" i="0">
                <a:solidFill>
                  <a:srgbClr val="6E7C87"/>
                </a:solidFill>
                <a:latin typeface="Segoe UI"/>
              </a:rPr>
              <a:t>5 skills</a:t>
            </a:r>
          </a:p>
        </p:txBody>
      </p:sp>
      <p:sp>
        <p:nvSpPr>
          <p:cNvPr id="20" name="Rectangle 19"/>
          <p:cNvSpPr/>
          <p:nvPr/>
        </p:nvSpPr>
        <p:spPr>
          <a:xfrm>
            <a:off x="3310128" y="3163824"/>
            <a:ext cx="3028492" cy="365760"/>
          </a:xfrm>
          <a:prstGeom prst="rect">
            <a:avLst/>
          </a:prstGeom>
          <a:solidFill>
            <a:srgbClr val="0033A0"/>
          </a:solidFill>
          <a:ln>
            <a:noFill/>
          </a:ln>
          <a:effectLst/>
        </p:spPr>
        <p:txBody>
          <a:bodyPr rtlCol="0" anchor="ctr" wrap="square" lIns="0" rIns="0" tIns="0" bIns="0"/>
          <a:lstStyle/>
          <a:p>
            <a:pPr algn="ctr"/>
          </a:p>
        </p:txBody>
      </p:sp>
      <p:sp>
        <p:nvSpPr>
          <p:cNvPr id="21" name="Rectangle 20"/>
          <p:cNvSpPr/>
          <p:nvPr/>
        </p:nvSpPr>
        <p:spPr>
          <a:xfrm>
            <a:off x="6338620" y="3163824"/>
            <a:ext cx="3701491" cy="365760"/>
          </a:xfrm>
          <a:prstGeom prst="rect">
            <a:avLst/>
          </a:prstGeom>
          <a:solidFill>
            <a:srgbClr val="E3E7EB"/>
          </a:solidFill>
          <a:ln>
            <a:noFill/>
          </a:ln>
          <a:effectLst/>
        </p:spPr>
        <p:txBody>
          <a:bodyPr rtlCol="0" anchor="ctr" wrap="square" lIns="0" rIns="0" tIns="0" bIns="0"/>
          <a:lstStyle/>
          <a:p>
            <a:pPr algn="ctr"/>
          </a:p>
        </p:txBody>
      </p:sp>
      <p:sp>
        <p:nvSpPr>
          <p:cNvPr id="22" name="TextBox 21"/>
          <p:cNvSpPr txBox="1"/>
          <p:nvPr/>
        </p:nvSpPr>
        <p:spPr>
          <a:xfrm>
            <a:off x="457200" y="3840479"/>
            <a:ext cx="2743200" cy="457200"/>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51C2C"/>
                </a:solidFill>
                <a:latin typeface="Segoe UI"/>
              </a:rPr>
              <a:t>Level U — robot programming</a:t>
            </a:r>
          </a:p>
          <a:p>
            <a:pPr>
              <a:spcBef>
                <a:spcPts val="200"/>
              </a:spcBef>
              <a:spcAft>
                <a:spcPts val="0"/>
              </a:spcAft>
            </a:pPr>
            <a:r>
              <a:rPr sz="950" b="0" i="0">
                <a:solidFill>
                  <a:srgbClr val="6E7C87"/>
                </a:solidFill>
                <a:latin typeface="Segoe UI"/>
              </a:rPr>
              <a:t>3 skills</a:t>
            </a:r>
          </a:p>
        </p:txBody>
      </p:sp>
      <p:sp>
        <p:nvSpPr>
          <p:cNvPr id="23" name="Rectangle 22"/>
          <p:cNvSpPr/>
          <p:nvPr/>
        </p:nvSpPr>
        <p:spPr>
          <a:xfrm>
            <a:off x="6675120" y="3822191"/>
            <a:ext cx="4542739" cy="365760"/>
          </a:xfrm>
          <a:prstGeom prst="rect">
            <a:avLst/>
          </a:prstGeom>
          <a:solidFill>
            <a:srgbClr val="E3E7EB"/>
          </a:solidFill>
          <a:ln>
            <a:noFill/>
          </a:ln>
          <a:effectLst/>
        </p:spPr>
        <p:txBody>
          <a:bodyPr rtlCol="0" anchor="ctr" wrap="square" lIns="0" rIns="0" tIns="0" bIns="0"/>
          <a:lstStyle/>
          <a:p>
            <a:pPr algn="ctr"/>
          </a:p>
        </p:txBody>
      </p:sp>
      <p:sp>
        <p:nvSpPr>
          <p:cNvPr id="24" name="TextBox 23"/>
          <p:cNvSpPr txBox="1"/>
          <p:nvPr/>
        </p:nvSpPr>
        <p:spPr>
          <a:xfrm>
            <a:off x="457200" y="4498847"/>
            <a:ext cx="2743200" cy="457200"/>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51C2C"/>
                </a:solidFill>
                <a:latin typeface="Segoe UI"/>
              </a:rPr>
              <a:t>Level O — ANDON and improvement</a:t>
            </a:r>
          </a:p>
          <a:p>
            <a:pPr>
              <a:spcBef>
                <a:spcPts val="200"/>
              </a:spcBef>
              <a:spcAft>
                <a:spcPts val="0"/>
              </a:spcAft>
            </a:pPr>
            <a:r>
              <a:rPr sz="950" b="0" i="0">
                <a:solidFill>
                  <a:srgbClr val="6E7C87"/>
                </a:solidFill>
                <a:latin typeface="Segoe UI"/>
              </a:rPr>
              <a:t>6 skills</a:t>
            </a:r>
          </a:p>
        </p:txBody>
      </p:sp>
      <p:sp>
        <p:nvSpPr>
          <p:cNvPr id="25" name="Rectangle 24"/>
          <p:cNvSpPr/>
          <p:nvPr/>
        </p:nvSpPr>
        <p:spPr>
          <a:xfrm>
            <a:off x="3310128" y="4480559"/>
            <a:ext cx="3028492" cy="365760"/>
          </a:xfrm>
          <a:prstGeom prst="rect">
            <a:avLst/>
          </a:prstGeom>
          <a:solidFill>
            <a:srgbClr val="0033A0"/>
          </a:solidFill>
          <a:ln>
            <a:noFill/>
          </a:ln>
          <a:effectLst/>
        </p:spPr>
        <p:txBody>
          <a:bodyPr rtlCol="0" anchor="ctr" wrap="square" lIns="0" rIns="0" tIns="0" bIns="0"/>
          <a:lstStyle/>
          <a:p>
            <a:pPr algn="ctr"/>
          </a:p>
        </p:txBody>
      </p:sp>
      <p:sp>
        <p:nvSpPr>
          <p:cNvPr id="26" name="Rectangle 25"/>
          <p:cNvSpPr/>
          <p:nvPr/>
        </p:nvSpPr>
        <p:spPr>
          <a:xfrm>
            <a:off x="8357616" y="4480559"/>
            <a:ext cx="2860243" cy="365760"/>
          </a:xfrm>
          <a:prstGeom prst="rect">
            <a:avLst/>
          </a:prstGeom>
          <a:solidFill>
            <a:srgbClr val="E3E7EB"/>
          </a:solidFill>
          <a:ln>
            <a:noFill/>
          </a:ln>
          <a:effectLst/>
        </p:spPr>
        <p:txBody>
          <a:bodyPr rtlCol="0" anchor="ctr" wrap="square" lIns="0" rIns="0" tIns="0" bIns="0"/>
          <a:lstStyle/>
          <a:p>
            <a:pPr algn="ctr"/>
          </a:p>
        </p:txBody>
      </p:sp>
      <p:sp>
        <p:nvSpPr>
          <p:cNvPr id="27" name="TextBox 26"/>
          <p:cNvSpPr txBox="1"/>
          <p:nvPr/>
        </p:nvSpPr>
        <p:spPr>
          <a:xfrm>
            <a:off x="457200" y="5157215"/>
            <a:ext cx="2743200" cy="457200"/>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51C2C"/>
                </a:solidFill>
                <a:latin typeface="Segoe UI"/>
              </a:rPr>
              <a:t>Integration project</a:t>
            </a:r>
          </a:p>
          <a:p>
            <a:pPr>
              <a:spcBef>
                <a:spcPts val="200"/>
              </a:spcBef>
              <a:spcAft>
                <a:spcPts val="0"/>
              </a:spcAft>
            </a:pPr>
            <a:r>
              <a:rPr sz="950" b="0" i="0">
                <a:solidFill>
                  <a:srgbClr val="6E7C87"/>
                </a:solidFill>
                <a:latin typeface="Segoe UI"/>
              </a:rPr>
              <a:t>off-matrix</a:t>
            </a:r>
          </a:p>
        </p:txBody>
      </p:sp>
      <p:sp>
        <p:nvSpPr>
          <p:cNvPr id="28" name="Rectangle 27"/>
          <p:cNvSpPr/>
          <p:nvPr/>
        </p:nvSpPr>
        <p:spPr>
          <a:xfrm>
            <a:off x="3310128" y="5138927"/>
            <a:ext cx="3028492" cy="365760"/>
          </a:xfrm>
          <a:prstGeom prst="rect">
            <a:avLst/>
          </a:prstGeom>
          <a:solidFill>
            <a:srgbClr val="0033A0"/>
          </a:solidFill>
          <a:ln>
            <a:noFill/>
          </a:ln>
          <a:effectLst/>
        </p:spPr>
        <p:txBody>
          <a:bodyPr rtlCol="0" anchor="ctr" wrap="square" lIns="0" rIns="0" tIns="0" bIns="0"/>
          <a:lstStyle/>
          <a:p>
            <a:pPr algn="ctr"/>
          </a:p>
        </p:txBody>
      </p:sp>
      <p:sp>
        <p:nvSpPr>
          <p:cNvPr id="29" name="Rectangle 28"/>
          <p:cNvSpPr/>
          <p:nvPr/>
        </p:nvSpPr>
        <p:spPr>
          <a:xfrm>
            <a:off x="6338620" y="5138927"/>
            <a:ext cx="3701491" cy="365760"/>
          </a:xfrm>
          <a:prstGeom prst="rect">
            <a:avLst/>
          </a:prstGeom>
          <a:solidFill>
            <a:srgbClr val="E3E7EB"/>
          </a:solidFill>
          <a:ln>
            <a:noFill/>
          </a:ln>
          <a:effectLst/>
        </p:spPr>
        <p:txBody>
          <a:bodyPr rtlCol="0" anchor="ctr" wrap="square" lIns="0" rIns="0" tIns="0" bIns="0"/>
          <a:lstStyle/>
          <a:p>
            <a:pPr algn="ctr"/>
          </a:p>
        </p:txBody>
      </p:sp>
      <p:sp>
        <p:nvSpPr>
          <p:cNvPr id="30" name="Rectangle 29"/>
          <p:cNvSpPr/>
          <p:nvPr/>
        </p:nvSpPr>
        <p:spPr>
          <a:xfrm>
            <a:off x="6324904" y="2304288"/>
            <a:ext cx="27432" cy="3383280"/>
          </a:xfrm>
          <a:prstGeom prst="rect">
            <a:avLst/>
          </a:prstGeom>
          <a:solidFill>
            <a:srgbClr val="D5FB00"/>
          </a:solidFill>
          <a:ln>
            <a:noFill/>
          </a:ln>
          <a:effectLst/>
        </p:spPr>
        <p:txBody>
          <a:bodyPr rtlCol="0" anchor="ctr" wrap="square" lIns="0" rIns="0" tIns="0" bIns="0"/>
          <a:lstStyle/>
          <a:p>
            <a:pPr algn="ctr"/>
          </a:p>
        </p:txBody>
      </p:sp>
      <p:sp>
        <p:nvSpPr>
          <p:cNvPr id="31" name="TextBox 30"/>
          <p:cNvSpPr txBox="1"/>
          <p:nvPr/>
        </p:nvSpPr>
        <p:spPr>
          <a:xfrm>
            <a:off x="5826556" y="1773936"/>
            <a:ext cx="1024128" cy="219456"/>
          </a:xfrm>
          <a:prstGeom prst="rect">
            <a:avLst/>
          </a:prstGeom>
          <a:noFill/>
        </p:spPr>
        <p:txBody>
          <a:bodyPr wrap="square" lIns="0" rIns="0" tIns="0" bIns="0" anchor="t">
            <a:spAutoFit/>
          </a:bodyPr>
          <a:lstStyle/>
          <a:p>
            <a:pPr algn="ctr">
              <a:spcBef>
                <a:spcPts val="0"/>
              </a:spcBef>
              <a:spcAft>
                <a:spcPts val="0"/>
              </a:spcAft>
            </a:pPr>
            <a:r>
              <a:rPr sz="950" b="1" i="0">
                <a:solidFill>
                  <a:srgbClr val="051C2C"/>
                </a:solidFill>
                <a:latin typeface="Segoe UI"/>
              </a:rPr>
              <a:t>TODAY</a:t>
            </a:r>
          </a:p>
        </p:txBody>
      </p:sp>
      <p:sp>
        <p:nvSpPr>
          <p:cNvPr id="32" name="Rectangle 31"/>
          <p:cNvSpPr/>
          <p:nvPr/>
        </p:nvSpPr>
        <p:spPr>
          <a:xfrm>
            <a:off x="3310128" y="5815584"/>
            <a:ext cx="182880" cy="182880"/>
          </a:xfrm>
          <a:prstGeom prst="rect">
            <a:avLst/>
          </a:prstGeom>
          <a:solidFill>
            <a:srgbClr val="0033A0"/>
          </a:solidFill>
          <a:ln>
            <a:noFill/>
          </a:ln>
          <a:effectLst/>
        </p:spPr>
        <p:txBody>
          <a:bodyPr rtlCol="0" anchor="ctr" wrap="square" lIns="0" rIns="0" tIns="0" bIns="0"/>
          <a:lstStyle/>
          <a:p>
            <a:pPr algn="ctr"/>
          </a:p>
        </p:txBody>
      </p:sp>
      <p:sp>
        <p:nvSpPr>
          <p:cNvPr id="33" name="TextBox 32"/>
          <p:cNvSpPr txBox="1"/>
          <p:nvPr/>
        </p:nvSpPr>
        <p:spPr>
          <a:xfrm>
            <a:off x="3584448" y="5788152"/>
            <a:ext cx="1463040" cy="237744"/>
          </a:xfrm>
          <a:prstGeom prst="rect">
            <a:avLst/>
          </a:prstGeom>
          <a:noFill/>
        </p:spPr>
        <p:txBody>
          <a:bodyPr wrap="square" lIns="0" rIns="0" tIns="0" bIns="0" anchor="t">
            <a:spAutoFit/>
          </a:bodyPr>
          <a:lstStyle/>
          <a:p>
            <a:pPr algn="l">
              <a:spcBef>
                <a:spcPts val="0"/>
              </a:spcBef>
              <a:spcAft>
                <a:spcPts val="0"/>
              </a:spcAft>
            </a:pPr>
            <a:r>
              <a:rPr sz="1050" b="0" i="0">
                <a:solidFill>
                  <a:srgbClr val="6E7C87"/>
                </a:solidFill>
                <a:latin typeface="Segoe UI"/>
              </a:rPr>
              <a:t>Actual</a:t>
            </a:r>
          </a:p>
        </p:txBody>
      </p:sp>
      <p:sp>
        <p:nvSpPr>
          <p:cNvPr id="34" name="Rectangle 33"/>
          <p:cNvSpPr/>
          <p:nvPr/>
        </p:nvSpPr>
        <p:spPr>
          <a:xfrm>
            <a:off x="4773168" y="5815584"/>
            <a:ext cx="182880" cy="182880"/>
          </a:xfrm>
          <a:prstGeom prst="rect">
            <a:avLst/>
          </a:prstGeom>
          <a:solidFill>
            <a:srgbClr val="E3E7EB"/>
          </a:solidFill>
          <a:ln>
            <a:noFill/>
          </a:ln>
          <a:effectLst/>
        </p:spPr>
        <p:txBody>
          <a:bodyPr rtlCol="0" anchor="ctr" wrap="square" lIns="0" rIns="0" tIns="0" bIns="0"/>
          <a:lstStyle/>
          <a:p>
            <a:pPr algn="ctr"/>
          </a:p>
        </p:txBody>
      </p:sp>
      <p:sp>
        <p:nvSpPr>
          <p:cNvPr id="35" name="TextBox 34"/>
          <p:cNvSpPr txBox="1"/>
          <p:nvPr/>
        </p:nvSpPr>
        <p:spPr>
          <a:xfrm>
            <a:off x="5047488" y="5788152"/>
            <a:ext cx="1463040" cy="237744"/>
          </a:xfrm>
          <a:prstGeom prst="rect">
            <a:avLst/>
          </a:prstGeom>
          <a:noFill/>
        </p:spPr>
        <p:txBody>
          <a:bodyPr wrap="square" lIns="0" rIns="0" tIns="0" bIns="0" anchor="t">
            <a:spAutoFit/>
          </a:bodyPr>
          <a:lstStyle/>
          <a:p>
            <a:pPr algn="l">
              <a:spcBef>
                <a:spcPts val="0"/>
              </a:spcBef>
              <a:spcAft>
                <a:spcPts val="0"/>
              </a:spcAft>
            </a:pPr>
            <a:r>
              <a:rPr sz="1050" b="0" i="0">
                <a:solidFill>
                  <a:srgbClr val="6E7C87"/>
                </a:solidFill>
                <a:latin typeface="Segoe UI"/>
              </a:rPr>
              <a:t>Planned</a:t>
            </a:r>
          </a:p>
        </p:txBody>
      </p:sp>
      <p:sp>
        <p:nvSpPr>
          <p:cNvPr id="36" name="TextBox 35"/>
          <p:cNvSpPr txBox="1"/>
          <p:nvPr/>
        </p:nvSpPr>
        <p:spPr>
          <a:xfrm>
            <a:off x="457200" y="6236208"/>
            <a:ext cx="11274552" cy="274320"/>
          </a:xfrm>
          <a:prstGeom prst="rect">
            <a:avLst/>
          </a:prstGeom>
          <a:noFill/>
        </p:spPr>
        <p:txBody>
          <a:bodyPr wrap="square" lIns="0" rIns="0" tIns="0" bIns="0" anchor="t">
            <a:spAutoFit/>
          </a:bodyPr>
          <a:lstStyle/>
          <a:p>
            <a:pPr algn="l">
              <a:spcBef>
                <a:spcPts val="0"/>
              </a:spcBef>
              <a:spcAft>
                <a:spcPts val="0"/>
              </a:spcAft>
            </a:pPr>
            <a:r>
              <a:rPr sz="1250" b="0" i="0">
                <a:solidFill>
                  <a:srgbClr val="6E7C87"/>
                </a:solidFill>
                <a:latin typeface="Segoe UI"/>
              </a:rPr>
              <a:t>14 weeks left. Levels U and O are the ones still fully ahead of 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620256"/>
            <a:ext cx="3657600" cy="182880"/>
          </a:xfrm>
          <a:prstGeom prst="rect">
            <a:avLst/>
          </a:prstGeom>
          <a:noFill/>
        </p:spPr>
        <p:txBody>
          <a:bodyPr wrap="square" lIns="0" rIns="0" tIns="0" bIns="0" anchor="t">
            <a:spAutoFit/>
          </a:bodyPr>
          <a:lstStyle/>
          <a:p>
            <a:pPr algn="l">
              <a:spcBef>
                <a:spcPts val="0"/>
              </a:spcBef>
              <a:spcAft>
                <a:spcPts val="0"/>
              </a:spcAft>
            </a:pPr>
            <a:r>
              <a:rPr sz="800" b="0" i="0">
                <a:solidFill>
                  <a:srgbClr val="9FAFBA"/>
                </a:solidFill>
                <a:latin typeface="Segoe UI"/>
              </a:rPr>
              <a:t>TENNECO CONFIDENTIAL</a:t>
            </a:r>
          </a:p>
        </p:txBody>
      </p:sp>
      <p:sp>
        <p:nvSpPr>
          <p:cNvPr id="3" name="TextBox 2"/>
          <p:cNvSpPr txBox="1"/>
          <p:nvPr/>
        </p:nvSpPr>
        <p:spPr>
          <a:xfrm>
            <a:off x="11064240" y="6601968"/>
            <a:ext cx="502920" cy="219456"/>
          </a:xfrm>
          <a:prstGeom prst="rect">
            <a:avLst/>
          </a:prstGeom>
          <a:noFill/>
        </p:spPr>
        <p:txBody>
          <a:bodyPr wrap="square" lIns="0" rIns="0" tIns="0" bIns="0" anchor="t">
            <a:spAutoFit/>
          </a:bodyPr>
          <a:lstStyle/>
          <a:p>
            <a:pPr algn="r">
              <a:spcBef>
                <a:spcPts val="0"/>
              </a:spcBef>
              <a:spcAft>
                <a:spcPts val="0"/>
              </a:spcAft>
            </a:pPr>
            <a:r>
              <a:rPr sz="900" b="0" i="0">
                <a:solidFill>
                  <a:srgbClr val="9FAFBA"/>
                </a:solidFill>
                <a:latin typeface="Segoe UI"/>
              </a:rPr>
              <a:t>9</a:t>
            </a:r>
          </a:p>
        </p:txBody>
      </p:sp>
      <p:cxnSp>
        <p:nvCxnSpPr>
          <p:cNvPr id="4" name="Connector 3"/>
          <p:cNvCxnSpPr/>
          <p:nvPr/>
        </p:nvCxnSpPr>
        <p:spPr>
          <a:xfrm>
            <a:off x="484632" y="603504"/>
            <a:ext cx="630936" cy="0"/>
          </a:xfrm>
          <a:prstGeom prst="line">
            <a:avLst/>
          </a:prstGeom>
          <a:ln w="28575">
            <a:solidFill>
              <a:srgbClr val="D5FB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786384"/>
            <a:ext cx="11338560" cy="658368"/>
          </a:xfrm>
          <a:prstGeom prst="rect">
            <a:avLst/>
          </a:prstGeom>
          <a:noFill/>
        </p:spPr>
        <p:txBody>
          <a:bodyPr wrap="square" lIns="0" rIns="0" tIns="0" bIns="0" anchor="t">
            <a:spAutoFit/>
          </a:bodyPr>
          <a:lstStyle/>
          <a:p>
            <a:pPr algn="l">
              <a:spcBef>
                <a:spcPts val="0"/>
              </a:spcBef>
              <a:spcAft>
                <a:spcPts val="0"/>
              </a:spcAft>
            </a:pPr>
            <a:r>
              <a:rPr sz="3400" b="1" i="0">
                <a:solidFill>
                  <a:srgbClr val="D5FB00"/>
                </a:solidFill>
                <a:latin typeface="Segoe UI"/>
              </a:rPr>
              <a:t>Results to date</a:t>
            </a:r>
          </a:p>
        </p:txBody>
      </p:sp>
      <p:sp>
        <p:nvSpPr>
          <p:cNvPr id="6" name="Rectangle 5"/>
          <p:cNvSpPr/>
          <p:nvPr/>
        </p:nvSpPr>
        <p:spPr>
          <a:xfrm>
            <a:off x="457200" y="1572768"/>
            <a:ext cx="2612898" cy="1627632"/>
          </a:xfrm>
          <a:prstGeom prst="rect">
            <a:avLst/>
          </a:prstGeom>
          <a:solidFill>
            <a:srgbClr val="0B2A3E"/>
          </a:solidFill>
          <a:ln>
            <a:noFill/>
          </a:ln>
          <a:effectLst/>
        </p:spPr>
        <p:txBody>
          <a:bodyPr rtlCol="0" anchor="ctr" wrap="square" lIns="0" rIns="0" tIns="0" bIns="0"/>
          <a:lstStyle/>
          <a:p>
            <a:pPr algn="ctr"/>
          </a:p>
        </p:txBody>
      </p:sp>
      <p:sp>
        <p:nvSpPr>
          <p:cNvPr id="7" name="TextBox 6"/>
          <p:cNvSpPr txBox="1"/>
          <p:nvPr/>
        </p:nvSpPr>
        <p:spPr>
          <a:xfrm>
            <a:off x="731520" y="1810512"/>
            <a:ext cx="2064257" cy="731520"/>
          </a:xfrm>
          <a:prstGeom prst="rect">
            <a:avLst/>
          </a:prstGeom>
          <a:noFill/>
        </p:spPr>
        <p:txBody>
          <a:bodyPr wrap="square" lIns="0" rIns="0" tIns="0" bIns="0" anchor="t">
            <a:spAutoFit/>
          </a:bodyPr>
          <a:lstStyle/>
          <a:p>
            <a:pPr algn="l">
              <a:spcBef>
                <a:spcPts val="0"/>
              </a:spcBef>
              <a:spcAft>
                <a:spcPts val="0"/>
              </a:spcAft>
            </a:pPr>
            <a:r>
              <a:rPr sz="4000" b="1" i="0">
                <a:solidFill>
                  <a:srgbClr val="D5FB00"/>
                </a:solidFill>
                <a:latin typeface="Segoe UI"/>
              </a:rPr>
              <a:t>8</a:t>
            </a:r>
          </a:p>
          <a:p>
            <a:pPr>
              <a:lnSpc>
                <a:spcPct val="114000"/>
              </a:lnSpc>
              <a:spcBef>
                <a:spcPts val="800"/>
              </a:spcBef>
              <a:spcAft>
                <a:spcPts val="0"/>
              </a:spcAft>
            </a:pPr>
            <a:r>
              <a:rPr sz="1200" b="0" i="0">
                <a:solidFill>
                  <a:srgbClr val="C6CDD1"/>
                </a:solidFill>
                <a:latin typeface="Segoe UI"/>
              </a:rPr>
              <a:t>weeks on the floor</a:t>
            </a:r>
          </a:p>
        </p:txBody>
      </p:sp>
      <p:sp>
        <p:nvSpPr>
          <p:cNvPr id="8" name="Rectangle 7"/>
          <p:cNvSpPr/>
          <p:nvPr/>
        </p:nvSpPr>
        <p:spPr>
          <a:xfrm>
            <a:off x="3344418" y="1572768"/>
            <a:ext cx="2612898" cy="1627632"/>
          </a:xfrm>
          <a:prstGeom prst="rect">
            <a:avLst/>
          </a:prstGeom>
          <a:solidFill>
            <a:srgbClr val="0B2A3E"/>
          </a:solidFill>
          <a:ln>
            <a:noFill/>
          </a:ln>
          <a:effectLst/>
        </p:spPr>
        <p:txBody>
          <a:bodyPr rtlCol="0" anchor="ctr" wrap="square" lIns="0" rIns="0" tIns="0" bIns="0"/>
          <a:lstStyle/>
          <a:p>
            <a:pPr algn="ctr"/>
          </a:p>
        </p:txBody>
      </p:sp>
      <p:sp>
        <p:nvSpPr>
          <p:cNvPr id="9" name="TextBox 8"/>
          <p:cNvSpPr txBox="1"/>
          <p:nvPr/>
        </p:nvSpPr>
        <p:spPr>
          <a:xfrm>
            <a:off x="3618738" y="1810512"/>
            <a:ext cx="2064257" cy="731520"/>
          </a:xfrm>
          <a:prstGeom prst="rect">
            <a:avLst/>
          </a:prstGeom>
          <a:noFill/>
        </p:spPr>
        <p:txBody>
          <a:bodyPr wrap="square" lIns="0" rIns="0" tIns="0" bIns="0" anchor="t">
            <a:spAutoFit/>
          </a:bodyPr>
          <a:lstStyle/>
          <a:p>
            <a:pPr algn="l">
              <a:spcBef>
                <a:spcPts val="0"/>
              </a:spcBef>
              <a:spcAft>
                <a:spcPts val="0"/>
              </a:spcAft>
            </a:pPr>
            <a:r>
              <a:rPr sz="4000" b="1" i="0">
                <a:solidFill>
                  <a:srgbClr val="D5FB00"/>
                </a:solidFill>
                <a:latin typeface="Segoe UI"/>
              </a:rPr>
              <a:t>4 / 23</a:t>
            </a:r>
          </a:p>
          <a:p>
            <a:pPr>
              <a:lnSpc>
                <a:spcPct val="114000"/>
              </a:lnSpc>
              <a:spcBef>
                <a:spcPts val="800"/>
              </a:spcBef>
              <a:spcAft>
                <a:spcPts val="0"/>
              </a:spcAft>
            </a:pPr>
            <a:r>
              <a:rPr sz="1200" b="0" i="0">
                <a:solidFill>
                  <a:srgbClr val="C6CDD1"/>
                </a:solidFill>
                <a:latin typeface="Segoe UI"/>
              </a:rPr>
              <a:t>skills unsupervised</a:t>
            </a:r>
          </a:p>
        </p:txBody>
      </p:sp>
      <p:sp>
        <p:nvSpPr>
          <p:cNvPr id="10" name="Rectangle 9"/>
          <p:cNvSpPr/>
          <p:nvPr/>
        </p:nvSpPr>
        <p:spPr>
          <a:xfrm>
            <a:off x="6231636" y="1572768"/>
            <a:ext cx="2612898" cy="1627632"/>
          </a:xfrm>
          <a:prstGeom prst="rect">
            <a:avLst/>
          </a:prstGeom>
          <a:solidFill>
            <a:srgbClr val="0B2A3E"/>
          </a:solidFill>
          <a:ln>
            <a:noFill/>
          </a:ln>
          <a:effectLst/>
        </p:spPr>
        <p:txBody>
          <a:bodyPr rtlCol="0" anchor="ctr" wrap="square" lIns="0" rIns="0" tIns="0" bIns="0"/>
          <a:lstStyle/>
          <a:p>
            <a:pPr algn="ctr"/>
          </a:p>
        </p:txBody>
      </p:sp>
      <p:sp>
        <p:nvSpPr>
          <p:cNvPr id="11" name="TextBox 10"/>
          <p:cNvSpPr txBox="1"/>
          <p:nvPr/>
        </p:nvSpPr>
        <p:spPr>
          <a:xfrm>
            <a:off x="6505956" y="1810512"/>
            <a:ext cx="2064257" cy="731520"/>
          </a:xfrm>
          <a:prstGeom prst="rect">
            <a:avLst/>
          </a:prstGeom>
          <a:noFill/>
        </p:spPr>
        <p:txBody>
          <a:bodyPr wrap="square" lIns="0" rIns="0" tIns="0" bIns="0" anchor="t">
            <a:spAutoFit/>
          </a:bodyPr>
          <a:lstStyle/>
          <a:p>
            <a:pPr algn="l">
              <a:spcBef>
                <a:spcPts val="0"/>
              </a:spcBef>
              <a:spcAft>
                <a:spcPts val="0"/>
              </a:spcAft>
            </a:pPr>
            <a:r>
              <a:rPr sz="4000" b="1" i="0">
                <a:solidFill>
                  <a:srgbClr val="D5FB00"/>
                </a:solidFill>
                <a:latin typeface="Segoe UI"/>
              </a:rPr>
              <a:t>12 / 23</a:t>
            </a:r>
          </a:p>
          <a:p>
            <a:pPr>
              <a:lnSpc>
                <a:spcPct val="114000"/>
              </a:lnSpc>
              <a:spcBef>
                <a:spcPts val="800"/>
              </a:spcBef>
              <a:spcAft>
                <a:spcPts val="0"/>
              </a:spcAft>
            </a:pPr>
            <a:r>
              <a:rPr sz="1200" b="0" i="0">
                <a:solidFill>
                  <a:srgbClr val="C6CDD1"/>
                </a:solidFill>
                <a:latin typeface="Segoe UI"/>
              </a:rPr>
              <a:t>skills in progress</a:t>
            </a:r>
          </a:p>
        </p:txBody>
      </p:sp>
      <p:sp>
        <p:nvSpPr>
          <p:cNvPr id="12" name="Rectangle 11"/>
          <p:cNvSpPr/>
          <p:nvPr/>
        </p:nvSpPr>
        <p:spPr>
          <a:xfrm>
            <a:off x="9118854" y="1572768"/>
            <a:ext cx="2612898" cy="1627632"/>
          </a:xfrm>
          <a:prstGeom prst="rect">
            <a:avLst/>
          </a:prstGeom>
          <a:solidFill>
            <a:srgbClr val="0B2A3E"/>
          </a:solidFill>
          <a:ln>
            <a:noFill/>
          </a:ln>
          <a:effectLst/>
        </p:spPr>
        <p:txBody>
          <a:bodyPr rtlCol="0" anchor="ctr" wrap="square" lIns="0" rIns="0" tIns="0" bIns="0"/>
          <a:lstStyle/>
          <a:p>
            <a:pPr algn="ctr"/>
          </a:p>
        </p:txBody>
      </p:sp>
      <p:sp>
        <p:nvSpPr>
          <p:cNvPr id="13" name="TextBox 12"/>
          <p:cNvSpPr txBox="1"/>
          <p:nvPr/>
        </p:nvSpPr>
        <p:spPr>
          <a:xfrm>
            <a:off x="9393174" y="1810512"/>
            <a:ext cx="2064257" cy="731520"/>
          </a:xfrm>
          <a:prstGeom prst="rect">
            <a:avLst/>
          </a:prstGeom>
          <a:noFill/>
        </p:spPr>
        <p:txBody>
          <a:bodyPr wrap="square" lIns="0" rIns="0" tIns="0" bIns="0" anchor="t">
            <a:spAutoFit/>
          </a:bodyPr>
          <a:lstStyle/>
          <a:p>
            <a:pPr algn="l">
              <a:spcBef>
                <a:spcPts val="0"/>
              </a:spcBef>
              <a:spcAft>
                <a:spcPts val="0"/>
              </a:spcAft>
            </a:pPr>
            <a:r>
              <a:rPr sz="4000" b="1" i="0">
                <a:solidFill>
                  <a:srgbClr val="D5FB00"/>
                </a:solidFill>
                <a:latin typeface="Segoe UI"/>
              </a:rPr>
              <a:t>60%</a:t>
            </a:r>
          </a:p>
          <a:p>
            <a:pPr>
              <a:lnSpc>
                <a:spcPct val="114000"/>
              </a:lnSpc>
              <a:spcBef>
                <a:spcPts val="800"/>
              </a:spcBef>
              <a:spcAft>
                <a:spcPts val="0"/>
              </a:spcAft>
            </a:pPr>
            <a:r>
              <a:rPr sz="1200" b="0" i="0">
                <a:solidFill>
                  <a:srgbClr val="C6CDD1"/>
                </a:solidFill>
                <a:latin typeface="Segoe UI"/>
              </a:rPr>
              <a:t>of my time on the integration project</a:t>
            </a:r>
          </a:p>
        </p:txBody>
      </p:sp>
      <p:sp>
        <p:nvSpPr>
          <p:cNvPr id="14" name="TextBox 13"/>
          <p:cNvSpPr txBox="1"/>
          <p:nvPr/>
        </p:nvSpPr>
        <p:spPr>
          <a:xfrm>
            <a:off x="457200" y="3657600"/>
            <a:ext cx="11274552" cy="274320"/>
          </a:xfrm>
          <a:prstGeom prst="rect">
            <a:avLst/>
          </a:prstGeom>
          <a:noFill/>
        </p:spPr>
        <p:txBody>
          <a:bodyPr wrap="square" lIns="0" rIns="0" tIns="0" bIns="0" anchor="t">
            <a:spAutoFit/>
          </a:bodyPr>
          <a:lstStyle/>
          <a:p>
            <a:pPr algn="l">
              <a:spcBef>
                <a:spcPts val="0"/>
              </a:spcBef>
              <a:spcAft>
                <a:spcPts val="0"/>
              </a:spcAft>
            </a:pPr>
            <a:r>
              <a:rPr sz="1000" b="1" i="0">
                <a:solidFill>
                  <a:srgbClr val="D5FB00"/>
                </a:solidFill>
                <a:latin typeface="Segoe UI"/>
              </a:rPr>
              <a:t>WHAT CHANGED IN EIGHT WEEKS</a:t>
            </a:r>
          </a:p>
        </p:txBody>
      </p:sp>
      <p:sp>
        <p:nvSpPr>
          <p:cNvPr id="15" name="TextBox 14"/>
          <p:cNvSpPr txBox="1"/>
          <p:nvPr/>
        </p:nvSpPr>
        <p:spPr>
          <a:xfrm>
            <a:off x="457200" y="4078224"/>
            <a:ext cx="2468880" cy="274320"/>
          </a:xfrm>
          <a:prstGeom prst="rect">
            <a:avLst/>
          </a:prstGeom>
          <a:noFill/>
        </p:spPr>
        <p:txBody>
          <a:bodyPr wrap="square" lIns="0" rIns="0" tIns="0" bIns="0" anchor="t">
            <a:spAutoFit/>
          </a:bodyPr>
          <a:lstStyle/>
          <a:p>
            <a:pPr algn="l">
              <a:spcBef>
                <a:spcPts val="0"/>
              </a:spcBef>
              <a:spcAft>
                <a:spcPts val="0"/>
              </a:spcAft>
            </a:pPr>
            <a:r>
              <a:rPr sz="1300" b="1" i="0">
                <a:solidFill>
                  <a:srgbClr val="FFFFFF"/>
                </a:solidFill>
                <a:latin typeface="Segoe UI"/>
              </a:rPr>
              <a:t>Consumable change</a:t>
            </a:r>
          </a:p>
        </p:txBody>
      </p:sp>
      <p:sp>
        <p:nvSpPr>
          <p:cNvPr id="16" name="TextBox 15"/>
          <p:cNvSpPr txBox="1"/>
          <p:nvPr/>
        </p:nvSpPr>
        <p:spPr>
          <a:xfrm>
            <a:off x="3017520" y="4078224"/>
            <a:ext cx="3657600" cy="274320"/>
          </a:xfrm>
          <a:prstGeom prst="rect">
            <a:avLst/>
          </a:prstGeom>
          <a:noFill/>
        </p:spPr>
        <p:txBody>
          <a:bodyPr wrap="square" lIns="0" rIns="0" tIns="0" bIns="0" anchor="t">
            <a:spAutoFit/>
          </a:bodyPr>
          <a:lstStyle/>
          <a:p>
            <a:pPr algn="l">
              <a:spcBef>
                <a:spcPts val="0"/>
              </a:spcBef>
              <a:spcAft>
                <a:spcPts val="0"/>
              </a:spcAft>
            </a:pPr>
            <a:r>
              <a:rPr sz="1250" b="0" i="0">
                <a:solidFill>
                  <a:srgbClr val="9FAFBA"/>
                </a:solidFill>
                <a:latin typeface="Segoe UI"/>
              </a:rPr>
              <a:t>I watched someone do it</a:t>
            </a:r>
          </a:p>
        </p:txBody>
      </p:sp>
      <p:sp>
        <p:nvSpPr>
          <p:cNvPr id="17" name="Chevron 16"/>
          <p:cNvSpPr/>
          <p:nvPr/>
        </p:nvSpPr>
        <p:spPr>
          <a:xfrm>
            <a:off x="6858000" y="4096511"/>
            <a:ext cx="146304" cy="146304"/>
          </a:xfrm>
          <a:prstGeom prst="chevron">
            <a:avLst/>
          </a:prstGeom>
          <a:solidFill>
            <a:srgbClr val="D5FB00"/>
          </a:solidFill>
          <a:ln>
            <a:noFill/>
          </a:ln>
          <a:effectLst/>
        </p:spPr>
        <p:txBody>
          <a:bodyPr rtlCol="0" anchor="ctr" wrap="square" lIns="0" rIns="0" tIns="0" bIns="0"/>
          <a:lstStyle/>
          <a:p>
            <a:pPr algn="ctr"/>
          </a:p>
        </p:txBody>
      </p:sp>
      <p:sp>
        <p:nvSpPr>
          <p:cNvPr id="18" name="Chevron 17"/>
          <p:cNvSpPr/>
          <p:nvPr/>
        </p:nvSpPr>
        <p:spPr>
          <a:xfrm>
            <a:off x="6976872" y="4096511"/>
            <a:ext cx="146304" cy="146304"/>
          </a:xfrm>
          <a:prstGeom prst="chevron">
            <a:avLst/>
          </a:prstGeom>
          <a:solidFill>
            <a:srgbClr val="D5FB00"/>
          </a:solidFill>
          <a:ln>
            <a:noFill/>
          </a:ln>
          <a:effectLst/>
        </p:spPr>
        <p:txBody>
          <a:bodyPr rtlCol="0" anchor="ctr" wrap="square" lIns="0" rIns="0" tIns="0" bIns="0"/>
          <a:lstStyle/>
          <a:p>
            <a:pPr algn="ctr"/>
          </a:p>
        </p:txBody>
      </p:sp>
      <p:sp>
        <p:nvSpPr>
          <p:cNvPr id="19" name="TextBox 18"/>
          <p:cNvSpPr txBox="1"/>
          <p:nvPr/>
        </p:nvSpPr>
        <p:spPr>
          <a:xfrm>
            <a:off x="7479792" y="4078224"/>
            <a:ext cx="4251960" cy="274320"/>
          </a:xfrm>
          <a:prstGeom prst="rect">
            <a:avLst/>
          </a:prstGeom>
          <a:noFill/>
        </p:spPr>
        <p:txBody>
          <a:bodyPr wrap="square" lIns="0" rIns="0" tIns="0" bIns="0" anchor="t">
            <a:spAutoFit/>
          </a:bodyPr>
          <a:lstStyle/>
          <a:p>
            <a:pPr algn="l">
              <a:spcBef>
                <a:spcPts val="0"/>
              </a:spcBef>
              <a:spcAft>
                <a:spcPts val="0"/>
              </a:spcAft>
            </a:pPr>
            <a:r>
              <a:rPr sz="1250" b="1" i="0">
                <a:solidFill>
                  <a:srgbClr val="D5FB00"/>
                </a:solidFill>
                <a:latin typeface="Segoe UI"/>
              </a:rPr>
              <a:t>I do it alone</a:t>
            </a:r>
          </a:p>
        </p:txBody>
      </p:sp>
      <p:sp>
        <p:nvSpPr>
          <p:cNvPr id="20" name="Rectangle 19"/>
          <p:cNvSpPr/>
          <p:nvPr/>
        </p:nvSpPr>
        <p:spPr>
          <a:xfrm>
            <a:off x="457200" y="4535424"/>
            <a:ext cx="11274552" cy="7315"/>
          </a:xfrm>
          <a:prstGeom prst="rect">
            <a:avLst/>
          </a:prstGeom>
          <a:solidFill>
            <a:srgbClr val="1B384A"/>
          </a:solidFill>
          <a:ln>
            <a:noFill/>
          </a:ln>
          <a:effectLst/>
        </p:spPr>
        <p:txBody>
          <a:bodyPr rtlCol="0" anchor="ctr" wrap="square" lIns="0" rIns="0" tIns="0" bIns="0"/>
          <a:lstStyle/>
          <a:p>
            <a:pPr algn="ctr"/>
          </a:p>
        </p:txBody>
      </p:sp>
      <p:sp>
        <p:nvSpPr>
          <p:cNvPr id="21" name="TextBox 20"/>
          <p:cNvSpPr txBox="1"/>
          <p:nvPr/>
        </p:nvSpPr>
        <p:spPr>
          <a:xfrm>
            <a:off x="457200" y="4846320"/>
            <a:ext cx="2468880" cy="274320"/>
          </a:xfrm>
          <a:prstGeom prst="rect">
            <a:avLst/>
          </a:prstGeom>
          <a:noFill/>
        </p:spPr>
        <p:txBody>
          <a:bodyPr wrap="square" lIns="0" rIns="0" tIns="0" bIns="0" anchor="t">
            <a:spAutoFit/>
          </a:bodyPr>
          <a:lstStyle/>
          <a:p>
            <a:pPr algn="l">
              <a:spcBef>
                <a:spcPts val="0"/>
              </a:spcBef>
              <a:spcAft>
                <a:spcPts val="0"/>
              </a:spcAft>
            </a:pPr>
            <a:r>
              <a:rPr sz="1300" b="1" i="0">
                <a:solidFill>
                  <a:srgbClr val="FFFFFF"/>
                </a:solidFill>
                <a:latin typeface="Segoe UI"/>
              </a:rPr>
              <a:t>Welding symbols</a:t>
            </a:r>
          </a:p>
        </p:txBody>
      </p:sp>
      <p:sp>
        <p:nvSpPr>
          <p:cNvPr id="22" name="TextBox 21"/>
          <p:cNvSpPr txBox="1"/>
          <p:nvPr/>
        </p:nvSpPr>
        <p:spPr>
          <a:xfrm>
            <a:off x="3017520" y="4846320"/>
            <a:ext cx="3657600" cy="274320"/>
          </a:xfrm>
          <a:prstGeom prst="rect">
            <a:avLst/>
          </a:prstGeom>
          <a:noFill/>
        </p:spPr>
        <p:txBody>
          <a:bodyPr wrap="square" lIns="0" rIns="0" tIns="0" bIns="0" anchor="t">
            <a:spAutoFit/>
          </a:bodyPr>
          <a:lstStyle/>
          <a:p>
            <a:pPr algn="l">
              <a:spcBef>
                <a:spcPts val="0"/>
              </a:spcBef>
              <a:spcAft>
                <a:spcPts val="0"/>
              </a:spcAft>
            </a:pPr>
            <a:r>
              <a:rPr sz="1250" b="0" i="0">
                <a:solidFill>
                  <a:srgbClr val="9FAFBA"/>
                </a:solidFill>
                <a:latin typeface="Segoe UI"/>
              </a:rPr>
              <a:t>I could not read a joint callout</a:t>
            </a:r>
          </a:p>
        </p:txBody>
      </p:sp>
      <p:sp>
        <p:nvSpPr>
          <p:cNvPr id="23" name="Chevron 22"/>
          <p:cNvSpPr/>
          <p:nvPr/>
        </p:nvSpPr>
        <p:spPr>
          <a:xfrm>
            <a:off x="6858000" y="4864607"/>
            <a:ext cx="146304" cy="146304"/>
          </a:xfrm>
          <a:prstGeom prst="chevron">
            <a:avLst/>
          </a:prstGeom>
          <a:solidFill>
            <a:srgbClr val="D5FB00"/>
          </a:solidFill>
          <a:ln>
            <a:noFill/>
          </a:ln>
          <a:effectLst/>
        </p:spPr>
        <p:txBody>
          <a:bodyPr rtlCol="0" anchor="ctr" wrap="square" lIns="0" rIns="0" tIns="0" bIns="0"/>
          <a:lstStyle/>
          <a:p>
            <a:pPr algn="ctr"/>
          </a:p>
        </p:txBody>
      </p:sp>
      <p:sp>
        <p:nvSpPr>
          <p:cNvPr id="24" name="Chevron 23"/>
          <p:cNvSpPr/>
          <p:nvPr/>
        </p:nvSpPr>
        <p:spPr>
          <a:xfrm>
            <a:off x="6976872" y="4864607"/>
            <a:ext cx="146304" cy="146304"/>
          </a:xfrm>
          <a:prstGeom prst="chevron">
            <a:avLst/>
          </a:prstGeom>
          <a:solidFill>
            <a:srgbClr val="D5FB00"/>
          </a:solidFill>
          <a:ln>
            <a:noFill/>
          </a:ln>
          <a:effectLst/>
        </p:spPr>
        <p:txBody>
          <a:bodyPr rtlCol="0" anchor="ctr" wrap="square" lIns="0" rIns="0" tIns="0" bIns="0"/>
          <a:lstStyle/>
          <a:p>
            <a:pPr algn="ctr"/>
          </a:p>
        </p:txBody>
      </p:sp>
      <p:sp>
        <p:nvSpPr>
          <p:cNvPr id="25" name="TextBox 24"/>
          <p:cNvSpPr txBox="1"/>
          <p:nvPr/>
        </p:nvSpPr>
        <p:spPr>
          <a:xfrm>
            <a:off x="7479792" y="4846320"/>
            <a:ext cx="4251960" cy="274320"/>
          </a:xfrm>
          <a:prstGeom prst="rect">
            <a:avLst/>
          </a:prstGeom>
          <a:noFill/>
        </p:spPr>
        <p:txBody>
          <a:bodyPr wrap="square" lIns="0" rIns="0" tIns="0" bIns="0" anchor="t">
            <a:spAutoFit/>
          </a:bodyPr>
          <a:lstStyle/>
          <a:p>
            <a:pPr algn="l">
              <a:spcBef>
                <a:spcPts val="0"/>
              </a:spcBef>
              <a:spcAft>
                <a:spcPts val="0"/>
              </a:spcAft>
            </a:pPr>
            <a:r>
              <a:rPr sz="1250" b="1" i="0">
                <a:solidFill>
                  <a:srgbClr val="D5FB00"/>
                </a:solidFill>
                <a:latin typeface="Segoe UI"/>
              </a:rPr>
              <a:t>I read the print and find the joint</a:t>
            </a:r>
          </a:p>
        </p:txBody>
      </p:sp>
      <p:sp>
        <p:nvSpPr>
          <p:cNvPr id="26" name="Rectangle 25"/>
          <p:cNvSpPr/>
          <p:nvPr/>
        </p:nvSpPr>
        <p:spPr>
          <a:xfrm>
            <a:off x="457200" y="5303520"/>
            <a:ext cx="11274552" cy="7315"/>
          </a:xfrm>
          <a:prstGeom prst="rect">
            <a:avLst/>
          </a:prstGeom>
          <a:solidFill>
            <a:srgbClr val="1B384A"/>
          </a:solidFill>
          <a:ln>
            <a:noFill/>
          </a:ln>
          <a:effectLst/>
        </p:spPr>
        <p:txBody>
          <a:bodyPr rtlCol="0" anchor="ctr" wrap="square" lIns="0" rIns="0" tIns="0" bIns="0"/>
          <a:lstStyle/>
          <a:p>
            <a:pPr algn="ctr"/>
          </a:p>
        </p:txBody>
      </p:sp>
      <p:sp>
        <p:nvSpPr>
          <p:cNvPr id="27" name="TextBox 26"/>
          <p:cNvSpPr txBox="1"/>
          <p:nvPr/>
        </p:nvSpPr>
        <p:spPr>
          <a:xfrm>
            <a:off x="457200" y="5614416"/>
            <a:ext cx="2468880" cy="274320"/>
          </a:xfrm>
          <a:prstGeom prst="rect">
            <a:avLst/>
          </a:prstGeom>
          <a:noFill/>
        </p:spPr>
        <p:txBody>
          <a:bodyPr wrap="square" lIns="0" rIns="0" tIns="0" bIns="0" anchor="t">
            <a:spAutoFit/>
          </a:bodyPr>
          <a:lstStyle/>
          <a:p>
            <a:pPr algn="l">
              <a:spcBef>
                <a:spcPts val="0"/>
              </a:spcBef>
              <a:spcAft>
                <a:spcPts val="0"/>
              </a:spcAft>
            </a:pPr>
            <a:r>
              <a:rPr sz="1300" b="1" i="0">
                <a:solidFill>
                  <a:srgbClr val="FFFFFF"/>
                </a:solidFill>
                <a:latin typeface="Segoe UI"/>
              </a:rPr>
              <a:t>ANDON</a:t>
            </a:r>
          </a:p>
        </p:txBody>
      </p:sp>
      <p:sp>
        <p:nvSpPr>
          <p:cNvPr id="28" name="TextBox 27"/>
          <p:cNvSpPr txBox="1"/>
          <p:nvPr/>
        </p:nvSpPr>
        <p:spPr>
          <a:xfrm>
            <a:off x="3017520" y="5614416"/>
            <a:ext cx="3657600" cy="274320"/>
          </a:xfrm>
          <a:prstGeom prst="rect">
            <a:avLst/>
          </a:prstGeom>
          <a:noFill/>
        </p:spPr>
        <p:txBody>
          <a:bodyPr wrap="square" lIns="0" rIns="0" tIns="0" bIns="0" anchor="t">
            <a:spAutoFit/>
          </a:bodyPr>
          <a:lstStyle/>
          <a:p>
            <a:pPr algn="l">
              <a:spcBef>
                <a:spcPts val="0"/>
              </a:spcBef>
              <a:spcAft>
                <a:spcPts val="0"/>
              </a:spcAft>
            </a:pPr>
            <a:r>
              <a:rPr sz="1250" b="0" i="0">
                <a:solidFill>
                  <a:srgbClr val="9FAFBA"/>
                </a:solidFill>
                <a:latin typeface="Segoe UI"/>
              </a:rPr>
              <a:t>I was the one who called it in</a:t>
            </a:r>
          </a:p>
        </p:txBody>
      </p:sp>
      <p:sp>
        <p:nvSpPr>
          <p:cNvPr id="29" name="Chevron 28"/>
          <p:cNvSpPr/>
          <p:nvPr/>
        </p:nvSpPr>
        <p:spPr>
          <a:xfrm>
            <a:off x="6858000" y="5632703"/>
            <a:ext cx="146304" cy="146304"/>
          </a:xfrm>
          <a:prstGeom prst="chevron">
            <a:avLst/>
          </a:prstGeom>
          <a:solidFill>
            <a:srgbClr val="D5FB00"/>
          </a:solidFill>
          <a:ln>
            <a:noFill/>
          </a:ln>
          <a:effectLst/>
        </p:spPr>
        <p:txBody>
          <a:bodyPr rtlCol="0" anchor="ctr" wrap="square" lIns="0" rIns="0" tIns="0" bIns="0"/>
          <a:lstStyle/>
          <a:p>
            <a:pPr algn="ctr"/>
          </a:p>
        </p:txBody>
      </p:sp>
      <p:sp>
        <p:nvSpPr>
          <p:cNvPr id="30" name="Chevron 29"/>
          <p:cNvSpPr/>
          <p:nvPr/>
        </p:nvSpPr>
        <p:spPr>
          <a:xfrm>
            <a:off x="6976872" y="5632703"/>
            <a:ext cx="146304" cy="146304"/>
          </a:xfrm>
          <a:prstGeom prst="chevron">
            <a:avLst/>
          </a:prstGeom>
          <a:solidFill>
            <a:srgbClr val="D5FB00"/>
          </a:solidFill>
          <a:ln>
            <a:noFill/>
          </a:ln>
          <a:effectLst/>
        </p:spPr>
        <p:txBody>
          <a:bodyPr rtlCol="0" anchor="ctr" wrap="square" lIns="0" rIns="0" tIns="0" bIns="0"/>
          <a:lstStyle/>
          <a:p>
            <a:pPr algn="ctr"/>
          </a:p>
        </p:txBody>
      </p:sp>
      <p:sp>
        <p:nvSpPr>
          <p:cNvPr id="31" name="TextBox 30"/>
          <p:cNvSpPr txBox="1"/>
          <p:nvPr/>
        </p:nvSpPr>
        <p:spPr>
          <a:xfrm>
            <a:off x="7479792" y="5614416"/>
            <a:ext cx="4251960" cy="274320"/>
          </a:xfrm>
          <a:prstGeom prst="rect">
            <a:avLst/>
          </a:prstGeom>
          <a:noFill/>
        </p:spPr>
        <p:txBody>
          <a:bodyPr wrap="square" lIns="0" rIns="0" tIns="0" bIns="0" anchor="t">
            <a:spAutoFit/>
          </a:bodyPr>
          <a:lstStyle/>
          <a:p>
            <a:pPr algn="l">
              <a:spcBef>
                <a:spcPts val="0"/>
              </a:spcBef>
              <a:spcAft>
                <a:spcPts val="0"/>
              </a:spcAft>
            </a:pPr>
            <a:r>
              <a:rPr sz="1250" b="1" i="0">
                <a:solidFill>
                  <a:srgbClr val="D5FB00"/>
                </a:solidFill>
                <a:latin typeface="Segoe UI"/>
              </a:rPr>
              <a:t>I am the one who closes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620256"/>
            <a:ext cx="3657600" cy="182880"/>
          </a:xfrm>
          <a:prstGeom prst="rect">
            <a:avLst/>
          </a:prstGeom>
          <a:noFill/>
        </p:spPr>
        <p:txBody>
          <a:bodyPr wrap="square" lIns="0" rIns="0" tIns="0" bIns="0" anchor="t">
            <a:spAutoFit/>
          </a:bodyPr>
          <a:lstStyle/>
          <a:p>
            <a:pPr algn="l">
              <a:spcBef>
                <a:spcPts val="0"/>
              </a:spcBef>
              <a:spcAft>
                <a:spcPts val="0"/>
              </a:spcAft>
            </a:pPr>
            <a:r>
              <a:rPr sz="800" b="0" i="0">
                <a:solidFill>
                  <a:srgbClr val="6E7C87"/>
                </a:solidFill>
                <a:latin typeface="Segoe UI"/>
              </a:rPr>
              <a:t>TENNECO CONFIDENTIAL</a:t>
            </a:r>
          </a:p>
        </p:txBody>
      </p:sp>
      <p:sp>
        <p:nvSpPr>
          <p:cNvPr id="3" name="TextBox 2"/>
          <p:cNvSpPr txBox="1"/>
          <p:nvPr/>
        </p:nvSpPr>
        <p:spPr>
          <a:xfrm>
            <a:off x="11064240" y="6601968"/>
            <a:ext cx="502920" cy="219456"/>
          </a:xfrm>
          <a:prstGeom prst="rect">
            <a:avLst/>
          </a:prstGeom>
          <a:noFill/>
        </p:spPr>
        <p:txBody>
          <a:bodyPr wrap="square" lIns="0" rIns="0" tIns="0" bIns="0" anchor="t">
            <a:spAutoFit/>
          </a:bodyPr>
          <a:lstStyle/>
          <a:p>
            <a:pPr algn="r">
              <a:spcBef>
                <a:spcPts val="0"/>
              </a:spcBef>
              <a:spcAft>
                <a:spcPts val="0"/>
              </a:spcAft>
            </a:pPr>
            <a:r>
              <a:rPr sz="900" b="0" i="0">
                <a:solidFill>
                  <a:srgbClr val="6E7C87"/>
                </a:solidFill>
                <a:latin typeface="Segoe UI"/>
              </a:rPr>
              <a:t>10</a:t>
            </a:r>
          </a:p>
        </p:txBody>
      </p:sp>
      <p:cxnSp>
        <p:nvCxnSpPr>
          <p:cNvPr id="4" name="Connector 3"/>
          <p:cNvCxnSpPr/>
          <p:nvPr/>
        </p:nvCxnSpPr>
        <p:spPr>
          <a:xfrm>
            <a:off x="484632" y="603504"/>
            <a:ext cx="630936" cy="0"/>
          </a:xfrm>
          <a:prstGeom prst="line">
            <a:avLst/>
          </a:prstGeom>
          <a:ln w="28575">
            <a:solidFill>
              <a:srgbClr val="D5FB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786384"/>
            <a:ext cx="11338560" cy="658368"/>
          </a:xfrm>
          <a:prstGeom prst="rect">
            <a:avLst/>
          </a:prstGeom>
          <a:noFill/>
        </p:spPr>
        <p:txBody>
          <a:bodyPr wrap="square" lIns="0" rIns="0" tIns="0" bIns="0" anchor="t">
            <a:spAutoFit/>
          </a:bodyPr>
          <a:lstStyle/>
          <a:p>
            <a:pPr algn="l">
              <a:spcBef>
                <a:spcPts val="0"/>
              </a:spcBef>
              <a:spcAft>
                <a:spcPts val="0"/>
              </a:spcAft>
            </a:pPr>
            <a:r>
              <a:rPr sz="3400" b="1" i="0">
                <a:solidFill>
                  <a:srgbClr val="051C2C"/>
                </a:solidFill>
                <a:latin typeface="Segoe UI"/>
              </a:rPr>
              <a:t>What is missing, and how I close it</a:t>
            </a:r>
          </a:p>
        </p:txBody>
      </p:sp>
      <p:sp>
        <p:nvSpPr>
          <p:cNvPr id="6" name="TextBox 5"/>
          <p:cNvSpPr txBox="1"/>
          <p:nvPr/>
        </p:nvSpPr>
        <p:spPr>
          <a:xfrm>
            <a:off x="457200" y="1408176"/>
            <a:ext cx="10607040" cy="365760"/>
          </a:xfrm>
          <a:prstGeom prst="rect">
            <a:avLst/>
          </a:prstGeom>
          <a:noFill/>
        </p:spPr>
        <p:txBody>
          <a:bodyPr wrap="square" lIns="0" rIns="0" tIns="0" bIns="0" anchor="t">
            <a:spAutoFit/>
          </a:bodyPr>
          <a:lstStyle/>
          <a:p>
            <a:pPr algn="l">
              <a:spcBef>
                <a:spcPts val="0"/>
              </a:spcBef>
              <a:spcAft>
                <a:spcPts val="0"/>
              </a:spcAft>
            </a:pPr>
            <a:r>
              <a:rPr sz="1400" b="0" i="0">
                <a:solidFill>
                  <a:srgbClr val="6E7C87"/>
                </a:solidFill>
                <a:latin typeface="Segoe UI"/>
              </a:rPr>
              <a:t>Four commitments before January 1</a:t>
            </a:r>
          </a:p>
        </p:txBody>
      </p:sp>
      <p:sp>
        <p:nvSpPr>
          <p:cNvPr id="7" name="TextBox 6"/>
          <p:cNvSpPr txBox="1"/>
          <p:nvPr/>
        </p:nvSpPr>
        <p:spPr>
          <a:xfrm>
            <a:off x="1078992" y="2103120"/>
            <a:ext cx="3657600" cy="237744"/>
          </a:xfrm>
          <a:prstGeom prst="rect">
            <a:avLst/>
          </a:prstGeom>
          <a:noFill/>
        </p:spPr>
        <p:txBody>
          <a:bodyPr wrap="square" lIns="0" rIns="0" tIns="0" bIns="0" anchor="t">
            <a:spAutoFit/>
          </a:bodyPr>
          <a:lstStyle/>
          <a:p>
            <a:pPr algn="l">
              <a:spcBef>
                <a:spcPts val="0"/>
              </a:spcBef>
              <a:spcAft>
                <a:spcPts val="0"/>
              </a:spcAft>
            </a:pPr>
            <a:r>
              <a:rPr sz="900" b="1" i="0">
                <a:solidFill>
                  <a:srgbClr val="0033A0"/>
                </a:solidFill>
                <a:latin typeface="Segoe UI"/>
              </a:rPr>
              <a:t>COMMITMENT</a:t>
            </a:r>
          </a:p>
        </p:txBody>
      </p:sp>
      <p:sp>
        <p:nvSpPr>
          <p:cNvPr id="8" name="TextBox 7"/>
          <p:cNvSpPr txBox="1"/>
          <p:nvPr/>
        </p:nvSpPr>
        <p:spPr>
          <a:xfrm>
            <a:off x="4846320" y="2103120"/>
            <a:ext cx="3108960" cy="237744"/>
          </a:xfrm>
          <a:prstGeom prst="rect">
            <a:avLst/>
          </a:prstGeom>
          <a:noFill/>
        </p:spPr>
        <p:txBody>
          <a:bodyPr wrap="square" lIns="0" rIns="0" tIns="0" bIns="0" anchor="t">
            <a:spAutoFit/>
          </a:bodyPr>
          <a:lstStyle/>
          <a:p>
            <a:pPr algn="l">
              <a:spcBef>
                <a:spcPts val="0"/>
              </a:spcBef>
              <a:spcAft>
                <a:spcPts val="0"/>
              </a:spcAft>
            </a:pPr>
            <a:r>
              <a:rPr sz="900" b="1" i="0">
                <a:solidFill>
                  <a:srgbClr val="0033A0"/>
                </a:solidFill>
                <a:latin typeface="Segoe UI"/>
              </a:rPr>
              <a:t>WHAT IT UNLOCKS</a:t>
            </a:r>
          </a:p>
        </p:txBody>
      </p:sp>
      <p:sp>
        <p:nvSpPr>
          <p:cNvPr id="9" name="TextBox 8"/>
          <p:cNvSpPr txBox="1"/>
          <p:nvPr/>
        </p:nvSpPr>
        <p:spPr>
          <a:xfrm>
            <a:off x="8138160" y="2103120"/>
            <a:ext cx="1371600" cy="237744"/>
          </a:xfrm>
          <a:prstGeom prst="rect">
            <a:avLst/>
          </a:prstGeom>
          <a:noFill/>
        </p:spPr>
        <p:txBody>
          <a:bodyPr wrap="square" lIns="0" rIns="0" tIns="0" bIns="0" anchor="t">
            <a:spAutoFit/>
          </a:bodyPr>
          <a:lstStyle/>
          <a:p>
            <a:pPr algn="l">
              <a:spcBef>
                <a:spcPts val="0"/>
              </a:spcBef>
              <a:spcAft>
                <a:spcPts val="0"/>
              </a:spcAft>
            </a:pPr>
            <a:r>
              <a:rPr sz="900" b="1" i="0">
                <a:solidFill>
                  <a:srgbClr val="0033A0"/>
                </a:solidFill>
                <a:latin typeface="Segoe UI"/>
              </a:rPr>
              <a:t>WHEN</a:t>
            </a:r>
          </a:p>
        </p:txBody>
      </p:sp>
      <p:sp>
        <p:nvSpPr>
          <p:cNvPr id="10" name="TextBox 9"/>
          <p:cNvSpPr txBox="1"/>
          <p:nvPr/>
        </p:nvSpPr>
        <p:spPr>
          <a:xfrm>
            <a:off x="9601200" y="2103120"/>
            <a:ext cx="2194560" cy="237744"/>
          </a:xfrm>
          <a:prstGeom prst="rect">
            <a:avLst/>
          </a:prstGeom>
          <a:noFill/>
        </p:spPr>
        <p:txBody>
          <a:bodyPr wrap="square" lIns="0" rIns="0" tIns="0" bIns="0" anchor="t">
            <a:spAutoFit/>
          </a:bodyPr>
          <a:lstStyle/>
          <a:p>
            <a:pPr algn="l">
              <a:spcBef>
                <a:spcPts val="0"/>
              </a:spcBef>
              <a:spcAft>
                <a:spcPts val="0"/>
              </a:spcAft>
            </a:pPr>
            <a:r>
              <a:rPr sz="900" b="1" i="0">
                <a:solidFill>
                  <a:srgbClr val="0033A0"/>
                </a:solidFill>
                <a:latin typeface="Segoe UI"/>
              </a:rPr>
              <a:t>WHAT I NEED</a:t>
            </a:r>
          </a:p>
        </p:txBody>
      </p:sp>
      <p:sp>
        <p:nvSpPr>
          <p:cNvPr id="11" name="Rectangle 10"/>
          <p:cNvSpPr/>
          <p:nvPr/>
        </p:nvSpPr>
        <p:spPr>
          <a:xfrm>
            <a:off x="457200" y="2368296"/>
            <a:ext cx="11274552" cy="859536"/>
          </a:xfrm>
          <a:prstGeom prst="rect">
            <a:avLst/>
          </a:prstGeom>
          <a:solidFill>
            <a:srgbClr val="F4F6F7"/>
          </a:solidFill>
          <a:ln>
            <a:noFill/>
          </a:ln>
          <a:effectLst/>
        </p:spPr>
        <p:txBody>
          <a:bodyPr rtlCol="0" anchor="ctr" wrap="square" lIns="0" rIns="0" tIns="0" bIns="0"/>
          <a:lstStyle/>
          <a:p>
            <a:pPr algn="ctr"/>
          </a:p>
        </p:txBody>
      </p:sp>
      <p:sp>
        <p:nvSpPr>
          <p:cNvPr id="12" name="Oval 11"/>
          <p:cNvSpPr/>
          <p:nvPr/>
        </p:nvSpPr>
        <p:spPr>
          <a:xfrm>
            <a:off x="566928" y="2560320"/>
            <a:ext cx="365760" cy="365760"/>
          </a:xfrm>
          <a:prstGeom prst="ellipse">
            <a:avLst/>
          </a:prstGeom>
          <a:solidFill>
            <a:srgbClr val="051C2C"/>
          </a:solidFill>
          <a:ln>
            <a:noFill/>
          </a:ln>
          <a:effectLst/>
        </p:spPr>
        <p:txBody>
          <a:bodyPr rtlCol="0" anchor="ctr" wrap="square" lIns="0" rIns="0" tIns="0" bIns="0"/>
          <a:lstStyle/>
          <a:p>
            <a:pPr algn="ctr">
              <a:spcBef>
                <a:spcPts val="0"/>
              </a:spcBef>
              <a:spcAft>
                <a:spcPts val="0"/>
              </a:spcAft>
            </a:pPr>
            <a:r>
              <a:rPr sz="1400" b="1" i="0">
                <a:solidFill>
                  <a:srgbClr val="D5FB00"/>
                </a:solidFill>
                <a:latin typeface="Segoe UI"/>
              </a:rPr>
              <a:t>1</a:t>
            </a:r>
          </a:p>
        </p:txBody>
      </p:sp>
      <p:sp>
        <p:nvSpPr>
          <p:cNvPr id="13" name="TextBox 12"/>
          <p:cNvSpPr txBox="1"/>
          <p:nvPr/>
        </p:nvSpPr>
        <p:spPr>
          <a:xfrm>
            <a:off x="1078992" y="2560320"/>
            <a:ext cx="3611880" cy="566928"/>
          </a:xfrm>
          <a:prstGeom prst="rect">
            <a:avLst/>
          </a:prstGeom>
          <a:noFill/>
        </p:spPr>
        <p:txBody>
          <a:bodyPr wrap="square" lIns="0" rIns="0" tIns="0" bIns="0" anchor="ctr">
            <a:spAutoFit/>
          </a:bodyPr>
          <a:lstStyle/>
          <a:p>
            <a:pPr algn="l">
              <a:lnSpc>
                <a:spcPct val="114000"/>
              </a:lnSpc>
              <a:spcBef>
                <a:spcPts val="0"/>
              </a:spcBef>
              <a:spcAft>
                <a:spcPts val="0"/>
              </a:spcAft>
            </a:pPr>
            <a:r>
              <a:rPr sz="1300" b="1" i="0">
                <a:solidFill>
                  <a:srgbClr val="051C2C"/>
                </a:solidFill>
                <a:latin typeface="Segoe UI"/>
              </a:rPr>
              <a:t>Sit the Level I theory session and the written exam</a:t>
            </a:r>
          </a:p>
        </p:txBody>
      </p:sp>
      <p:sp>
        <p:nvSpPr>
          <p:cNvPr id="14" name="TextBox 13"/>
          <p:cNvSpPr txBox="1"/>
          <p:nvPr/>
        </p:nvSpPr>
        <p:spPr>
          <a:xfrm>
            <a:off x="4846320" y="2560320"/>
            <a:ext cx="3108960" cy="566928"/>
          </a:xfrm>
          <a:prstGeom prst="rect">
            <a:avLst/>
          </a:prstGeom>
          <a:noFill/>
        </p:spPr>
        <p:txBody>
          <a:bodyPr wrap="square" lIns="0" rIns="0" tIns="0" bIns="0" anchor="ctr">
            <a:spAutoFit/>
          </a:bodyPr>
          <a:lstStyle/>
          <a:p>
            <a:pPr algn="l">
              <a:lnSpc>
                <a:spcPct val="114000"/>
              </a:lnSpc>
              <a:spcBef>
                <a:spcPts val="0"/>
              </a:spcBef>
              <a:spcAft>
                <a:spcPts val="0"/>
              </a:spcAft>
            </a:pPr>
            <a:r>
              <a:rPr sz="1250" b="0" i="0">
                <a:solidFill>
                  <a:srgbClr val="051C2C"/>
                </a:solidFill>
                <a:latin typeface="Segoe UI"/>
              </a:rPr>
              <a:t>Level I formally validated</a:t>
            </a:r>
          </a:p>
        </p:txBody>
      </p:sp>
      <p:sp>
        <p:nvSpPr>
          <p:cNvPr id="15" name="TextBox 14"/>
          <p:cNvSpPr txBox="1"/>
          <p:nvPr/>
        </p:nvSpPr>
        <p:spPr>
          <a:xfrm>
            <a:off x="8138160" y="2560320"/>
            <a:ext cx="1371600" cy="566928"/>
          </a:xfrm>
          <a:prstGeom prst="rect">
            <a:avLst/>
          </a:prstGeom>
          <a:noFill/>
        </p:spPr>
        <p:txBody>
          <a:bodyPr wrap="square" lIns="0" rIns="0" tIns="0" bIns="0" anchor="ctr">
            <a:spAutoFit/>
          </a:bodyPr>
          <a:lstStyle/>
          <a:p>
            <a:pPr algn="l">
              <a:lnSpc>
                <a:spcPct val="114000"/>
              </a:lnSpc>
              <a:spcBef>
                <a:spcPts val="0"/>
              </a:spcBef>
              <a:spcAft>
                <a:spcPts val="0"/>
              </a:spcAft>
            </a:pPr>
            <a:r>
              <a:rPr sz="1250" b="1" i="0">
                <a:solidFill>
                  <a:srgbClr val="0033A0"/>
                </a:solidFill>
                <a:latin typeface="Segoe UI"/>
              </a:rPr>
              <a:t>October</a:t>
            </a:r>
          </a:p>
        </p:txBody>
      </p:sp>
      <p:sp>
        <p:nvSpPr>
          <p:cNvPr id="16" name="TextBox 15"/>
          <p:cNvSpPr txBox="1"/>
          <p:nvPr/>
        </p:nvSpPr>
        <p:spPr>
          <a:xfrm>
            <a:off x="9601200" y="2560320"/>
            <a:ext cx="2194560" cy="566928"/>
          </a:xfrm>
          <a:prstGeom prst="rect">
            <a:avLst/>
          </a:prstGeom>
          <a:noFill/>
        </p:spPr>
        <p:txBody>
          <a:bodyPr wrap="square" lIns="0" rIns="0" tIns="0" bIns="0" anchor="ctr">
            <a:spAutoFit/>
          </a:bodyPr>
          <a:lstStyle/>
          <a:p>
            <a:pPr algn="l">
              <a:lnSpc>
                <a:spcPct val="114000"/>
              </a:lnSpc>
              <a:spcBef>
                <a:spcPts val="0"/>
              </a:spcBef>
              <a:spcAft>
                <a:spcPts val="0"/>
              </a:spcAft>
            </a:pPr>
            <a:r>
              <a:rPr sz="1200" b="0" i="0">
                <a:solidFill>
                  <a:srgbClr val="6E7C87"/>
                </a:solidFill>
                <a:latin typeface="Segoe UI"/>
              </a:rPr>
              <a:t>Two half-days scheduled</a:t>
            </a:r>
          </a:p>
        </p:txBody>
      </p:sp>
      <p:sp>
        <p:nvSpPr>
          <p:cNvPr id="17" name="Oval 16"/>
          <p:cNvSpPr/>
          <p:nvPr/>
        </p:nvSpPr>
        <p:spPr>
          <a:xfrm>
            <a:off x="566928" y="3465576"/>
            <a:ext cx="365760" cy="365760"/>
          </a:xfrm>
          <a:prstGeom prst="ellipse">
            <a:avLst/>
          </a:prstGeom>
          <a:solidFill>
            <a:srgbClr val="051C2C"/>
          </a:solidFill>
          <a:ln>
            <a:noFill/>
          </a:ln>
          <a:effectLst/>
        </p:spPr>
        <p:txBody>
          <a:bodyPr rtlCol="0" anchor="ctr" wrap="square" lIns="0" rIns="0" tIns="0" bIns="0"/>
          <a:lstStyle/>
          <a:p>
            <a:pPr algn="ctr">
              <a:spcBef>
                <a:spcPts val="0"/>
              </a:spcBef>
              <a:spcAft>
                <a:spcPts val="0"/>
              </a:spcAft>
            </a:pPr>
            <a:r>
              <a:rPr sz="1400" b="1" i="0">
                <a:solidFill>
                  <a:srgbClr val="D5FB00"/>
                </a:solidFill>
                <a:latin typeface="Segoe UI"/>
              </a:rPr>
              <a:t>2</a:t>
            </a:r>
          </a:p>
        </p:txBody>
      </p:sp>
      <p:sp>
        <p:nvSpPr>
          <p:cNvPr id="18" name="TextBox 17"/>
          <p:cNvSpPr txBox="1"/>
          <p:nvPr/>
        </p:nvSpPr>
        <p:spPr>
          <a:xfrm>
            <a:off x="1078992" y="3465576"/>
            <a:ext cx="3611880" cy="566928"/>
          </a:xfrm>
          <a:prstGeom prst="rect">
            <a:avLst/>
          </a:prstGeom>
          <a:noFill/>
        </p:spPr>
        <p:txBody>
          <a:bodyPr wrap="square" lIns="0" rIns="0" tIns="0" bIns="0" anchor="ctr">
            <a:spAutoFit/>
          </a:bodyPr>
          <a:lstStyle/>
          <a:p>
            <a:pPr algn="l">
              <a:lnSpc>
                <a:spcPct val="114000"/>
              </a:lnSpc>
              <a:spcBef>
                <a:spcPts val="0"/>
              </a:spcBef>
              <a:spcAft>
                <a:spcPts val="0"/>
              </a:spcAft>
            </a:pPr>
            <a:r>
              <a:rPr sz="1300" b="1" i="0">
                <a:solidFill>
                  <a:srgbClr val="051C2C"/>
                </a:solidFill>
                <a:latin typeface="Segoe UI"/>
              </a:rPr>
              <a:t>Document 10 parameter validations against the WPS</a:t>
            </a:r>
          </a:p>
        </p:txBody>
      </p:sp>
      <p:sp>
        <p:nvSpPr>
          <p:cNvPr id="19" name="TextBox 18"/>
          <p:cNvSpPr txBox="1"/>
          <p:nvPr/>
        </p:nvSpPr>
        <p:spPr>
          <a:xfrm>
            <a:off x="4846320" y="3465576"/>
            <a:ext cx="3108960" cy="566928"/>
          </a:xfrm>
          <a:prstGeom prst="rect">
            <a:avLst/>
          </a:prstGeom>
          <a:noFill/>
        </p:spPr>
        <p:txBody>
          <a:bodyPr wrap="square" lIns="0" rIns="0" tIns="0" bIns="0" anchor="ctr">
            <a:spAutoFit/>
          </a:bodyPr>
          <a:lstStyle/>
          <a:p>
            <a:pPr algn="l">
              <a:lnSpc>
                <a:spcPct val="114000"/>
              </a:lnSpc>
              <a:spcBef>
                <a:spcPts val="0"/>
              </a:spcBef>
              <a:spcAft>
                <a:spcPts val="0"/>
              </a:spcAft>
            </a:pPr>
            <a:r>
              <a:rPr sz="1250" b="0" i="0">
                <a:solidFill>
                  <a:srgbClr val="051C2C"/>
                </a:solidFill>
                <a:latin typeface="Segoe UI"/>
              </a:rPr>
              <a:t>Closes Level L</a:t>
            </a:r>
          </a:p>
        </p:txBody>
      </p:sp>
      <p:sp>
        <p:nvSpPr>
          <p:cNvPr id="20" name="TextBox 19"/>
          <p:cNvSpPr txBox="1"/>
          <p:nvPr/>
        </p:nvSpPr>
        <p:spPr>
          <a:xfrm>
            <a:off x="8138160" y="3465576"/>
            <a:ext cx="1371600" cy="566928"/>
          </a:xfrm>
          <a:prstGeom prst="rect">
            <a:avLst/>
          </a:prstGeom>
          <a:noFill/>
        </p:spPr>
        <p:txBody>
          <a:bodyPr wrap="square" lIns="0" rIns="0" tIns="0" bIns="0" anchor="ctr">
            <a:spAutoFit/>
          </a:bodyPr>
          <a:lstStyle/>
          <a:p>
            <a:pPr algn="l">
              <a:lnSpc>
                <a:spcPct val="114000"/>
              </a:lnSpc>
              <a:spcBef>
                <a:spcPts val="0"/>
              </a:spcBef>
              <a:spcAft>
                <a:spcPts val="0"/>
              </a:spcAft>
            </a:pPr>
            <a:r>
              <a:rPr sz="1250" b="1" i="0">
                <a:solidFill>
                  <a:srgbClr val="0033A0"/>
                </a:solidFill>
                <a:latin typeface="Segoe UI"/>
              </a:rPr>
              <a:t>Oct – Nov</a:t>
            </a:r>
          </a:p>
        </p:txBody>
      </p:sp>
      <p:sp>
        <p:nvSpPr>
          <p:cNvPr id="21" name="TextBox 20"/>
          <p:cNvSpPr txBox="1"/>
          <p:nvPr/>
        </p:nvSpPr>
        <p:spPr>
          <a:xfrm>
            <a:off x="9601200" y="3465576"/>
            <a:ext cx="2194560" cy="566928"/>
          </a:xfrm>
          <a:prstGeom prst="rect">
            <a:avLst/>
          </a:prstGeom>
          <a:noFill/>
        </p:spPr>
        <p:txBody>
          <a:bodyPr wrap="square" lIns="0" rIns="0" tIns="0" bIns="0" anchor="ctr">
            <a:spAutoFit/>
          </a:bodyPr>
          <a:lstStyle/>
          <a:p>
            <a:pPr algn="l">
              <a:lnSpc>
                <a:spcPct val="114000"/>
              </a:lnSpc>
              <a:spcBef>
                <a:spcPts val="0"/>
              </a:spcBef>
              <a:spcAft>
                <a:spcPts val="0"/>
              </a:spcAft>
            </a:pPr>
            <a:r>
              <a:rPr sz="1200" b="0" i="0">
                <a:solidFill>
                  <a:srgbClr val="6E7C87"/>
                </a:solidFill>
                <a:latin typeface="Segoe UI"/>
              </a:rPr>
              <a:t>Access to parameter sheets</a:t>
            </a:r>
          </a:p>
        </p:txBody>
      </p:sp>
      <p:sp>
        <p:nvSpPr>
          <p:cNvPr id="22" name="Rectangle 21"/>
          <p:cNvSpPr/>
          <p:nvPr/>
        </p:nvSpPr>
        <p:spPr>
          <a:xfrm>
            <a:off x="457200" y="4178808"/>
            <a:ext cx="11274552" cy="859536"/>
          </a:xfrm>
          <a:prstGeom prst="rect">
            <a:avLst/>
          </a:prstGeom>
          <a:solidFill>
            <a:srgbClr val="F4F6F7"/>
          </a:solidFill>
          <a:ln>
            <a:noFill/>
          </a:ln>
          <a:effectLst/>
        </p:spPr>
        <p:txBody>
          <a:bodyPr rtlCol="0" anchor="ctr" wrap="square" lIns="0" rIns="0" tIns="0" bIns="0"/>
          <a:lstStyle/>
          <a:p>
            <a:pPr algn="ctr"/>
          </a:p>
        </p:txBody>
      </p:sp>
      <p:sp>
        <p:nvSpPr>
          <p:cNvPr id="23" name="Oval 22"/>
          <p:cNvSpPr/>
          <p:nvPr/>
        </p:nvSpPr>
        <p:spPr>
          <a:xfrm>
            <a:off x="566928" y="4370832"/>
            <a:ext cx="365760" cy="365760"/>
          </a:xfrm>
          <a:prstGeom prst="ellipse">
            <a:avLst/>
          </a:prstGeom>
          <a:solidFill>
            <a:srgbClr val="051C2C"/>
          </a:solidFill>
          <a:ln>
            <a:noFill/>
          </a:ln>
          <a:effectLst/>
        </p:spPr>
        <p:txBody>
          <a:bodyPr rtlCol="0" anchor="ctr" wrap="square" lIns="0" rIns="0" tIns="0" bIns="0"/>
          <a:lstStyle/>
          <a:p>
            <a:pPr algn="ctr">
              <a:spcBef>
                <a:spcPts val="0"/>
              </a:spcBef>
              <a:spcAft>
                <a:spcPts val="0"/>
              </a:spcAft>
            </a:pPr>
            <a:r>
              <a:rPr sz="1400" b="1" i="0">
                <a:solidFill>
                  <a:srgbClr val="D5FB00"/>
                </a:solidFill>
                <a:latin typeface="Segoe UI"/>
              </a:rPr>
              <a:t>3</a:t>
            </a:r>
          </a:p>
        </p:txBody>
      </p:sp>
      <p:sp>
        <p:nvSpPr>
          <p:cNvPr id="24" name="TextBox 23"/>
          <p:cNvSpPr txBox="1"/>
          <p:nvPr/>
        </p:nvSpPr>
        <p:spPr>
          <a:xfrm>
            <a:off x="1078992" y="4370832"/>
            <a:ext cx="3611880" cy="566928"/>
          </a:xfrm>
          <a:prstGeom prst="rect">
            <a:avLst/>
          </a:prstGeom>
          <a:noFill/>
        </p:spPr>
        <p:txBody>
          <a:bodyPr wrap="square" lIns="0" rIns="0" tIns="0" bIns="0" anchor="ctr">
            <a:spAutoFit/>
          </a:bodyPr>
          <a:lstStyle/>
          <a:p>
            <a:pPr algn="l">
              <a:lnSpc>
                <a:spcPct val="114000"/>
              </a:lnSpc>
              <a:spcBef>
                <a:spcPts val="0"/>
              </a:spcBef>
              <a:spcAft>
                <a:spcPts val="0"/>
              </a:spcAft>
            </a:pPr>
            <a:r>
              <a:rPr sz="1300" b="1" i="0">
                <a:solidFill>
                  <a:srgbClr val="051C2C"/>
                </a:solidFill>
                <a:latin typeface="Segoe UI"/>
              </a:rPr>
              <a:t>Create one welding program in SKS, supervised</a:t>
            </a:r>
          </a:p>
        </p:txBody>
      </p:sp>
      <p:sp>
        <p:nvSpPr>
          <p:cNvPr id="25" name="TextBox 24"/>
          <p:cNvSpPr txBox="1"/>
          <p:nvPr/>
        </p:nvSpPr>
        <p:spPr>
          <a:xfrm>
            <a:off x="4846320" y="4370832"/>
            <a:ext cx="3108960" cy="566928"/>
          </a:xfrm>
          <a:prstGeom prst="rect">
            <a:avLst/>
          </a:prstGeom>
          <a:noFill/>
        </p:spPr>
        <p:txBody>
          <a:bodyPr wrap="square" lIns="0" rIns="0" tIns="0" bIns="0" anchor="ctr">
            <a:spAutoFit/>
          </a:bodyPr>
          <a:lstStyle/>
          <a:p>
            <a:pPr algn="l">
              <a:lnSpc>
                <a:spcPct val="114000"/>
              </a:lnSpc>
              <a:spcBef>
                <a:spcPts val="0"/>
              </a:spcBef>
              <a:spcAft>
                <a:spcPts val="0"/>
              </a:spcAft>
            </a:pPr>
            <a:r>
              <a:rPr sz="1250" b="0" i="0">
                <a:solidFill>
                  <a:srgbClr val="051C2C"/>
                </a:solidFill>
                <a:latin typeface="Segoe UI"/>
              </a:rPr>
              <a:t>Opens Level U</a:t>
            </a:r>
          </a:p>
        </p:txBody>
      </p:sp>
      <p:sp>
        <p:nvSpPr>
          <p:cNvPr id="26" name="TextBox 25"/>
          <p:cNvSpPr txBox="1"/>
          <p:nvPr/>
        </p:nvSpPr>
        <p:spPr>
          <a:xfrm>
            <a:off x="8138160" y="4370832"/>
            <a:ext cx="1371600" cy="566928"/>
          </a:xfrm>
          <a:prstGeom prst="rect">
            <a:avLst/>
          </a:prstGeom>
          <a:noFill/>
        </p:spPr>
        <p:txBody>
          <a:bodyPr wrap="square" lIns="0" rIns="0" tIns="0" bIns="0" anchor="ctr">
            <a:spAutoFit/>
          </a:bodyPr>
          <a:lstStyle/>
          <a:p>
            <a:pPr algn="l">
              <a:lnSpc>
                <a:spcPct val="114000"/>
              </a:lnSpc>
              <a:spcBef>
                <a:spcPts val="0"/>
              </a:spcBef>
              <a:spcAft>
                <a:spcPts val="0"/>
              </a:spcAft>
            </a:pPr>
            <a:r>
              <a:rPr sz="1250" b="1" i="0">
                <a:solidFill>
                  <a:srgbClr val="0033A0"/>
                </a:solidFill>
                <a:latin typeface="Segoe UI"/>
              </a:rPr>
              <a:t>November</a:t>
            </a:r>
          </a:p>
        </p:txBody>
      </p:sp>
      <p:sp>
        <p:nvSpPr>
          <p:cNvPr id="27" name="TextBox 26"/>
          <p:cNvSpPr txBox="1"/>
          <p:nvPr/>
        </p:nvSpPr>
        <p:spPr>
          <a:xfrm>
            <a:off x="9601200" y="4370832"/>
            <a:ext cx="2194560" cy="566928"/>
          </a:xfrm>
          <a:prstGeom prst="rect">
            <a:avLst/>
          </a:prstGeom>
          <a:noFill/>
        </p:spPr>
        <p:txBody>
          <a:bodyPr wrap="square" lIns="0" rIns="0" tIns="0" bIns="0" anchor="ctr">
            <a:spAutoFit/>
          </a:bodyPr>
          <a:lstStyle/>
          <a:p>
            <a:pPr algn="l">
              <a:lnSpc>
                <a:spcPct val="114000"/>
              </a:lnSpc>
              <a:spcBef>
                <a:spcPts val="0"/>
              </a:spcBef>
              <a:spcAft>
                <a:spcPts val="0"/>
              </a:spcAft>
            </a:pPr>
            <a:r>
              <a:rPr sz="1200" b="0" i="0">
                <a:solidFill>
                  <a:srgbClr val="6E7C87"/>
                </a:solidFill>
                <a:latin typeface="Segoe UI"/>
              </a:rPr>
              <a:t>Cell time and supervision</a:t>
            </a:r>
          </a:p>
        </p:txBody>
      </p:sp>
      <p:sp>
        <p:nvSpPr>
          <p:cNvPr id="28" name="Oval 27"/>
          <p:cNvSpPr/>
          <p:nvPr/>
        </p:nvSpPr>
        <p:spPr>
          <a:xfrm>
            <a:off x="566928" y="5276088"/>
            <a:ext cx="365760" cy="365760"/>
          </a:xfrm>
          <a:prstGeom prst="ellipse">
            <a:avLst/>
          </a:prstGeom>
          <a:solidFill>
            <a:srgbClr val="051C2C"/>
          </a:solidFill>
          <a:ln>
            <a:noFill/>
          </a:ln>
          <a:effectLst/>
        </p:spPr>
        <p:txBody>
          <a:bodyPr rtlCol="0" anchor="ctr" wrap="square" lIns="0" rIns="0" tIns="0" bIns="0"/>
          <a:lstStyle/>
          <a:p>
            <a:pPr algn="ctr">
              <a:spcBef>
                <a:spcPts val="0"/>
              </a:spcBef>
              <a:spcAft>
                <a:spcPts val="0"/>
              </a:spcAft>
            </a:pPr>
            <a:r>
              <a:rPr sz="1400" b="1" i="0">
                <a:solidFill>
                  <a:srgbClr val="D5FB00"/>
                </a:solidFill>
                <a:latin typeface="Segoe UI"/>
              </a:rPr>
              <a:t>4</a:t>
            </a:r>
          </a:p>
        </p:txBody>
      </p:sp>
      <p:sp>
        <p:nvSpPr>
          <p:cNvPr id="29" name="TextBox 28"/>
          <p:cNvSpPr txBox="1"/>
          <p:nvPr/>
        </p:nvSpPr>
        <p:spPr>
          <a:xfrm>
            <a:off x="1078992" y="5276088"/>
            <a:ext cx="3611880" cy="566928"/>
          </a:xfrm>
          <a:prstGeom prst="rect">
            <a:avLst/>
          </a:prstGeom>
          <a:noFill/>
        </p:spPr>
        <p:txBody>
          <a:bodyPr wrap="square" lIns="0" rIns="0" tIns="0" bIns="0" anchor="ctr">
            <a:spAutoFit/>
          </a:bodyPr>
          <a:lstStyle/>
          <a:p>
            <a:pPr algn="l">
              <a:lnSpc>
                <a:spcPct val="114000"/>
              </a:lnSpc>
              <a:spcBef>
                <a:spcPts val="0"/>
              </a:spcBef>
              <a:spcAft>
                <a:spcPts val="0"/>
              </a:spcAft>
            </a:pPr>
            <a:r>
              <a:rPr sz="1300" b="1" i="0">
                <a:solidFill>
                  <a:srgbClr val="051C2C"/>
                </a:solidFill>
                <a:latin typeface="Segoe UI"/>
              </a:rPr>
              <a:t>Take one improvement idea to implementation</a:t>
            </a:r>
          </a:p>
        </p:txBody>
      </p:sp>
      <p:sp>
        <p:nvSpPr>
          <p:cNvPr id="30" name="TextBox 29"/>
          <p:cNvSpPr txBox="1"/>
          <p:nvPr/>
        </p:nvSpPr>
        <p:spPr>
          <a:xfrm>
            <a:off x="4846320" y="5276088"/>
            <a:ext cx="3108960" cy="566928"/>
          </a:xfrm>
          <a:prstGeom prst="rect">
            <a:avLst/>
          </a:prstGeom>
          <a:noFill/>
        </p:spPr>
        <p:txBody>
          <a:bodyPr wrap="square" lIns="0" rIns="0" tIns="0" bIns="0" anchor="ctr">
            <a:spAutoFit/>
          </a:bodyPr>
          <a:lstStyle/>
          <a:p>
            <a:pPr algn="l">
              <a:lnSpc>
                <a:spcPct val="114000"/>
              </a:lnSpc>
              <a:spcBef>
                <a:spcPts val="0"/>
              </a:spcBef>
              <a:spcAft>
                <a:spcPts val="0"/>
              </a:spcAft>
            </a:pPr>
            <a:r>
              <a:rPr sz="1250" b="0" i="0">
                <a:solidFill>
                  <a:srgbClr val="051C2C"/>
                </a:solidFill>
                <a:latin typeface="Segoe UI"/>
              </a:rPr>
              <a:t>First Level O evidence</a:t>
            </a:r>
          </a:p>
        </p:txBody>
      </p:sp>
      <p:sp>
        <p:nvSpPr>
          <p:cNvPr id="31" name="TextBox 30"/>
          <p:cNvSpPr txBox="1"/>
          <p:nvPr/>
        </p:nvSpPr>
        <p:spPr>
          <a:xfrm>
            <a:off x="8138160" y="5276088"/>
            <a:ext cx="1371600" cy="566928"/>
          </a:xfrm>
          <a:prstGeom prst="rect">
            <a:avLst/>
          </a:prstGeom>
          <a:noFill/>
        </p:spPr>
        <p:txBody>
          <a:bodyPr wrap="square" lIns="0" rIns="0" tIns="0" bIns="0" anchor="ctr">
            <a:spAutoFit/>
          </a:bodyPr>
          <a:lstStyle/>
          <a:p>
            <a:pPr algn="l">
              <a:lnSpc>
                <a:spcPct val="114000"/>
              </a:lnSpc>
              <a:spcBef>
                <a:spcPts val="0"/>
              </a:spcBef>
              <a:spcAft>
                <a:spcPts val="0"/>
              </a:spcAft>
            </a:pPr>
            <a:r>
              <a:rPr sz="1250" b="1" i="0">
                <a:solidFill>
                  <a:srgbClr val="0033A0"/>
                </a:solidFill>
                <a:latin typeface="Segoe UI"/>
              </a:rPr>
              <a:t>Nov – Dec</a:t>
            </a:r>
          </a:p>
        </p:txBody>
      </p:sp>
      <p:sp>
        <p:nvSpPr>
          <p:cNvPr id="32" name="TextBox 31"/>
          <p:cNvSpPr txBox="1"/>
          <p:nvPr/>
        </p:nvSpPr>
        <p:spPr>
          <a:xfrm>
            <a:off x="9601200" y="5276088"/>
            <a:ext cx="2194560" cy="566928"/>
          </a:xfrm>
          <a:prstGeom prst="rect">
            <a:avLst/>
          </a:prstGeom>
          <a:noFill/>
        </p:spPr>
        <p:txBody>
          <a:bodyPr wrap="square" lIns="0" rIns="0" tIns="0" bIns="0" anchor="ctr">
            <a:spAutoFit/>
          </a:bodyPr>
          <a:lstStyle/>
          <a:p>
            <a:pPr algn="l">
              <a:lnSpc>
                <a:spcPct val="114000"/>
              </a:lnSpc>
              <a:spcBef>
                <a:spcPts val="0"/>
              </a:spcBef>
              <a:spcAft>
                <a:spcPts val="0"/>
              </a:spcAft>
            </a:pPr>
            <a:r>
              <a:rPr sz="1200" b="0" i="0">
                <a:solidFill>
                  <a:srgbClr val="6E7C87"/>
                </a:solidFill>
                <a:latin typeface="Segoe UI"/>
              </a:rPr>
              <a:t>A sponsor for the idea</a:t>
            </a:r>
          </a:p>
        </p:txBody>
      </p:sp>
      <p:sp>
        <p:nvSpPr>
          <p:cNvPr id="33" name="TextBox 32"/>
          <p:cNvSpPr txBox="1"/>
          <p:nvPr/>
        </p:nvSpPr>
        <p:spPr>
          <a:xfrm>
            <a:off x="457200" y="6144768"/>
            <a:ext cx="11274552" cy="274320"/>
          </a:xfrm>
          <a:prstGeom prst="rect">
            <a:avLst/>
          </a:prstGeom>
          <a:noFill/>
        </p:spPr>
        <p:txBody>
          <a:bodyPr wrap="square" lIns="0" rIns="0" tIns="0" bIns="0" anchor="t">
            <a:spAutoFit/>
          </a:bodyPr>
          <a:lstStyle/>
          <a:p>
            <a:pPr algn="l">
              <a:spcBef>
                <a:spcPts val="0"/>
              </a:spcBef>
              <a:spcAft>
                <a:spcPts val="0"/>
              </a:spcAft>
            </a:pPr>
            <a:r>
              <a:rPr sz="1300" b="1" i="0">
                <a:solidFill>
                  <a:srgbClr val="051C2C"/>
                </a:solidFill>
                <a:latin typeface="Segoe UI"/>
              </a:rPr>
              <a:t>None of this needs budget. It needs calendar.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620256"/>
            <a:ext cx="3657600" cy="182880"/>
          </a:xfrm>
          <a:prstGeom prst="rect">
            <a:avLst/>
          </a:prstGeom>
          <a:noFill/>
        </p:spPr>
        <p:txBody>
          <a:bodyPr wrap="square" lIns="0" rIns="0" tIns="0" bIns="0" anchor="t">
            <a:spAutoFit/>
          </a:bodyPr>
          <a:lstStyle/>
          <a:p>
            <a:pPr algn="l">
              <a:spcBef>
                <a:spcPts val="0"/>
              </a:spcBef>
              <a:spcAft>
                <a:spcPts val="0"/>
              </a:spcAft>
            </a:pPr>
            <a:r>
              <a:rPr sz="800" b="0" i="0">
                <a:solidFill>
                  <a:srgbClr val="9FAFBA"/>
                </a:solidFill>
                <a:latin typeface="Segoe UI"/>
              </a:rPr>
              <a:t>TENNECO CONFIDENTIAL</a:t>
            </a:r>
          </a:p>
        </p:txBody>
      </p:sp>
      <p:sp>
        <p:nvSpPr>
          <p:cNvPr id="3" name="TextBox 2"/>
          <p:cNvSpPr txBox="1"/>
          <p:nvPr/>
        </p:nvSpPr>
        <p:spPr>
          <a:xfrm>
            <a:off x="11064240" y="6601968"/>
            <a:ext cx="502920" cy="219456"/>
          </a:xfrm>
          <a:prstGeom prst="rect">
            <a:avLst/>
          </a:prstGeom>
          <a:noFill/>
        </p:spPr>
        <p:txBody>
          <a:bodyPr wrap="square" lIns="0" rIns="0" tIns="0" bIns="0" anchor="t">
            <a:spAutoFit/>
          </a:bodyPr>
          <a:lstStyle/>
          <a:p>
            <a:pPr algn="r">
              <a:spcBef>
                <a:spcPts val="0"/>
              </a:spcBef>
              <a:spcAft>
                <a:spcPts val="0"/>
              </a:spcAft>
            </a:pPr>
            <a:r>
              <a:rPr sz="900" b="0" i="0">
                <a:solidFill>
                  <a:srgbClr val="9FAFBA"/>
                </a:solidFill>
                <a:latin typeface="Segoe UI"/>
              </a:rPr>
              <a:t>11</a:t>
            </a:r>
          </a:p>
        </p:txBody>
      </p:sp>
      <p:cxnSp>
        <p:nvCxnSpPr>
          <p:cNvPr id="4" name="Connector 3"/>
          <p:cNvCxnSpPr/>
          <p:nvPr/>
        </p:nvCxnSpPr>
        <p:spPr>
          <a:xfrm>
            <a:off x="484632" y="603504"/>
            <a:ext cx="630936" cy="0"/>
          </a:xfrm>
          <a:prstGeom prst="line">
            <a:avLst/>
          </a:prstGeom>
          <a:ln w="28575">
            <a:solidFill>
              <a:srgbClr val="D5FB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786384"/>
            <a:ext cx="11338560" cy="658368"/>
          </a:xfrm>
          <a:prstGeom prst="rect">
            <a:avLst/>
          </a:prstGeom>
          <a:noFill/>
        </p:spPr>
        <p:txBody>
          <a:bodyPr wrap="square" lIns="0" rIns="0" tIns="0" bIns="0" anchor="t">
            <a:spAutoFit/>
          </a:bodyPr>
          <a:lstStyle/>
          <a:p>
            <a:pPr algn="l">
              <a:spcBef>
                <a:spcPts val="0"/>
              </a:spcBef>
              <a:spcAft>
                <a:spcPts val="0"/>
              </a:spcAft>
            </a:pPr>
            <a:r>
              <a:rPr sz="3400" b="1" i="0">
                <a:solidFill>
                  <a:srgbClr val="D5FB00"/>
                </a:solidFill>
                <a:latin typeface="Segoe UI"/>
              </a:rPr>
              <a:t>Conclusions</a:t>
            </a:r>
          </a:p>
        </p:txBody>
      </p:sp>
      <p:sp>
        <p:nvSpPr>
          <p:cNvPr id="6" name="TextBox 5"/>
          <p:cNvSpPr txBox="1"/>
          <p:nvPr/>
        </p:nvSpPr>
        <p:spPr>
          <a:xfrm>
            <a:off x="457200" y="1700784"/>
            <a:ext cx="731520" cy="457200"/>
          </a:xfrm>
          <a:prstGeom prst="rect">
            <a:avLst/>
          </a:prstGeom>
          <a:noFill/>
        </p:spPr>
        <p:txBody>
          <a:bodyPr wrap="square" lIns="0" rIns="0" tIns="0" bIns="0" anchor="t">
            <a:spAutoFit/>
          </a:bodyPr>
          <a:lstStyle/>
          <a:p>
            <a:pPr algn="l">
              <a:spcBef>
                <a:spcPts val="0"/>
              </a:spcBef>
              <a:spcAft>
                <a:spcPts val="0"/>
              </a:spcAft>
            </a:pPr>
            <a:r>
              <a:rPr sz="2600" b="1" i="0">
                <a:solidFill>
                  <a:srgbClr val="D5FB00"/>
                </a:solidFill>
                <a:latin typeface="Segoe UI"/>
              </a:rPr>
              <a:t>01</a:t>
            </a:r>
          </a:p>
        </p:txBody>
      </p:sp>
      <p:sp>
        <p:nvSpPr>
          <p:cNvPr id="7" name="TextBox 6"/>
          <p:cNvSpPr txBox="1"/>
          <p:nvPr/>
        </p:nvSpPr>
        <p:spPr>
          <a:xfrm>
            <a:off x="1298448" y="1719072"/>
            <a:ext cx="9692640" cy="457200"/>
          </a:xfrm>
          <a:prstGeom prst="rect">
            <a:avLst/>
          </a:prstGeom>
          <a:noFill/>
        </p:spPr>
        <p:txBody>
          <a:bodyPr wrap="square" lIns="0" rIns="0" tIns="0" bIns="0" anchor="t">
            <a:spAutoFit/>
          </a:bodyPr>
          <a:lstStyle/>
          <a:p>
            <a:pPr algn="l">
              <a:spcBef>
                <a:spcPts val="0"/>
              </a:spcBef>
              <a:spcAft>
                <a:spcPts val="0"/>
              </a:spcAft>
            </a:pPr>
            <a:r>
              <a:rPr sz="2000" b="1" i="0">
                <a:solidFill>
                  <a:srgbClr val="FFFFFF"/>
                </a:solidFill>
                <a:latin typeface="Segoe UI"/>
              </a:rPr>
              <a:t>I am real at Level L, and honest about Level I.</a:t>
            </a:r>
          </a:p>
          <a:p>
            <a:pPr>
              <a:lnSpc>
                <a:spcPct val="120000"/>
              </a:lnSpc>
              <a:spcBef>
                <a:spcPts val="700"/>
              </a:spcBef>
              <a:spcAft>
                <a:spcPts val="0"/>
              </a:spcAft>
            </a:pPr>
            <a:r>
              <a:rPr sz="1350" b="0" i="0">
                <a:solidFill>
                  <a:srgbClr val="C6CDD1"/>
                </a:solidFill>
                <a:latin typeface="Segoe UI"/>
              </a:rPr>
              <a:t>Four skills I execute with nobody watching. But nothing is formally validated yet, and that is the gap that actually matters.</a:t>
            </a:r>
          </a:p>
        </p:txBody>
      </p:sp>
      <p:sp>
        <p:nvSpPr>
          <p:cNvPr id="8" name="TextBox 7"/>
          <p:cNvSpPr txBox="1"/>
          <p:nvPr/>
        </p:nvSpPr>
        <p:spPr>
          <a:xfrm>
            <a:off x="457200" y="3127248"/>
            <a:ext cx="731520" cy="457200"/>
          </a:xfrm>
          <a:prstGeom prst="rect">
            <a:avLst/>
          </a:prstGeom>
          <a:noFill/>
        </p:spPr>
        <p:txBody>
          <a:bodyPr wrap="square" lIns="0" rIns="0" tIns="0" bIns="0" anchor="t">
            <a:spAutoFit/>
          </a:bodyPr>
          <a:lstStyle/>
          <a:p>
            <a:pPr algn="l">
              <a:spcBef>
                <a:spcPts val="0"/>
              </a:spcBef>
              <a:spcAft>
                <a:spcPts val="0"/>
              </a:spcAft>
            </a:pPr>
            <a:r>
              <a:rPr sz="2600" b="1" i="0">
                <a:solidFill>
                  <a:srgbClr val="D5FB00"/>
                </a:solidFill>
                <a:latin typeface="Segoe UI"/>
              </a:rPr>
              <a:t>02</a:t>
            </a:r>
          </a:p>
        </p:txBody>
      </p:sp>
      <p:sp>
        <p:nvSpPr>
          <p:cNvPr id="9" name="TextBox 8"/>
          <p:cNvSpPr txBox="1"/>
          <p:nvPr/>
        </p:nvSpPr>
        <p:spPr>
          <a:xfrm>
            <a:off x="1298448" y="3145536"/>
            <a:ext cx="9692640" cy="457200"/>
          </a:xfrm>
          <a:prstGeom prst="rect">
            <a:avLst/>
          </a:prstGeom>
          <a:noFill/>
        </p:spPr>
        <p:txBody>
          <a:bodyPr wrap="square" lIns="0" rIns="0" tIns="0" bIns="0" anchor="t">
            <a:spAutoFit/>
          </a:bodyPr>
          <a:lstStyle/>
          <a:p>
            <a:pPr algn="l">
              <a:spcBef>
                <a:spcPts val="0"/>
              </a:spcBef>
              <a:spcAft>
                <a:spcPts val="0"/>
              </a:spcAft>
            </a:pPr>
            <a:r>
              <a:rPr sz="2000" b="1" i="0">
                <a:solidFill>
                  <a:srgbClr val="FFFFFF"/>
                </a:solidFill>
                <a:latin typeface="Segoe UI"/>
              </a:rPr>
              <a:t>The floor taught me faster than the schedule would have.</a:t>
            </a:r>
          </a:p>
          <a:p>
            <a:pPr>
              <a:lnSpc>
                <a:spcPct val="120000"/>
              </a:lnSpc>
              <a:spcBef>
                <a:spcPts val="700"/>
              </a:spcBef>
              <a:spcAft>
                <a:spcPts val="0"/>
              </a:spcAft>
            </a:pPr>
            <a:r>
              <a:rPr sz="1350" b="0" i="0">
                <a:solidFill>
                  <a:srgbClr val="C6CDD1"/>
                </a:solidFill>
                <a:latin typeface="Segoe UI"/>
              </a:rPr>
              <a:t>Demand-driven learning built troubleshooting judgment a classroom does not give you. It just did not produce paperwork.</a:t>
            </a:r>
          </a:p>
        </p:txBody>
      </p:sp>
      <p:sp>
        <p:nvSpPr>
          <p:cNvPr id="10" name="TextBox 9"/>
          <p:cNvSpPr txBox="1"/>
          <p:nvPr/>
        </p:nvSpPr>
        <p:spPr>
          <a:xfrm>
            <a:off x="457200" y="4553712"/>
            <a:ext cx="731520" cy="457200"/>
          </a:xfrm>
          <a:prstGeom prst="rect">
            <a:avLst/>
          </a:prstGeom>
          <a:noFill/>
        </p:spPr>
        <p:txBody>
          <a:bodyPr wrap="square" lIns="0" rIns="0" tIns="0" bIns="0" anchor="t">
            <a:spAutoFit/>
          </a:bodyPr>
          <a:lstStyle/>
          <a:p>
            <a:pPr algn="l">
              <a:spcBef>
                <a:spcPts val="0"/>
              </a:spcBef>
              <a:spcAft>
                <a:spcPts val="0"/>
              </a:spcAft>
            </a:pPr>
            <a:r>
              <a:rPr sz="2600" b="1" i="0">
                <a:solidFill>
                  <a:srgbClr val="D5FB00"/>
                </a:solidFill>
                <a:latin typeface="Segoe UI"/>
              </a:rPr>
              <a:t>03</a:t>
            </a:r>
          </a:p>
        </p:txBody>
      </p:sp>
      <p:sp>
        <p:nvSpPr>
          <p:cNvPr id="11" name="TextBox 10"/>
          <p:cNvSpPr txBox="1"/>
          <p:nvPr/>
        </p:nvSpPr>
        <p:spPr>
          <a:xfrm>
            <a:off x="1298448" y="4572000"/>
            <a:ext cx="9692640" cy="457200"/>
          </a:xfrm>
          <a:prstGeom prst="rect">
            <a:avLst/>
          </a:prstGeom>
          <a:noFill/>
        </p:spPr>
        <p:txBody>
          <a:bodyPr wrap="square" lIns="0" rIns="0" tIns="0" bIns="0" anchor="t">
            <a:spAutoFit/>
          </a:bodyPr>
          <a:lstStyle/>
          <a:p>
            <a:pPr algn="l">
              <a:spcBef>
                <a:spcPts val="0"/>
              </a:spcBef>
              <a:spcAft>
                <a:spcPts val="0"/>
              </a:spcAft>
            </a:pPr>
            <a:r>
              <a:rPr sz="2000" b="1" i="0">
                <a:solidFill>
                  <a:srgbClr val="FFFFFF"/>
                </a:solidFill>
                <a:latin typeface="Segoe UI"/>
              </a:rPr>
              <a:t>Fourteen weeks left, and a plan for them.</a:t>
            </a:r>
          </a:p>
          <a:p>
            <a:pPr>
              <a:lnSpc>
                <a:spcPct val="120000"/>
              </a:lnSpc>
              <a:spcBef>
                <a:spcPts val="700"/>
              </a:spcBef>
              <a:spcAft>
                <a:spcPts val="0"/>
              </a:spcAft>
            </a:pPr>
            <a:r>
              <a:rPr sz="1350" b="0" i="0">
                <a:solidFill>
                  <a:srgbClr val="C6CDD1"/>
                </a:solidFill>
                <a:latin typeface="Segoe UI"/>
              </a:rPr>
              <a:t>The four commitments take me from informally capable to formally certified before January 1.</a:t>
            </a:r>
          </a:p>
        </p:txBody>
      </p:sp>
      <p:sp>
        <p:nvSpPr>
          <p:cNvPr id="12" name="Rectangle 11"/>
          <p:cNvSpPr/>
          <p:nvPr/>
        </p:nvSpPr>
        <p:spPr>
          <a:xfrm>
            <a:off x="457200" y="5870448"/>
            <a:ext cx="11274552" cy="18288"/>
          </a:xfrm>
          <a:prstGeom prst="rect">
            <a:avLst/>
          </a:prstGeom>
          <a:solidFill>
            <a:srgbClr val="1B384A"/>
          </a:solidFill>
          <a:ln>
            <a:noFill/>
          </a:ln>
          <a:effectLst/>
        </p:spPr>
        <p:txBody>
          <a:bodyPr rtlCol="0" anchor="ctr" wrap="square" lIns="0" rIns="0" tIns="0" bIns="0"/>
          <a:lstStyle/>
          <a:p>
            <a:pPr algn="ctr"/>
          </a:p>
        </p:txBody>
      </p:sp>
      <p:sp>
        <p:nvSpPr>
          <p:cNvPr id="13" name="TextBox 12"/>
          <p:cNvSpPr txBox="1"/>
          <p:nvPr/>
        </p:nvSpPr>
        <p:spPr>
          <a:xfrm>
            <a:off x="457200" y="6053328"/>
            <a:ext cx="11274552" cy="310896"/>
          </a:xfrm>
          <a:prstGeom prst="rect">
            <a:avLst/>
          </a:prstGeom>
          <a:noFill/>
        </p:spPr>
        <p:txBody>
          <a:bodyPr wrap="square" lIns="0" rIns="0" tIns="0" bIns="0" anchor="t">
            <a:spAutoFit/>
          </a:bodyPr>
          <a:lstStyle/>
          <a:p>
            <a:pPr algn="l">
              <a:spcBef>
                <a:spcPts val="0"/>
              </a:spcBef>
              <a:spcAft>
                <a:spcPts val="0"/>
              </a:spcAft>
            </a:pPr>
            <a:r>
              <a:rPr sz="1500" b="1" i="1">
                <a:solidFill>
                  <a:srgbClr val="D5FB00"/>
                </a:solidFill>
                <a:latin typeface="Segoe UI"/>
              </a:rPr>
              <a:t>Trust first, then the torch. That is how I read WIN.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1572768"/>
            <a:ext cx="12191695" cy="731520"/>
          </a:xfrm>
          <a:prstGeom prst="rect">
            <a:avLst/>
          </a:prstGeom>
          <a:noFill/>
        </p:spPr>
        <p:txBody>
          <a:bodyPr wrap="square" lIns="0" rIns="0" tIns="0" bIns="0" anchor="t">
            <a:spAutoFit/>
          </a:bodyPr>
          <a:lstStyle/>
          <a:p>
            <a:pPr algn="ctr">
              <a:spcBef>
                <a:spcPts val="0"/>
              </a:spcBef>
              <a:spcAft>
                <a:spcPts val="0"/>
              </a:spcAft>
            </a:pPr>
            <a:r>
              <a:rPr sz="4400" b="1" i="0">
                <a:solidFill>
                  <a:srgbClr val="FFFFFF"/>
                </a:solidFill>
                <a:latin typeface="Segoe UI"/>
              </a:rPr>
              <a:t>Thank you</a:t>
            </a:r>
          </a:p>
        </p:txBody>
      </p:sp>
      <p:sp>
        <p:nvSpPr>
          <p:cNvPr id="3" name="TextBox 2"/>
          <p:cNvSpPr txBox="1"/>
          <p:nvPr/>
        </p:nvSpPr>
        <p:spPr>
          <a:xfrm>
            <a:off x="0" y="2395728"/>
            <a:ext cx="12191695" cy="310896"/>
          </a:xfrm>
          <a:prstGeom prst="rect">
            <a:avLst/>
          </a:prstGeom>
          <a:noFill/>
        </p:spPr>
        <p:txBody>
          <a:bodyPr wrap="square" lIns="0" rIns="0" tIns="0" bIns="0" anchor="t">
            <a:spAutoFit/>
          </a:bodyPr>
          <a:lstStyle/>
          <a:p>
            <a:pPr algn="ctr">
              <a:spcBef>
                <a:spcPts val="0"/>
              </a:spcBef>
              <a:spcAft>
                <a:spcPts val="0"/>
              </a:spcAft>
            </a:pPr>
            <a:r>
              <a:rPr sz="1700" b="1" i="0">
                <a:solidFill>
                  <a:srgbClr val="D5FB00"/>
                </a:solidFill>
                <a:latin typeface="Segoe UI"/>
              </a:rPr>
              <a:t>Questions?</a:t>
            </a:r>
          </a:p>
        </p:txBody>
      </p:sp>
      <p:sp>
        <p:nvSpPr>
          <p:cNvPr id="4" name="TextBox 3"/>
          <p:cNvSpPr txBox="1"/>
          <p:nvPr/>
        </p:nvSpPr>
        <p:spPr>
          <a:xfrm>
            <a:off x="0" y="4169663"/>
            <a:ext cx="12191695" cy="566928"/>
          </a:xfrm>
          <a:prstGeom prst="rect">
            <a:avLst/>
          </a:prstGeom>
          <a:noFill/>
        </p:spPr>
        <p:txBody>
          <a:bodyPr wrap="square" lIns="0" rIns="0" tIns="0" bIns="0" anchor="t">
            <a:spAutoFit/>
          </a:bodyPr>
          <a:lstStyle/>
          <a:p>
            <a:pPr algn="ctr">
              <a:spcBef>
                <a:spcPts val="0"/>
              </a:spcBef>
              <a:spcAft>
                <a:spcPts val="0"/>
              </a:spcAft>
            </a:pPr>
            <a:r>
              <a:rPr sz="1500" b="0" i="0">
                <a:solidFill>
                  <a:srgbClr val="FFFFFF"/>
                </a:solidFill>
                <a:latin typeface="Segoe UI"/>
              </a:rPr>
              <a:t>Diego Adair de León Márquez</a:t>
            </a:r>
          </a:p>
          <a:p>
            <a:pPr algn="ctr">
              <a:spcBef>
                <a:spcPts val="600"/>
              </a:spcBef>
              <a:spcAft>
                <a:spcPts val="0"/>
              </a:spcAft>
            </a:pPr>
            <a:r>
              <a:rPr sz="1150" b="0" i="0">
                <a:solidFill>
                  <a:srgbClr val="C6CDD1"/>
                </a:solidFill>
                <a:latin typeface="Segoe UI"/>
              </a:rPr>
              <a:t>Robotic Welding  ·  Engineering  ·  Tenneco Aguascalientes</a:t>
            </a:r>
          </a:p>
        </p:txBody>
      </p:sp>
    </p:spTree>
  </p:cSld>
  <p:clrMapOvr>
    <a:masterClrMapping/>
  </p:clrMapOvr>
</p:sld>
</file>

<file path=ppt/theme/theme1.xml><?xml version="1.0" encoding="utf-8"?>
<a:theme xmlns:a="http://schemas.openxmlformats.org/drawingml/2006/main" name="1_White">
  <a:themeElements>
    <a:clrScheme name="Tenneco Color 25">
      <a:dk1>
        <a:srgbClr val="000000"/>
      </a:dk1>
      <a:lt1>
        <a:srgbClr val="FFFFFF"/>
      </a:lt1>
      <a:dk2>
        <a:srgbClr val="051C2C"/>
      </a:dk2>
      <a:lt2>
        <a:srgbClr val="E8EBEC"/>
      </a:lt2>
      <a:accent1>
        <a:srgbClr val="0033A0"/>
      </a:accent1>
      <a:accent2>
        <a:srgbClr val="D5FB00"/>
      </a:accent2>
      <a:accent3>
        <a:srgbClr val="75F0E7"/>
      </a:accent3>
      <a:accent4>
        <a:srgbClr val="001D34"/>
      </a:accent4>
      <a:accent5>
        <a:srgbClr val="C6CDD1"/>
      </a:accent5>
      <a:accent6>
        <a:srgbClr val="0033A0"/>
      </a:accent6>
      <a:hlink>
        <a:srgbClr val="005CA6"/>
      </a:hlink>
      <a:folHlink>
        <a:srgbClr val="00B050"/>
      </a:folHlink>
    </a:clrScheme>
    <a:fontScheme name="Tenneco">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solidFill>
              <a:schemeClr val="accent1"/>
            </a:solidFill>
          </a:defRPr>
        </a:defPPr>
      </a:lstStyle>
      <a:style>
        <a:lnRef idx="1">
          <a:schemeClr val="accent1"/>
        </a:lnRef>
        <a:fillRef idx="3">
          <a:schemeClr val="accent1"/>
        </a:fillRef>
        <a:effectRef idx="2">
          <a:schemeClr val="accent1"/>
        </a:effectRef>
        <a:fontRef idx="minor">
          <a:schemeClr val="lt1"/>
        </a:fontRef>
      </a:style>
    </a:spDef>
    <a:lnDef>
      <a:spPr>
        <a:ln w="12700">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FB157E22-A02F-4FAF-A2FB-73BD9D9D4FFB}" vid="{EF3754FB-E33A-4020-9705-0817439DFC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20B4C10F8A3B04DA4DBE0F0A3904D74" ma:contentTypeVersion="16" ma:contentTypeDescription="Create a new document." ma:contentTypeScope="" ma:versionID="52f2129a391aed5232fef677c67f3900">
  <xsd:schema xmlns:xsd="http://www.w3.org/2001/XMLSchema" xmlns:xs="http://www.w3.org/2001/XMLSchema" xmlns:p="http://schemas.microsoft.com/office/2006/metadata/properties" xmlns:ns3="5c14cc6d-e40f-4b2d-a417-eec04fa8d460" xmlns:ns4="ceee2a82-2205-4a84-b9c6-2fd18c27ec94" targetNamespace="http://schemas.microsoft.com/office/2006/metadata/properties" ma:root="true" ma:fieldsID="f156e9a2547d43c7295749e76bd37f10" ns3:_="" ns4:_="">
    <xsd:import namespace="5c14cc6d-e40f-4b2d-a417-eec04fa8d460"/>
    <xsd:import namespace="ceee2a82-2205-4a84-b9c6-2fd18c27ec94"/>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MediaServiceOCR" minOccurs="0"/>
                <xsd:element ref="ns3:MediaServiceLocation" minOccurs="0"/>
                <xsd:element ref="ns4:SharedWithUsers" minOccurs="0"/>
                <xsd:element ref="ns4:SharedWithDetails" minOccurs="0"/>
                <xsd:element ref="ns4:SharingHintHash" minOccurs="0"/>
                <xsd:element ref="ns3:_activity"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14cc6d-e40f-4b2d-a417-eec04fa8d4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eee2a82-2205-4a84-b9c6-2fd18c27ec94"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5c14cc6d-e40f-4b2d-a417-eec04fa8d46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B66201A-1EA5-482A-9784-C5B52D8AB37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c14cc6d-e40f-4b2d-a417-eec04fa8d460"/>
    <ds:schemaRef ds:uri="ceee2a82-2205-4a84-b9c6-2fd18c27ec9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85D069B-D1CD-4CA8-B708-14136CD06A0E}">
  <ds:schemaRefs>
    <ds:schemaRef ds:uri="ceee2a82-2205-4a84-b9c6-2fd18c27ec94"/>
    <ds:schemaRef ds:uri="http://schemas.microsoft.com/office/2006/metadata/properties"/>
    <ds:schemaRef ds:uri="http://purl.org/dc/terms/"/>
    <ds:schemaRef ds:uri="http://purl.org/dc/elements/1.1/"/>
    <ds:schemaRef ds:uri="5c14cc6d-e40f-4b2d-a417-eec04fa8d460"/>
    <ds:schemaRef ds:uri="http://schemas.microsoft.com/office/infopath/2007/PartnerControls"/>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A9CD2D24-FE7C-438A-8DC6-540DB837867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Tenneco PPT template.February 2024</Template>
  <TotalTime>4104</TotalTime>
  <Words>575</Words>
  <Application>Microsoft Office PowerPoint</Application>
  <PresentationFormat>Widescreen</PresentationFormat>
  <Paragraphs>295</Paragraphs>
  <Slides>28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Segoe UI</vt:lpstr>
      <vt:lpstr>Wingdings</vt:lpstr>
      <vt:lpstr>1_White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Tenneco Enterprise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Neely, Marissa</dc:creator>
  <cp:lastModifiedBy>Canales, Rocio Vianey</cp:lastModifiedBy>
  <cp:revision>27</cp:revision>
  <dcterms:created xsi:type="dcterms:W3CDTF">2025-02-07T15:41:40Z</dcterms:created>
  <dcterms:modified xsi:type="dcterms:W3CDTF">2026-09-11T16:09:19Z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y fmtid="{D5CDD505-2E9C-101B-9397-08002B2CF9AE}" pid="4" name="TaxKeyword">
    <vt:lpwstr/>
  </property>
  <property fmtid="{D5CDD505-2E9C-101B-9397-08002B2CF9AE}" pid="5" name="Topic">
    <vt:lpwstr/>
  </property>
  <property fmtid="{D5CDD505-2E9C-101B-9397-08002B2CF9AE}" pid="6" name="ContentTypeId">
    <vt:lpwstr>0x010100720B4C10F8A3B04DA4DBE0F0A3904D74</vt:lpwstr>
  </property>
  <property fmtid="{D5CDD505-2E9C-101B-9397-08002B2CF9AE}" pid="7" name="Team">
    <vt:lpwstr>4;#Communications|55433342-d803-4d30-a5b5-f7b631e0c9e4</vt:lpwstr>
  </property>
  <property fmtid="{D5CDD505-2E9C-101B-9397-08002B2CF9AE}" pid="8" name="ResourceType">
    <vt:lpwstr/>
  </property>
  <property fmtid="{D5CDD505-2E9C-101B-9397-08002B2CF9AE}" pid="9" name="TeamType">
    <vt:lpwstr>6;#Function|ae29062b-af98-4a35-a748-b0a4bdb4b1fa</vt:lpwstr>
  </property>
  <property fmtid="{D5CDD505-2E9C-101B-9397-08002B2CF9AE}" pid="10" name="Languages">
    <vt:lpwstr>1;#|94dd1d05-d422-4901-bbbe-44330005c902</vt:lpwstr>
  </property>
  <property fmtid="{D5CDD505-2E9C-101B-9397-08002B2CF9AE}" pid="11" name="MSIP_Label_7303cfa0-d896-4cc6-b4f0-0d6fcb44e974_Enabled">
    <vt:lpwstr>true</vt:lpwstr>
  </property>
  <property fmtid="{D5CDD505-2E9C-101B-9397-08002B2CF9AE}" pid="12" name="MSIP_Label_7303cfa0-d896-4cc6-b4f0-0d6fcb44e974_SetDate">
    <vt:lpwstr>2022-03-08T15:09:46Z</vt:lpwstr>
  </property>
  <property fmtid="{D5CDD505-2E9C-101B-9397-08002B2CF9AE}" pid="13" name="MSIP_Label_7303cfa0-d896-4cc6-b4f0-0d6fcb44e974_Method">
    <vt:lpwstr>Standard</vt:lpwstr>
  </property>
  <property fmtid="{D5CDD505-2E9C-101B-9397-08002B2CF9AE}" pid="14" name="MSIP_Label_7303cfa0-d896-4cc6-b4f0-0d6fcb44e974_Name">
    <vt:lpwstr>General Not Encrypted</vt:lpwstr>
  </property>
  <property fmtid="{D5CDD505-2E9C-101B-9397-08002B2CF9AE}" pid="15" name="MSIP_Label_7303cfa0-d896-4cc6-b4f0-0d6fcb44e974_SiteId">
    <vt:lpwstr>a33489ef-a7bc-48cc-9660-8a2d7703dcc7</vt:lpwstr>
  </property>
  <property fmtid="{D5CDD505-2E9C-101B-9397-08002B2CF9AE}" pid="16" name="MSIP_Label_7303cfa0-d896-4cc6-b4f0-0d6fcb44e974_ActionId">
    <vt:lpwstr>1343a2ce-de59-4d00-aa98-518ac6d980ae</vt:lpwstr>
  </property>
  <property fmtid="{D5CDD505-2E9C-101B-9397-08002B2CF9AE}" pid="17" name="MSIP_Label_7303cfa0-d896-4cc6-b4f0-0d6fcb44e974_ContentBits">
    <vt:lpwstr>0</vt:lpwstr>
  </property>
  <property fmtid="{D5CDD505-2E9C-101B-9397-08002B2CF9AE}" pid="18" name="MediaServiceImageTags">
    <vt:lpwstr/>
  </property>
  <property fmtid="{D5CDD505-2E9C-101B-9397-08002B2CF9AE}" pid="19" name="MSIP_Label_40aec7cc-352d-4b45-bfa1-c0f7d77959a8_Enabled">
    <vt:lpwstr>true</vt:lpwstr>
  </property>
  <property fmtid="{D5CDD505-2E9C-101B-9397-08002B2CF9AE}" pid="20" name="MSIP_Label_40aec7cc-352d-4b45-bfa1-c0f7d77959a8_SetDate">
    <vt:lpwstr>2025-02-25T20:55:55Z</vt:lpwstr>
  </property>
  <property fmtid="{D5CDD505-2E9C-101B-9397-08002B2CF9AE}" pid="21" name="MSIP_Label_40aec7cc-352d-4b45-bfa1-c0f7d77959a8_Method">
    <vt:lpwstr>Privileged</vt:lpwstr>
  </property>
  <property fmtid="{D5CDD505-2E9C-101B-9397-08002B2CF9AE}" pid="22" name="MSIP_Label_40aec7cc-352d-4b45-bfa1-c0f7d77959a8_Name">
    <vt:lpwstr>General Confidential - Tenneco Confidential</vt:lpwstr>
  </property>
  <property fmtid="{D5CDD505-2E9C-101B-9397-08002B2CF9AE}" pid="23" name="MSIP_Label_40aec7cc-352d-4b45-bfa1-c0f7d77959a8_SiteId">
    <vt:lpwstr>6eec918b-f654-44a7-ac1a-abfdb64e694e</vt:lpwstr>
  </property>
  <property fmtid="{D5CDD505-2E9C-101B-9397-08002B2CF9AE}" pid="24" name="MSIP_Label_40aec7cc-352d-4b45-bfa1-c0f7d77959a8_ActionId">
    <vt:lpwstr>42cda4f5-515a-4292-adf7-13e863a999f7</vt:lpwstr>
  </property>
  <property fmtid="{D5CDD505-2E9C-101B-9397-08002B2CF9AE}" pid="25" name="MSIP_Label_40aec7cc-352d-4b45-bfa1-c0f7d77959a8_ContentBits">
    <vt:lpwstr>1</vt:lpwstr>
  </property>
  <property fmtid="{D5CDD505-2E9C-101B-9397-08002B2CF9AE}" pid="26" name="ClassificationContentMarkingHeaderLocations">
    <vt:lpwstr>1_White:9</vt:lpwstr>
  </property>
  <property fmtid="{D5CDD505-2E9C-101B-9397-08002B2CF9AE}" pid="27" name="ClassificationContentMarkingHeaderText">
    <vt:lpwstr>General Confidential - Tenneco Confidential</vt:lpwstr>
  </property>
</Properties>
</file>