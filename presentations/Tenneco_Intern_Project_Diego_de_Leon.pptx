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0" r:id="rId4"/>
  </p:sldMasterIdLst>
  <p:notesMasterIdLst>
    <p:notesMasterId r:id="rId33"/>
  </p:notesMasterIdLst>
  <p:handoutMasterIdLst>
    <p:handoutMasterId r:id="rId34"/>
  </p:handoutMasterIdLst>
  <p:sldIdLst>
    <p:sldId id="2147483645" r:id="rId5"/>
    <p:sldId id="2147483646" r:id="rId12"/>
    <p:sldId id="2147483647" r:id="rId13"/>
    <p:sldId id="256" r:id="rId14"/>
    <p:sldId id="257" r:id="rId15"/>
    <p:sldId id="258" r:id="rId16"/>
    <p:sldId id="259" r:id="rId17"/>
    <p:sldId id="260" r:id="rId18"/>
    <p:sldId id="261" r:id="rId19"/>
    <p:sldId id="262" r:id="rId20"/>
    <p:sldId id="263" r:id="rId21"/>
    <p:sldId id="264" r:id="rId22"/>
    <p:sldId id="265" r:id="rId23"/>
    <p:sldId id="266" r:id="rId24"/>
    <p:sldId id="267" r:id="rId25"/>
  </p:sldIdLst>
  <p:sldSz cx="12192000" cy="6858000"/>
  <p:notesSz cx="7010400" cy="9296400"/>
  <p:defaultTextStyle>
    <a:lvl1pPr marL="0" algn="l" rtl="0" latinLnBrk="0">
      <a:defRPr sz="1800" kern="1200">
        <a:solidFill>
          <a:schemeClr val="tx1"/>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extLst/>
  </p:defaultTextStyle>
  <p:extLst>
    <p:ext uri="{EFAFB233-063F-42B5-8137-9DF3F51BA10A}">
      <p15:sldGuideLst xmlns:p15="http://schemas.microsoft.com/office/powerpoint/2012/main">
        <p15:guide id="1" orient="horz" pos="4320" userDrawn="1">
          <p15:clr>
            <a:srgbClr val="A4A3A4"/>
          </p15:clr>
        </p15:guide>
        <p15:guide id="3" orient="horz" userDrawn="1">
          <p15:clr>
            <a:srgbClr val="A4A3A4"/>
          </p15:clr>
        </p15:guide>
        <p15:guide id="4" pos="3840">
          <p15:clr>
            <a:srgbClr val="A4A3A4"/>
          </p15:clr>
        </p15:guide>
      </p15:sldGuideLst>
    </p:ext>
    <p:ext uri="{2D200454-40CA-4A62-9FC3-DE9A4176ACB9}">
      <p15:notesGuideLst xmlns:p15="http://schemas.microsoft.com/office/powerpoint/2012/main">
        <p15:guide id="1" orient="horz" pos="2839" userDrawn="1">
          <p15:clr>
            <a:srgbClr val="A4A3A4"/>
          </p15:clr>
        </p15:guide>
        <p15:guide id="2" pos="2120" userDrawn="1">
          <p15:clr>
            <a:srgbClr val="A4A3A4"/>
          </p15:clr>
        </p15:guide>
        <p15:guide id="3" orient="horz" pos="2928" userDrawn="1">
          <p15:clr>
            <a:srgbClr val="A4A3A4"/>
          </p15:clr>
        </p15:guide>
        <p15:guide id="4"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a:srgbClr val="8E9CA4"/>
    <a:srgbClr val="051C2C"/>
    <a:srgbClr val="17D3C6"/>
    <a:srgbClr val="002678"/>
    <a:srgbClr val="001D34"/>
    <a:srgbClr val="0033A0"/>
    <a:srgbClr val="60EE91"/>
    <a:srgbClr val="9AF448"/>
    <a:srgbClr val="A0B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23" autoAdjust="0"/>
    <p:restoredTop sz="94660"/>
  </p:normalViewPr>
  <p:slideViewPr>
    <p:cSldViewPr snapToGrid="0">
      <p:cViewPr varScale="1">
        <p:scale>
          <a:sx n="78" d="100"/>
          <a:sy n="78" d="100"/>
        </p:scale>
        <p:origin x="499" y="62"/>
      </p:cViewPr>
      <p:guideLst>
        <p:guide orient="horz" pos="4320"/>
        <p:guide orient="horz"/>
        <p:guide pos="3840"/>
      </p:guideLst>
    </p:cSldViewPr>
  </p:slideViewPr>
  <p:notesTextViewPr>
    <p:cViewPr>
      <p:scale>
        <a:sx n="1" d="1"/>
        <a:sy n="1" d="1"/>
      </p:scale>
      <p:origin x="0" y="0"/>
    </p:cViewPr>
  </p:notesTextViewPr>
  <p:notesViewPr>
    <p:cSldViewPr snapToGrid="0">
      <p:cViewPr varScale="1">
        <p:scale>
          <a:sx n="72" d="100"/>
          <a:sy n="72" d="100"/>
        </p:scale>
        <p:origin x="2974" y="31"/>
      </p:cViewPr>
      <p:guideLst>
        <p:guide orient="horz" pos="2839"/>
        <p:guide pos="2120"/>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2" y="8"/>
            <a:ext cx="3038476" cy="466724"/>
          </a:xfrm>
          <a:prstGeom prst="rect">
            <a:avLst/>
          </a:prstGeom>
        </p:spPr>
        <p:txBody>
          <a:bodyPr vert="horz" lIns="91272" tIns="45639" rIns="91272" bIns="45639" rtlCol="0"/>
          <a:lstStyle>
            <a:lvl1pPr algn="l">
              <a:defRPr sz="1200"/>
            </a:lvl1pPr>
          </a:lstStyle>
          <a:p>
            <a:endParaRPr lang="en-US"/>
          </a:p>
        </p:txBody>
      </p:sp>
      <p:sp>
        <p:nvSpPr>
          <p:cNvPr id="3" name="Date Placeholder 2"/>
          <p:cNvSpPr>
            <a:spLocks noGrp="1"/>
          </p:cNvSpPr>
          <p:nvPr>
            <p:ph type="dt" sz="quarter" idx="1"/>
          </p:nvPr>
        </p:nvSpPr>
        <p:spPr>
          <a:xfrm>
            <a:off x="3970347" y="8"/>
            <a:ext cx="3038476" cy="466724"/>
          </a:xfrm>
          <a:prstGeom prst="rect">
            <a:avLst/>
          </a:prstGeom>
        </p:spPr>
        <p:txBody>
          <a:bodyPr vert="horz" lIns="91272" tIns="45639" rIns="91272" bIns="45639" rtlCol="0"/>
          <a:lstStyle>
            <a:lvl1pPr algn="r">
              <a:defRPr sz="1200"/>
            </a:lvl1pPr>
          </a:lstStyle>
          <a:p>
            <a:fld id="{833996CD-14A4-4580-8179-96CA8C9E6455}" type="datetimeFigureOut">
              <a:rPr lang="en-US" smtClean="0"/>
              <a:t>9/11/2026</a:t>
            </a:fld>
            <a:endParaRPr lang="en-US"/>
          </a:p>
        </p:txBody>
      </p:sp>
      <p:sp>
        <p:nvSpPr>
          <p:cNvPr id="4" name="Footer Placeholder 3"/>
          <p:cNvSpPr>
            <a:spLocks noGrp="1"/>
          </p:cNvSpPr>
          <p:nvPr>
            <p:ph type="ftr" sz="quarter" idx="2"/>
          </p:nvPr>
        </p:nvSpPr>
        <p:spPr>
          <a:xfrm>
            <a:off x="12" y="8829687"/>
            <a:ext cx="3038476" cy="466724"/>
          </a:xfrm>
          <a:prstGeom prst="rect">
            <a:avLst/>
          </a:prstGeom>
        </p:spPr>
        <p:txBody>
          <a:bodyPr vert="horz" lIns="91272" tIns="45639" rIns="91272" bIns="45639" rtlCol="0" anchor="b"/>
          <a:lstStyle>
            <a:lvl1pPr algn="l">
              <a:defRPr sz="1200"/>
            </a:lvl1pPr>
          </a:lstStyle>
          <a:p>
            <a:endParaRPr lang="en-US"/>
          </a:p>
        </p:txBody>
      </p:sp>
      <p:sp>
        <p:nvSpPr>
          <p:cNvPr id="5" name="Slide Number Placeholder 4"/>
          <p:cNvSpPr>
            <a:spLocks noGrp="1"/>
          </p:cNvSpPr>
          <p:nvPr>
            <p:ph type="sldNum" sz="quarter" idx="3"/>
          </p:nvPr>
        </p:nvSpPr>
        <p:spPr>
          <a:xfrm>
            <a:off x="3970347" y="8829687"/>
            <a:ext cx="3038476" cy="466724"/>
          </a:xfrm>
          <a:prstGeom prst="rect">
            <a:avLst/>
          </a:prstGeom>
        </p:spPr>
        <p:txBody>
          <a:bodyPr vert="horz" lIns="91272" tIns="45639" rIns="91272" bIns="45639" rtlCol="0" anchor="b"/>
          <a:lstStyle>
            <a:lvl1pPr algn="r">
              <a:defRPr sz="1200"/>
            </a:lvl1pPr>
          </a:lstStyle>
          <a:p>
            <a:fld id="{525AA254-D7DE-46F6-A698-B477C991BF74}" type="slidenum">
              <a:rPr lang="en-US" smtClean="0"/>
              <a:t>‹#›</a:t>
            </a:fld>
            <a:endParaRPr lang="en-US"/>
          </a:p>
        </p:txBody>
      </p:sp>
    </p:spTree>
    <p:extLst>
      <p:ext uri="{BB962C8B-B14F-4D97-AF65-F5344CB8AC3E}">
        <p14:creationId xmlns:p14="http://schemas.microsoft.com/office/powerpoint/2010/main" val="13669384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7"/>
            <a:ext cx="3037842" cy="464821"/>
          </a:xfrm>
          <a:prstGeom prst="rect">
            <a:avLst/>
          </a:prstGeom>
        </p:spPr>
        <p:txBody>
          <a:bodyPr vert="horz" lIns="91741" tIns="45863" rIns="91741" bIns="45863" rtlCol="0"/>
          <a:lstStyle>
            <a:lvl1pPr algn="l">
              <a:defRPr sz="1200"/>
            </a:lvl1pPr>
            <a:extLst/>
          </a:lstStyle>
          <a:p>
            <a:endParaRPr lang="en-US"/>
          </a:p>
        </p:txBody>
      </p:sp>
      <p:sp>
        <p:nvSpPr>
          <p:cNvPr id="3" name="Date Placeholder 2"/>
          <p:cNvSpPr>
            <a:spLocks noGrp="1"/>
          </p:cNvSpPr>
          <p:nvPr>
            <p:ph type="dt" idx="1"/>
          </p:nvPr>
        </p:nvSpPr>
        <p:spPr>
          <a:xfrm>
            <a:off x="3970964" y="37"/>
            <a:ext cx="3037842" cy="464821"/>
          </a:xfrm>
          <a:prstGeom prst="rect">
            <a:avLst/>
          </a:prstGeom>
        </p:spPr>
        <p:txBody>
          <a:bodyPr vert="horz" lIns="91741" tIns="45863" rIns="91741" bIns="45863" rtlCol="0"/>
          <a:lstStyle>
            <a:lvl1pPr algn="r">
              <a:defRPr sz="1200"/>
            </a:lvl1pPr>
            <a:extLst/>
          </a:lstStyle>
          <a:p>
            <a:fld id="{A8ADFD5B-A66C-449C-B6E8-FB716D07777D}" type="datetimeFigureOut">
              <a:rPr lang="en-US" smtClean="0"/>
              <a:pPr/>
              <a:t>9/11/2026</a:t>
            </a:fld>
            <a:endParaRPr lang="en-US"/>
          </a:p>
        </p:txBody>
      </p:sp>
      <p:sp>
        <p:nvSpPr>
          <p:cNvPr id="4" name="Slide Image Placeholder 3"/>
          <p:cNvSpPr>
            <a:spLocks noGrp="1" noRot="1" noChangeAspect="1"/>
          </p:cNvSpPr>
          <p:nvPr>
            <p:ph type="sldImg" idx="2"/>
          </p:nvPr>
        </p:nvSpPr>
        <p:spPr>
          <a:xfrm>
            <a:off x="403225" y="693738"/>
            <a:ext cx="6203950" cy="3489325"/>
          </a:xfrm>
          <a:prstGeom prst="rect">
            <a:avLst/>
          </a:prstGeom>
          <a:noFill/>
          <a:ln w="12700">
            <a:solidFill>
              <a:prstClr val="black"/>
            </a:solidFill>
          </a:ln>
        </p:spPr>
        <p:txBody>
          <a:bodyPr vert="horz" lIns="91741" tIns="45863" rIns="91741" bIns="45863" rtlCol="0" anchor="ctr"/>
          <a:lstStyle/>
          <a:p>
            <a:endParaRPr lang="en-US"/>
          </a:p>
        </p:txBody>
      </p:sp>
      <p:sp>
        <p:nvSpPr>
          <p:cNvPr id="5" name="Notes Placeholder 4"/>
          <p:cNvSpPr>
            <a:spLocks noGrp="1"/>
          </p:cNvSpPr>
          <p:nvPr>
            <p:ph type="body" sz="quarter" idx="3"/>
          </p:nvPr>
        </p:nvSpPr>
        <p:spPr>
          <a:xfrm>
            <a:off x="701042" y="4415808"/>
            <a:ext cx="5608320" cy="4183381"/>
          </a:xfrm>
          <a:prstGeom prst="rect">
            <a:avLst/>
          </a:prstGeom>
        </p:spPr>
        <p:txBody>
          <a:bodyPr vert="horz" lIns="91741" tIns="45863" rIns="91741" bIns="4586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8829989"/>
            <a:ext cx="3037842" cy="464821"/>
          </a:xfrm>
          <a:prstGeom prst="rect">
            <a:avLst/>
          </a:prstGeom>
        </p:spPr>
        <p:txBody>
          <a:bodyPr vert="horz" lIns="91741" tIns="45863" rIns="91741" bIns="45863" rtlCol="0" anchor="b"/>
          <a:lstStyle>
            <a:lvl1pPr algn="l">
              <a:defRPr sz="1200"/>
            </a:lvl1pPr>
            <a:extLst/>
          </a:lstStyle>
          <a:p>
            <a:endParaRPr lang="en-US"/>
          </a:p>
        </p:txBody>
      </p:sp>
      <p:sp>
        <p:nvSpPr>
          <p:cNvPr id="7" name="Slide Number Placeholder 6"/>
          <p:cNvSpPr>
            <a:spLocks noGrp="1"/>
          </p:cNvSpPr>
          <p:nvPr>
            <p:ph type="sldNum" sz="quarter" idx="5"/>
          </p:nvPr>
        </p:nvSpPr>
        <p:spPr>
          <a:xfrm>
            <a:off x="3970964" y="8829989"/>
            <a:ext cx="3037842" cy="464821"/>
          </a:xfrm>
          <a:prstGeom prst="rect">
            <a:avLst/>
          </a:prstGeom>
        </p:spPr>
        <p:txBody>
          <a:bodyPr vert="horz" lIns="91741" tIns="45863" rIns="91741" bIns="45863" rtlCol="0" anchor="b"/>
          <a:lstStyle>
            <a:lvl1pPr algn="r">
              <a:defRPr sz="1200"/>
            </a:lvl1pPr>
            <a:extLst/>
          </a:lstStyle>
          <a:p>
            <a:fld id="{CA5D3BF3-D352-46FC-8343-31F56E6730EA}" type="slidenum">
              <a:rPr lang="en-US" smtClean="0"/>
              <a:pPr/>
              <a:t>‹#›</a:t>
            </a:fld>
            <a:endParaRPr lang="en-US"/>
          </a:p>
        </p:txBody>
      </p:sp>
    </p:spTree>
    <p:extLst>
      <p:ext uri="{BB962C8B-B14F-4D97-AF65-F5344CB8AC3E}">
        <p14:creationId xmlns:p14="http://schemas.microsoft.com/office/powerpoint/2010/main" val="105482043"/>
      </p:ext>
    </p:extLst>
  </p:cSld>
  <p:clrMap bg1="lt1" tx1="dk1" bg2="lt2" tx2="dk2" accent1="accent1" accent2="accent2" accent3="accent3" accent4="accent4" accent5="accent5" accent6="accent6" hlink="hlink" folHlink="folHlink"/>
  <p:notesStyle>
    <a:lvl1pPr marL="0" algn="l" rtl="0">
      <a:defRPr sz="1200" kern="1200">
        <a:solidFill>
          <a:schemeClr val="tx1"/>
        </a:solidFill>
        <a:latin typeface="+mn-lt"/>
        <a:ea typeface="+mn-ea"/>
        <a:cs typeface="+mn-cs"/>
      </a:defRPr>
    </a:lvl1pPr>
    <a:lvl2pPr marL="457200" algn="l" rtl="0">
      <a:defRPr sz="1200" kern="1200">
        <a:solidFill>
          <a:schemeClr val="tx1"/>
        </a:solidFill>
        <a:latin typeface="+mn-lt"/>
        <a:ea typeface="+mn-ea"/>
        <a:cs typeface="+mn-cs"/>
      </a:defRPr>
    </a:lvl2pPr>
    <a:lvl3pPr marL="914400" algn="l" rtl="0">
      <a:defRPr sz="1200" kern="1200">
        <a:solidFill>
          <a:schemeClr val="tx1"/>
        </a:solidFill>
        <a:latin typeface="+mn-lt"/>
        <a:ea typeface="+mn-ea"/>
        <a:cs typeface="+mn-cs"/>
      </a:defRPr>
    </a:lvl3pPr>
    <a:lvl4pPr marL="1371600" algn="l" rtl="0">
      <a:defRPr sz="1200" kern="1200">
        <a:solidFill>
          <a:schemeClr val="tx1"/>
        </a:solidFill>
        <a:latin typeface="+mn-lt"/>
        <a:ea typeface="+mn-ea"/>
        <a:cs typeface="+mn-cs"/>
      </a:defRPr>
    </a:lvl4pPr>
    <a:lvl5pPr marL="1828800" algn="l" rtl="0">
      <a:defRPr sz="1200" kern="1200">
        <a:solidFill>
          <a:schemeClr val="tx1"/>
        </a:solidFill>
        <a:latin typeface="+mn-lt"/>
        <a:ea typeface="+mn-ea"/>
        <a:cs typeface="+mn-cs"/>
      </a:defRPr>
    </a:lvl5pPr>
    <a:lvl6pPr marL="2286000" algn="l" rtl="0">
      <a:defRPr sz="1200" kern="1200">
        <a:solidFill>
          <a:schemeClr val="tx1"/>
        </a:solidFill>
        <a:latin typeface="+mn-lt"/>
        <a:ea typeface="+mn-ea"/>
        <a:cs typeface="+mn-cs"/>
      </a:defRPr>
    </a:lvl6pPr>
    <a:lvl7pPr marL="2743200" algn="l" rtl="0">
      <a:defRPr sz="1200" kern="1200">
        <a:solidFill>
          <a:schemeClr val="tx1"/>
        </a:solidFill>
        <a:latin typeface="+mn-lt"/>
        <a:ea typeface="+mn-ea"/>
        <a:cs typeface="+mn-cs"/>
      </a:defRPr>
    </a:lvl7pPr>
    <a:lvl8pPr marL="3200400" algn="l" rtl="0">
      <a:defRPr sz="1200" kern="1200">
        <a:solidFill>
          <a:schemeClr val="tx1"/>
        </a:solidFill>
        <a:latin typeface="+mn-lt"/>
        <a:ea typeface="+mn-ea"/>
        <a:cs typeface="+mn-cs"/>
      </a:defRPr>
    </a:lvl8pPr>
    <a:lvl9pPr marL="3657600" algn="l" rtl="0">
      <a:defRPr sz="1200" kern="1200">
        <a:solidFill>
          <a:schemeClr val="tx1"/>
        </a:solidFill>
        <a:latin typeface="+mn-lt"/>
        <a:ea typeface="+mn-ea"/>
        <a:cs typeface="+mn-cs"/>
      </a:defRPr>
    </a:lvl9pPr>
    <a:extLst/>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Diego de Leon, ninth term Mechatronics at UPA. For the last two months I have been the welding intern in the robotic cells here in Aguascalientes, with Fernando Robledo as my plant tutor. In the next fifteen minutes I want to show you exactly where I stand on the welding skill path, what I actually learned, and the four things I need from you to finish it before January.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 identify with is WIN, and I want to explain why in one idea. On the floor, nobody lets an intern touch a welding cell because of a job title. You earn it. I earned mine by being the one who showed up when a cell went down, not by waiting for a training session to be scheduled. And the day the technicians started calling me instead of waiting for the engineer, that was the moment I felt I had won something real. Winning here is not about being right. It is about the line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anything else, here is the whole presentation in three numbers, in case we run short on time. Four of the twenty three skills I do unsupervised, and none of them are formally validated. Sixty percent of my hours went to an integration project instead of to the matrix. And I need four things from you before January, none of which cost money. If you only remember one line today, make it the green one: by January first I can be certified at levels I and L, if those four commitments get a date on a calendar.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We weld exhaust systems, robotic GMAW, mostly Yaskawa robots with SKS and Miller equipment. There is one Fanuc I have not touched yet. The line at the bottom is the one that matters: my zone has few welding cells and they are stable. That is good news for the plant, but it means I could not learn by waiting for something to break. My hours went wherever the work was, and that is exactly why my progress looks the way it does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the plant defines for a welding technician. Four levels, twenty three skills, forty hours. I is knowing the theory. L is doing it with support. U is doing it alone. O is teaching it and improving the process. Two things worth noticing. First, each level assumes the one before it. Second, twenty of the forty hours sit in level O. This program is not designed to certify one person. It is designed so that one person multiplies.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supervisor asked me to focus this review on level I, so here it is in full. Nine topics, four hours, and a single written exam with a passing mark of eight out of ten. Safety, equipment, transfer modes, process variables, discontinuities, joint geometry, positions, symbols and control documents. The reason this level matters more than it looks is the line at the bottom: twenty of the forty hours in the whole matrix sit above it, and none of them open until this exam is passed. Level I is the gate.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did not just receive the material, I audited it. Six hundred and sixteen pages between the two. The COMIMSA manual is a welding inspector course, so it is excellent at what you look at and measure: symbols, joint geometry, discontinuities, positions. The Cummins standard is the other half. It takes that theory and puts numbers on it that we are contractually held to. For example, our matrix says adjust the essential variables. The standard says wire feed speed, current and voltage within five percent, travel speed within ten, or the procedure has to be revalidated. And then the panel on the right is what I found missing in both, including robotic cell safety, which neither document mentions once. Those five are mine to close, and I already know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square is one skill. Four of the twenty three I execute with nobody standing next to me: consumable changes, which means contact tip, liner, nozzle, diffuser and rollers; essential variable adjustment, so current, wire feed, voltage and travel speed; reading welding symbols; and closing ANDON orders. Twelve are in progress. Seven I have not started. And then the line at the bottom, which is the part I want to be direct about. I know the level I content because I picked it up in the cell, but the theory session and the exam have not happened, so formally I am validated at zero. I am not going to hide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explains the previous slide. The plan assumed forty scheduled hours, classroom first, one level at a time. What happened was different. We went straight to the floor, we learned what the day demanded, and the levels got touched out of order. Sixty percent of my hours went into an integration project with my engineer, which is not on the welding matrix at all. I want to be careful about how I frame this. It is not a gap in effort. Every hour I worked was useful. It is a gap in structure, and structure is the part you can unblock.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 that took most of my time, and I worked on it directly with my engineering lead. Explain it here in your own words: what the integration is, what you own day to day, what it taught you that is not welding, and where it stands right now. Keep it to about ninety seconds. The reason it belongs in this presentation is simple. It is real engineering work. It just does not appear anywhere on the ILUO matrix, so the scorecard you saw two slides ago cannot see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story on a calendar. The green line is today, September twenty fifth. Everything to its left actually happened: level I content and level L execution built up in the cell, ANDON orders closed, and the integration project running alongside all of it. Everything to the right is what I am proposing. The level I exam in October, level L closed by the end of November, level U programming from October to December, and one level O improvement before I finish. Level I needs a scheduled session and level U needs supervised cell time. Both are calendar items, not budget items.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weeks on the floor. Four skills I own unsupervised, twelve in progress, and sixty percent of the time on the integration project. But the numbers are not the part I am proud of. The bottom three lines are. Two months ago I watched someone change consumables, now I do it alone. Two months ago I could not read a joint callout on a print, now I find the joint. And two months ago I was the intern who called in the ANDON. Now I am the one who closes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ask, and it is small. Four things. Give me two half-days for the level I session and the exam, and the theory stops being informal. Give me access to the parameter sheets and I will document ten validations, which closes level L. Give me supervised cell time and I will build one program in SKS, which opens level U. And give me a sponsor for one improvement idea and I leave you my first piece of level O evidence. Every one of these produces a document you can audit. None of them needs budget. They need calendar.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First, I am genuinely capable at level L, and I am being honest that level I is not validated. Second, learning on the floor made me faster at diagnosing problems than a classroom would have. It just did not generate paperwork. Third, I have fourteen weeks and a concrete plan for them. And if I go back to the value I picked at the start: trust first, then the torch. That is what these two months taught 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if anyone wants the detail behind any of the twenty three skills, I can walk through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11" name="Picture 10" descr="A white letter on a black background&#10;&#10;Description automatically generated">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298944" y="6315499"/>
            <a:ext cx="1594113" cy="258546"/>
          </a:xfrm>
          <a:prstGeom prst="rect">
            <a:avLst/>
          </a:prstGeom>
        </p:spPr>
      </p:pic>
      <p:cxnSp>
        <p:nvCxnSpPr>
          <p:cNvPr id="10" name="Straight Connector 9">
            <a:extLst>
              <a:ext uri="{FF2B5EF4-FFF2-40B4-BE49-F238E27FC236}">
                <a16:creationId xmlns:a16="http://schemas.microsoft.com/office/drawing/2014/main" id="{2EDE12E5-9D38-8BB0-C741-0125EF39B619}"/>
              </a:ext>
            </a:extLst>
          </p:cNvPr>
          <p:cNvCxnSpPr>
            <a:cxnSpLocks/>
          </p:cNvCxnSpPr>
          <p:nvPr userDrawn="1"/>
        </p:nvCxnSpPr>
        <p:spPr>
          <a:xfrm>
            <a:off x="3353065" y="4022448"/>
            <a:ext cx="5485870" cy="0"/>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sp>
        <p:nvSpPr>
          <p:cNvPr id="12" name="Slide Number Placeholder 5">
            <a:extLst>
              <a:ext uri="{FF2B5EF4-FFF2-40B4-BE49-F238E27FC236}">
                <a16:creationId xmlns:a16="http://schemas.microsoft.com/office/drawing/2014/main" id="{6A79A4CA-41B6-CACF-DF9E-23E3C9AA869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75000"/>
                  </a:schemeClr>
                </a:solidFill>
              </a:defRPr>
            </a:lvl1pPr>
          </a:lstStyle>
          <a:p>
            <a:pPr>
              <a:defRPr/>
            </a:pPr>
            <a:fld id="{FEA2E03D-9F5B-5343-B21F-62525800774A}" type="slidenum">
              <a:rPr lang="en-US" smtClean="0"/>
              <a:pPr>
                <a:defRPr/>
              </a:pPr>
              <a:t>‹#›</a:t>
            </a:fld>
            <a:endParaRPr lang="en-US"/>
          </a:p>
        </p:txBody>
      </p:sp>
      <p:sp>
        <p:nvSpPr>
          <p:cNvPr id="6" name="Text Placeholder 3">
            <a:extLst>
              <a:ext uri="{FF2B5EF4-FFF2-40B4-BE49-F238E27FC236}">
                <a16:creationId xmlns:a16="http://schemas.microsoft.com/office/drawing/2014/main" id="{44610A3A-A85C-E487-6787-16E3A757CC17}"/>
              </a:ext>
            </a:extLst>
          </p:cNvPr>
          <p:cNvSpPr>
            <a:spLocks noGrp="1"/>
          </p:cNvSpPr>
          <p:nvPr>
            <p:ph type="body" sz="quarter" idx="13" hasCustomPrompt="1"/>
          </p:nvPr>
        </p:nvSpPr>
        <p:spPr>
          <a:xfrm>
            <a:off x="4294" y="2147171"/>
            <a:ext cx="12187705" cy="963863"/>
          </a:xfrm>
          <a:prstGeom prst="rect">
            <a:avLst/>
          </a:prstGeom>
        </p:spPr>
        <p:txBody>
          <a:bodyPr/>
          <a:lstStyle>
            <a:lvl1pPr algn="ctr">
              <a:defRPr sz="6600" b="1">
                <a:ln w="28575">
                  <a:solidFill>
                    <a:schemeClr val="bg1"/>
                  </a:solidFill>
                </a:ln>
                <a:noFill/>
              </a:defRPr>
            </a:lvl1pPr>
          </a:lstStyle>
          <a:p>
            <a:pPr lvl="0"/>
            <a:r>
              <a:rPr lang="en-US" dirty="0"/>
              <a:t>TITLE</a:t>
            </a:r>
          </a:p>
        </p:txBody>
      </p:sp>
      <p:sp>
        <p:nvSpPr>
          <p:cNvPr id="14" name="Text Placeholder 13">
            <a:extLst>
              <a:ext uri="{FF2B5EF4-FFF2-40B4-BE49-F238E27FC236}">
                <a16:creationId xmlns:a16="http://schemas.microsoft.com/office/drawing/2014/main" id="{7C73B5FE-AC5E-0242-3AAD-BA8513664CD1}"/>
              </a:ext>
            </a:extLst>
          </p:cNvPr>
          <p:cNvSpPr>
            <a:spLocks noGrp="1"/>
          </p:cNvSpPr>
          <p:nvPr>
            <p:ph type="body" sz="quarter" idx="14" hasCustomPrompt="1"/>
          </p:nvPr>
        </p:nvSpPr>
        <p:spPr>
          <a:xfrm>
            <a:off x="0" y="3111500"/>
            <a:ext cx="12192000" cy="754899"/>
          </a:xfrm>
          <a:prstGeom prst="rect">
            <a:avLst/>
          </a:prstGeom>
        </p:spPr>
        <p:txBody>
          <a:bodyPr/>
          <a:lstStyle>
            <a:lvl1pPr algn="ctr">
              <a:defRPr sz="4400" b="1">
                <a:solidFill>
                  <a:schemeClr val="bg1"/>
                </a:solidFill>
              </a:defRPr>
            </a:lvl1pPr>
          </a:lstStyle>
          <a:p>
            <a:pPr lvl="0"/>
            <a:r>
              <a:rPr lang="en-US"/>
              <a:t>SUBTITLE</a:t>
            </a:r>
          </a:p>
        </p:txBody>
      </p:sp>
      <p:sp>
        <p:nvSpPr>
          <p:cNvPr id="15" name="TextBox 14">
            <a:extLst>
              <a:ext uri="{FF2B5EF4-FFF2-40B4-BE49-F238E27FC236}">
                <a16:creationId xmlns:a16="http://schemas.microsoft.com/office/drawing/2014/main" id="{82469257-1DA4-1F18-9419-7A51EE972419}"/>
              </a:ext>
            </a:extLst>
          </p:cNvPr>
          <p:cNvSpPr txBox="1"/>
          <p:nvPr userDrawn="1">
            <p:extLst>
              <p:ext uri="{1162E1C5-73C7-4A58-AE30-91384D911F3F}">
                <p184:classification xmlns:p184="http://schemas.microsoft.com/office/powerpoint/2018/4/main" val="hdr"/>
              </p:ext>
            </p:extLst>
          </p:nvPr>
        </p:nvSpPr>
        <p:spPr>
          <a:xfrm>
            <a:off x="63500" y="6651653"/>
            <a:ext cx="2832100" cy="138499"/>
          </a:xfrm>
          <a:prstGeom prst="rect">
            <a:avLst/>
          </a:prstGeom>
        </p:spPr>
        <p:txBody>
          <a:bodyPr horzOverflow="overflow" wrap="square" lIns="0" tIns="0" rIns="0" bIns="0">
            <a:spAutoFit/>
          </a:bodyPr>
          <a:lstStyle/>
          <a:p>
            <a:pPr algn="l"/>
            <a:r>
              <a:rPr lang="en-US" sz="900" dirty="0">
                <a:solidFill>
                  <a:schemeClr val="bg1">
                    <a:lumMod val="75000"/>
                  </a:schemeClr>
                </a:solidFill>
                <a:latin typeface="+mn-lt"/>
                <a:ea typeface="Calibri" panose="020F0502020204030204" pitchFamily="34" charset="0"/>
                <a:cs typeface="Calibri" panose="020F0502020204030204" pitchFamily="34" charset="0"/>
              </a:rPr>
              <a:t>TENNECO CONFIDENTIAL</a:t>
            </a:r>
          </a:p>
        </p:txBody>
      </p:sp>
      <p:sp>
        <p:nvSpPr>
          <p:cNvPr id="16" name="Text Placeholder 13">
            <a:extLst>
              <a:ext uri="{FF2B5EF4-FFF2-40B4-BE49-F238E27FC236}">
                <a16:creationId xmlns:a16="http://schemas.microsoft.com/office/drawing/2014/main" id="{0894E9CE-8D2A-EA5B-AFBE-BCA894E89640}"/>
              </a:ext>
            </a:extLst>
          </p:cNvPr>
          <p:cNvSpPr>
            <a:spLocks noGrp="1"/>
          </p:cNvSpPr>
          <p:nvPr>
            <p:ph type="body" sz="quarter" idx="15" hasCustomPrompt="1"/>
          </p:nvPr>
        </p:nvSpPr>
        <p:spPr>
          <a:xfrm>
            <a:off x="0" y="4158608"/>
            <a:ext cx="12192000" cy="754899"/>
          </a:xfrm>
          <a:prstGeom prst="rect">
            <a:avLst/>
          </a:prstGeom>
        </p:spPr>
        <p:txBody>
          <a:bodyPr/>
          <a:lstStyle>
            <a:lvl1pPr algn="ctr">
              <a:defRPr sz="2000" b="0" spc="300">
                <a:solidFill>
                  <a:schemeClr val="bg1"/>
                </a:solidFill>
              </a:defRPr>
            </a:lvl1pPr>
          </a:lstStyle>
          <a:p>
            <a:pPr lvl="0"/>
            <a:r>
              <a:rPr lang="en-US"/>
              <a:t>SUBTITLE</a:t>
            </a:r>
          </a:p>
        </p:txBody>
      </p:sp>
    </p:spTree>
    <p:extLst>
      <p:ext uri="{BB962C8B-B14F-4D97-AF65-F5344CB8AC3E}">
        <p14:creationId xmlns:p14="http://schemas.microsoft.com/office/powerpoint/2010/main" val="40526214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_Light">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D58B6260-8AFF-7F92-5605-968301F646D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3" name="Text Placeholder 3">
            <a:extLst>
              <a:ext uri="{FF2B5EF4-FFF2-40B4-BE49-F238E27FC236}">
                <a16:creationId xmlns:a16="http://schemas.microsoft.com/office/drawing/2014/main" id="{7311A4FB-94D0-09CA-1A22-6EC451952A7F}"/>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7" name="Slide Number Placeholder 5">
            <a:extLst>
              <a:ext uri="{FF2B5EF4-FFF2-40B4-BE49-F238E27FC236}">
                <a16:creationId xmlns:a16="http://schemas.microsoft.com/office/drawing/2014/main" id="{6916490A-C5E4-FBE7-1569-8928EDD7397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33A94846-FB92-6415-C227-4AD373802ACD}"/>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567924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48C80B-BA83-2163-F6F0-434A9287CCCE}"/>
              </a:ext>
            </a:extLst>
          </p:cNvPr>
          <p:cNvSpPr/>
          <p:nvPr userDrawn="1"/>
        </p:nvSpPr>
        <p:spPr>
          <a:xfrm>
            <a:off x="4703802" y="0"/>
            <a:ext cx="7488198" cy="6858000"/>
          </a:xfrm>
          <a:prstGeom prst="rect">
            <a:avLst/>
          </a:prstGeom>
          <a:solidFill>
            <a:schemeClr val="accent4">
              <a:alpha val="8980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8" name="Title 1">
            <a:extLst>
              <a:ext uri="{FF2B5EF4-FFF2-40B4-BE49-F238E27FC236}">
                <a16:creationId xmlns:a16="http://schemas.microsoft.com/office/drawing/2014/main" id="{67A74C3F-B559-6CED-E55D-59A60FBDD61D}"/>
              </a:ext>
            </a:extLst>
          </p:cNvPr>
          <p:cNvSpPr txBox="1">
            <a:spLocks/>
          </p:cNvSpPr>
          <p:nvPr userDrawn="1"/>
        </p:nvSpPr>
        <p:spPr>
          <a:xfrm>
            <a:off x="474440" y="338072"/>
            <a:ext cx="7103140" cy="945562"/>
          </a:xfrm>
          <a:prstGeom prst="rect">
            <a:avLst/>
          </a:prstGeom>
        </p:spPr>
        <p:txBody>
          <a:bodyPr vert="horz" lIns="0" tIns="45720" rIns="91440" bIns="0" rtlCol="0" anchor="ctr" anchorCtr="0">
            <a:noAutofit/>
          </a:bodyPr>
          <a:lst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a:lstStyle>
          <a:p>
            <a:r>
              <a:rPr lang="en-US" sz="6000" dirty="0">
                <a:ln>
                  <a:solidFill>
                    <a:schemeClr val="bg1"/>
                  </a:solidFill>
                </a:ln>
                <a:solidFill>
                  <a:schemeClr val="bg1"/>
                </a:solidFill>
              </a:rPr>
              <a:t>AGENDA</a:t>
            </a:r>
            <a:endParaRPr lang="en-US" sz="3200" dirty="0">
              <a:ln>
                <a:solidFill>
                  <a:schemeClr val="bg1"/>
                </a:solidFill>
              </a:ln>
              <a:solidFill>
                <a:schemeClr val="bg1"/>
              </a:solidFill>
            </a:endParaRPr>
          </a:p>
        </p:txBody>
      </p:sp>
      <p:sp>
        <p:nvSpPr>
          <p:cNvPr id="25" name="Text Placeholder 24">
            <a:extLst>
              <a:ext uri="{FF2B5EF4-FFF2-40B4-BE49-F238E27FC236}">
                <a16:creationId xmlns:a16="http://schemas.microsoft.com/office/drawing/2014/main" id="{003E59C4-4915-9D2D-F5ED-EEB2CB8614C6}"/>
              </a:ext>
            </a:extLst>
          </p:cNvPr>
          <p:cNvSpPr>
            <a:spLocks noGrp="1"/>
          </p:cNvSpPr>
          <p:nvPr>
            <p:ph type="body" sz="quarter" idx="10" hasCustomPrompt="1"/>
          </p:nvPr>
        </p:nvSpPr>
        <p:spPr>
          <a:xfrm>
            <a:off x="5239584" y="949097"/>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dirty="0"/>
              <a:t>Topic</a:t>
            </a:r>
          </a:p>
        </p:txBody>
      </p:sp>
      <p:sp>
        <p:nvSpPr>
          <p:cNvPr id="27" name="Text Placeholder 24">
            <a:extLst>
              <a:ext uri="{FF2B5EF4-FFF2-40B4-BE49-F238E27FC236}">
                <a16:creationId xmlns:a16="http://schemas.microsoft.com/office/drawing/2014/main" id="{3F3A51E1-80CD-1D10-1A13-DE63109777E8}"/>
              </a:ext>
            </a:extLst>
          </p:cNvPr>
          <p:cNvSpPr>
            <a:spLocks noGrp="1"/>
          </p:cNvSpPr>
          <p:nvPr>
            <p:ph type="body" sz="quarter" idx="11" hasCustomPrompt="1"/>
          </p:nvPr>
        </p:nvSpPr>
        <p:spPr>
          <a:xfrm>
            <a:off x="5239584" y="1662353"/>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8" name="Text Placeholder 24">
            <a:extLst>
              <a:ext uri="{FF2B5EF4-FFF2-40B4-BE49-F238E27FC236}">
                <a16:creationId xmlns:a16="http://schemas.microsoft.com/office/drawing/2014/main" id="{EEF25549-8F4F-A6D8-EFA5-4AE41E909198}"/>
              </a:ext>
            </a:extLst>
          </p:cNvPr>
          <p:cNvSpPr>
            <a:spLocks noGrp="1"/>
          </p:cNvSpPr>
          <p:nvPr>
            <p:ph type="body" sz="quarter" idx="12" hasCustomPrompt="1"/>
          </p:nvPr>
        </p:nvSpPr>
        <p:spPr>
          <a:xfrm>
            <a:off x="5239584" y="2357096"/>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9" name="Text Placeholder 24">
            <a:extLst>
              <a:ext uri="{FF2B5EF4-FFF2-40B4-BE49-F238E27FC236}">
                <a16:creationId xmlns:a16="http://schemas.microsoft.com/office/drawing/2014/main" id="{725B3FC0-29A1-B19B-CE80-49253AC0F5ED}"/>
              </a:ext>
            </a:extLst>
          </p:cNvPr>
          <p:cNvSpPr>
            <a:spLocks noGrp="1"/>
          </p:cNvSpPr>
          <p:nvPr>
            <p:ph type="body" sz="quarter" idx="13" hasCustomPrompt="1"/>
          </p:nvPr>
        </p:nvSpPr>
        <p:spPr>
          <a:xfrm>
            <a:off x="5239584" y="306024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0" name="Text Placeholder 24">
            <a:extLst>
              <a:ext uri="{FF2B5EF4-FFF2-40B4-BE49-F238E27FC236}">
                <a16:creationId xmlns:a16="http://schemas.microsoft.com/office/drawing/2014/main" id="{2AC595FF-16E8-77B8-38F3-63ACBC3FC91D}"/>
              </a:ext>
            </a:extLst>
          </p:cNvPr>
          <p:cNvSpPr>
            <a:spLocks noGrp="1"/>
          </p:cNvSpPr>
          <p:nvPr>
            <p:ph type="body" sz="quarter" idx="14" hasCustomPrompt="1"/>
          </p:nvPr>
        </p:nvSpPr>
        <p:spPr>
          <a:xfrm>
            <a:off x="5239584" y="3773768"/>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1" name="Text Placeholder 24">
            <a:extLst>
              <a:ext uri="{FF2B5EF4-FFF2-40B4-BE49-F238E27FC236}">
                <a16:creationId xmlns:a16="http://schemas.microsoft.com/office/drawing/2014/main" id="{83AB95AF-04A6-2C2D-C66E-CE880C35AE3E}"/>
              </a:ext>
            </a:extLst>
          </p:cNvPr>
          <p:cNvSpPr>
            <a:spLocks noGrp="1"/>
          </p:cNvSpPr>
          <p:nvPr>
            <p:ph type="body" sz="quarter" idx="15" hasCustomPrompt="1"/>
          </p:nvPr>
        </p:nvSpPr>
        <p:spPr>
          <a:xfrm>
            <a:off x="5239584" y="446739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2" name="Text Placeholder 24">
            <a:extLst>
              <a:ext uri="{FF2B5EF4-FFF2-40B4-BE49-F238E27FC236}">
                <a16:creationId xmlns:a16="http://schemas.microsoft.com/office/drawing/2014/main" id="{ED799D00-D54E-FC11-D180-016F586CB0C1}"/>
              </a:ext>
            </a:extLst>
          </p:cNvPr>
          <p:cNvSpPr>
            <a:spLocks noGrp="1"/>
          </p:cNvSpPr>
          <p:nvPr>
            <p:ph type="body" sz="quarter" idx="16" hasCustomPrompt="1"/>
          </p:nvPr>
        </p:nvSpPr>
        <p:spPr>
          <a:xfrm>
            <a:off x="5239584" y="5184831"/>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Tree>
    <p:extLst>
      <p:ext uri="{BB962C8B-B14F-4D97-AF65-F5344CB8AC3E}">
        <p14:creationId xmlns:p14="http://schemas.microsoft.com/office/powerpoint/2010/main" val="40528455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Image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dirty="0"/>
              <a:t>HEADER</a:t>
            </a:r>
          </a:p>
        </p:txBody>
      </p:sp>
      <p:sp>
        <p:nvSpPr>
          <p:cNvPr id="3" name="Text Placeholder 3">
            <a:extLst>
              <a:ext uri="{FF2B5EF4-FFF2-40B4-BE49-F238E27FC236}">
                <a16:creationId xmlns:a16="http://schemas.microsoft.com/office/drawing/2014/main" id="{0EEB4131-42CC-77CC-DAC6-ED2DC519CA2B}"/>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18986009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pac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0" y="2827533"/>
            <a:ext cx="12192000" cy="1202934"/>
          </a:xfrm>
          <a:prstGeom prst="rect">
            <a:avLst/>
          </a:prstGeom>
        </p:spPr>
        <p:txBody>
          <a:bodyPr/>
          <a:lstStyle>
            <a:lvl1pPr algn="ctr">
              <a:defRPr sz="6000" b="1">
                <a:solidFill>
                  <a:schemeClr val="accent2"/>
                </a:solidFill>
              </a:defRPr>
            </a:lvl1pPr>
          </a:lstStyle>
          <a:p>
            <a:pPr lvl="0"/>
            <a:r>
              <a:rPr lang="en-US" dirty="0"/>
              <a:t>IMPACT SLIDE</a:t>
            </a:r>
          </a:p>
        </p:txBody>
      </p:sp>
    </p:spTree>
    <p:extLst>
      <p:ext uri="{BB962C8B-B14F-4D97-AF65-F5344CB8AC3E}">
        <p14:creationId xmlns:p14="http://schemas.microsoft.com/office/powerpoint/2010/main" val="5234816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ndard_Dark">
    <p:bg>
      <p:bgRef idx="1001">
        <a:schemeClr val="bg2"/>
      </p:bgRef>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1885051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avy header">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F426F881-56F3-7278-C4B4-707468F2AC6C}"/>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5037599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Navy header_vertical_white and gra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0"/>
            <a:ext cx="6096000" cy="6858000"/>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11" name="Text Placeholder 3">
            <a:extLst>
              <a:ext uri="{FF2B5EF4-FFF2-40B4-BE49-F238E27FC236}">
                <a16:creationId xmlns:a16="http://schemas.microsoft.com/office/drawing/2014/main" id="{C5576E91-7C71-5036-49BC-D2CAB95CEE89}"/>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9F32BBF5-332F-D5EC-9CFD-D1CED34BF786}"/>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3765104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avy header_horizontal_white and nav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12192000" cy="4181802"/>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30745"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1995029"/>
            <a:ext cx="5430745" cy="1302218"/>
          </a:xfrm>
          <a:prstGeom prst="rect">
            <a:avLst/>
          </a:prstGeom>
        </p:spPr>
        <p:txBody>
          <a:bodyPr/>
          <a:lstStyle>
            <a:lvl1pPr>
              <a:defRPr sz="1800" b="0">
                <a:solidFill>
                  <a:schemeClr val="tx1"/>
                </a:solidFill>
              </a:defRPr>
            </a:lvl1pPr>
          </a:lstStyle>
          <a:p>
            <a:pPr lvl="0"/>
            <a:r>
              <a:rPr lang="en-US" dirty="0"/>
              <a:t>Body Text</a:t>
            </a:r>
          </a:p>
        </p:txBody>
      </p:sp>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6A484E9F-8188-4F54-F221-DB72D5B876E2}"/>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2525936D-2C54-53A3-FEDC-E66F1F6251D8}"/>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889297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alf_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29124"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29124"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29124"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32331" y="334029"/>
            <a:ext cx="5281552"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4128118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alf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52142"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52142" cy="400426"/>
          </a:xfrm>
          <a:prstGeom prst="rect">
            <a:avLst/>
          </a:prstGeom>
        </p:spPr>
        <p:txBody>
          <a:bodyPr/>
          <a:lstStyle>
            <a:lvl1pPr>
              <a:defRPr sz="2000" b="0">
                <a:solidFill>
                  <a:schemeClr val="tx1">
                    <a:lumMod val="50000"/>
                    <a:lumOff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52142"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388976" y="334029"/>
            <a:ext cx="5324907"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3688661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hird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852ED9D-A47B-439C-9538-591DEFF73947}"/>
              </a:ext>
            </a:extLst>
          </p:cNvPr>
          <p:cNvSpPr/>
          <p:nvPr userDrawn="1"/>
        </p:nvSpPr>
        <p:spPr bwMode="white">
          <a:xfrm flipH="1">
            <a:off x="8176828" y="0"/>
            <a:ext cx="4015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dirty="0">
              <a:solidFill>
                <a:schemeClr val="bg1"/>
              </a:solidFill>
              <a:latin typeface="+mn-lt"/>
              <a:ea typeface="+mn-ea"/>
              <a:cs typeface="+mn-cs"/>
              <a:sym typeface="+mn-lt"/>
            </a:endParaRPr>
          </a:p>
        </p:txBody>
      </p:sp>
      <p:sp>
        <p:nvSpPr>
          <p:cNvPr id="14" name="Text Placeholder 3">
            <a:extLst>
              <a:ext uri="{FF2B5EF4-FFF2-40B4-BE49-F238E27FC236}">
                <a16:creationId xmlns:a16="http://schemas.microsoft.com/office/drawing/2014/main" id="{C10209AB-BC5D-5639-995B-AA00B6DF58C3}"/>
              </a:ext>
            </a:extLst>
          </p:cNvPr>
          <p:cNvSpPr>
            <a:spLocks noGrp="1"/>
          </p:cNvSpPr>
          <p:nvPr>
            <p:ph type="body" sz="quarter" idx="20" hasCustomPrompt="1"/>
          </p:nvPr>
        </p:nvSpPr>
        <p:spPr>
          <a:xfrm>
            <a:off x="252879" y="334029"/>
            <a:ext cx="7659968" cy="472794"/>
          </a:xfrm>
          <a:prstGeom prst="rect">
            <a:avLst/>
          </a:prstGeom>
        </p:spPr>
        <p:txBody>
          <a:bodyPr/>
          <a:lstStyle>
            <a:lvl1pPr>
              <a:defRPr sz="3600" b="1">
                <a:solidFill>
                  <a:schemeClr val="tx1"/>
                </a:solidFill>
              </a:defRPr>
            </a:lvl1pPr>
          </a:lstStyle>
          <a:p>
            <a:pPr lvl="0"/>
            <a:r>
              <a:rPr lang="en-US"/>
              <a:t>HEADER</a:t>
            </a:r>
          </a:p>
        </p:txBody>
      </p:sp>
      <p:sp>
        <p:nvSpPr>
          <p:cNvPr id="15" name="Text Placeholder 3">
            <a:extLst>
              <a:ext uri="{FF2B5EF4-FFF2-40B4-BE49-F238E27FC236}">
                <a16:creationId xmlns:a16="http://schemas.microsoft.com/office/drawing/2014/main" id="{4876C07F-C862-8F33-3AA1-1D7696D373FE}"/>
              </a:ext>
            </a:extLst>
          </p:cNvPr>
          <p:cNvSpPr>
            <a:spLocks noGrp="1"/>
          </p:cNvSpPr>
          <p:nvPr>
            <p:ph type="body" sz="quarter" idx="21" hasCustomPrompt="1"/>
          </p:nvPr>
        </p:nvSpPr>
        <p:spPr>
          <a:xfrm>
            <a:off x="252879" y="850163"/>
            <a:ext cx="765996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7" name="Text Placeholder 3">
            <a:extLst>
              <a:ext uri="{FF2B5EF4-FFF2-40B4-BE49-F238E27FC236}">
                <a16:creationId xmlns:a16="http://schemas.microsoft.com/office/drawing/2014/main" id="{CCB82393-18FF-E10B-4F59-4DCC8D63A136}"/>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bg2"/>
                </a:solidFill>
              </a:defRPr>
            </a:lvl1pPr>
          </a:lstStyle>
          <a:p>
            <a:pPr lvl="0"/>
            <a:r>
              <a:rPr lang="en-US"/>
              <a:t>Body Text</a:t>
            </a:r>
          </a:p>
        </p:txBody>
      </p:sp>
      <p:sp>
        <p:nvSpPr>
          <p:cNvPr id="18" name="Text Placeholder 3">
            <a:extLst>
              <a:ext uri="{FF2B5EF4-FFF2-40B4-BE49-F238E27FC236}">
                <a16:creationId xmlns:a16="http://schemas.microsoft.com/office/drawing/2014/main" id="{81A7B140-662B-DC94-6405-EE68EDC9D0C5}"/>
              </a:ext>
            </a:extLst>
          </p:cNvPr>
          <p:cNvSpPr>
            <a:spLocks noGrp="1"/>
          </p:cNvSpPr>
          <p:nvPr>
            <p:ph type="body" sz="quarter" idx="24" hasCustomPrompt="1"/>
          </p:nvPr>
        </p:nvSpPr>
        <p:spPr>
          <a:xfrm>
            <a:off x="4147672" y="1279617"/>
            <a:ext cx="3765176" cy="1302218"/>
          </a:xfrm>
          <a:prstGeom prst="rect">
            <a:avLst/>
          </a:prstGeom>
        </p:spPr>
        <p:txBody>
          <a:bodyPr/>
          <a:lstStyle>
            <a:lvl1pPr>
              <a:defRPr sz="1800" b="0">
                <a:solidFill>
                  <a:schemeClr val="tx1"/>
                </a:solidFill>
              </a:defRPr>
            </a:lvl1pPr>
          </a:lstStyle>
          <a:p>
            <a:pPr lvl="0"/>
            <a:r>
              <a:rPr lang="en-US"/>
              <a:t>Body Text</a:t>
            </a:r>
          </a:p>
        </p:txBody>
      </p:sp>
      <p:sp>
        <p:nvSpPr>
          <p:cNvPr id="19" name="Text Placeholder 3">
            <a:extLst>
              <a:ext uri="{FF2B5EF4-FFF2-40B4-BE49-F238E27FC236}">
                <a16:creationId xmlns:a16="http://schemas.microsoft.com/office/drawing/2014/main" id="{425DC67A-5A45-CB62-FF19-EFC609DA1E5F}"/>
              </a:ext>
            </a:extLst>
          </p:cNvPr>
          <p:cNvSpPr>
            <a:spLocks noGrp="1"/>
          </p:cNvSpPr>
          <p:nvPr>
            <p:ph type="body" sz="quarter" idx="25" hasCustomPrompt="1"/>
          </p:nvPr>
        </p:nvSpPr>
        <p:spPr>
          <a:xfrm>
            <a:off x="256057" y="1279617"/>
            <a:ext cx="3765176"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BC8AA433-2DBB-7B92-6617-F9900D37438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5F050514-7106-E773-8C50-A6D55BF2085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6826314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arter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A078545-1CC2-4F91-AD6A-4A06A58E78E6}"/>
              </a:ext>
            </a:extLst>
          </p:cNvPr>
          <p:cNvSpPr/>
          <p:nvPr userDrawn="1"/>
        </p:nvSpPr>
        <p:spPr bwMode="white">
          <a:xfrm flipH="1">
            <a:off x="9034270" y="0"/>
            <a:ext cx="315772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5" name="Text Placeholder 3">
            <a:extLst>
              <a:ext uri="{FF2B5EF4-FFF2-40B4-BE49-F238E27FC236}">
                <a16:creationId xmlns:a16="http://schemas.microsoft.com/office/drawing/2014/main" id="{02644560-B9B3-84ED-6AF8-DA264F052CE3}"/>
              </a:ext>
            </a:extLst>
          </p:cNvPr>
          <p:cNvSpPr>
            <a:spLocks noGrp="1"/>
          </p:cNvSpPr>
          <p:nvPr>
            <p:ph type="body" sz="quarter" idx="20" hasCustomPrompt="1"/>
          </p:nvPr>
        </p:nvSpPr>
        <p:spPr>
          <a:xfrm>
            <a:off x="252879" y="334029"/>
            <a:ext cx="8568392" cy="472794"/>
          </a:xfrm>
          <a:prstGeom prst="rect">
            <a:avLst/>
          </a:prstGeom>
        </p:spPr>
        <p:txBody>
          <a:bodyPr/>
          <a:lstStyle>
            <a:lvl1pPr>
              <a:defRPr sz="3600" b="1">
                <a:solidFill>
                  <a:schemeClr val="tx1"/>
                </a:solidFill>
              </a:defRPr>
            </a:lvl1pPr>
          </a:lstStyle>
          <a:p>
            <a:pPr lvl="0"/>
            <a:r>
              <a:rPr lang="en-US"/>
              <a:t>HEADER</a:t>
            </a:r>
          </a:p>
        </p:txBody>
      </p:sp>
      <p:sp>
        <p:nvSpPr>
          <p:cNvPr id="9" name="Text Placeholder 3">
            <a:extLst>
              <a:ext uri="{FF2B5EF4-FFF2-40B4-BE49-F238E27FC236}">
                <a16:creationId xmlns:a16="http://schemas.microsoft.com/office/drawing/2014/main" id="{F87E85F7-7D0D-F475-DD2A-1421C0103407}"/>
              </a:ext>
            </a:extLst>
          </p:cNvPr>
          <p:cNvSpPr>
            <a:spLocks noGrp="1"/>
          </p:cNvSpPr>
          <p:nvPr>
            <p:ph type="body" sz="quarter" idx="21" hasCustomPrompt="1"/>
          </p:nvPr>
        </p:nvSpPr>
        <p:spPr>
          <a:xfrm>
            <a:off x="252879" y="850163"/>
            <a:ext cx="8568392"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3" name="Text Placeholder 3">
            <a:extLst>
              <a:ext uri="{FF2B5EF4-FFF2-40B4-BE49-F238E27FC236}">
                <a16:creationId xmlns:a16="http://schemas.microsoft.com/office/drawing/2014/main" id="{680BA5B0-6E16-3BD2-8EF7-9D14B9CE35A1}"/>
              </a:ext>
            </a:extLst>
          </p:cNvPr>
          <p:cNvSpPr>
            <a:spLocks noGrp="1"/>
          </p:cNvSpPr>
          <p:nvPr>
            <p:ph type="body" sz="quarter" idx="23" hasCustomPrompt="1"/>
          </p:nvPr>
        </p:nvSpPr>
        <p:spPr>
          <a:xfrm>
            <a:off x="4619812" y="1279617"/>
            <a:ext cx="4201459" cy="1302218"/>
          </a:xfrm>
          <a:prstGeom prst="rect">
            <a:avLst/>
          </a:prstGeom>
        </p:spPr>
        <p:txBody>
          <a:bodyPr/>
          <a:lstStyle>
            <a:lvl1pPr>
              <a:defRPr sz="1800" b="0">
                <a:solidFill>
                  <a:schemeClr val="tx1"/>
                </a:solidFill>
              </a:defRPr>
            </a:lvl1pPr>
          </a:lstStyle>
          <a:p>
            <a:pPr lvl="0"/>
            <a:r>
              <a:rPr lang="en-US"/>
              <a:t>Body Text</a:t>
            </a:r>
          </a:p>
        </p:txBody>
      </p:sp>
      <p:sp>
        <p:nvSpPr>
          <p:cNvPr id="14" name="Text Placeholder 3">
            <a:extLst>
              <a:ext uri="{FF2B5EF4-FFF2-40B4-BE49-F238E27FC236}">
                <a16:creationId xmlns:a16="http://schemas.microsoft.com/office/drawing/2014/main" id="{6EFDE5E2-A2B1-4F30-725D-C6378CC05264}"/>
              </a:ext>
            </a:extLst>
          </p:cNvPr>
          <p:cNvSpPr>
            <a:spLocks noGrp="1"/>
          </p:cNvSpPr>
          <p:nvPr>
            <p:ph type="body" sz="quarter" idx="24" hasCustomPrompt="1"/>
          </p:nvPr>
        </p:nvSpPr>
        <p:spPr>
          <a:xfrm>
            <a:off x="252879" y="1279617"/>
            <a:ext cx="4201459"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ADA6CEA4-AEFF-8A6F-AEA1-AED25C2F26E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3160C12B-0714-9878-9E38-E095885D13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7466A622-79A1-C1B1-160B-C61F4B5F0FE8}"/>
              </a:ext>
            </a:extLst>
          </p:cNvPr>
          <p:cNvSpPr>
            <a:spLocks noGrp="1"/>
          </p:cNvSpPr>
          <p:nvPr>
            <p:ph type="body" sz="quarter" idx="25" hasCustomPrompt="1"/>
          </p:nvPr>
        </p:nvSpPr>
        <p:spPr>
          <a:xfrm>
            <a:off x="9333186" y="334029"/>
            <a:ext cx="2544376" cy="1302218"/>
          </a:xfrm>
          <a:prstGeom prst="rect">
            <a:avLst/>
          </a:prstGeom>
        </p:spPr>
        <p:txBody>
          <a:bodyPr/>
          <a:lstStyle>
            <a:lvl1pPr>
              <a:defRPr sz="1800" b="0">
                <a:solidFill>
                  <a:schemeClr val="bg1"/>
                </a:solidFill>
              </a:defRPr>
            </a:lvl1pPr>
          </a:lstStyle>
          <a:p>
            <a:pPr lvl="0"/>
            <a:r>
              <a:rPr lang="en-US" dirty="0"/>
              <a:t>Body Text</a:t>
            </a:r>
          </a:p>
        </p:txBody>
      </p:sp>
    </p:spTree>
    <p:extLst>
      <p:ext uri="{BB962C8B-B14F-4D97-AF65-F5344CB8AC3E}">
        <p14:creationId xmlns:p14="http://schemas.microsoft.com/office/powerpoint/2010/main" val="198687634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4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C9484D7-FC42-5921-4A6D-EFDDEF797796}"/>
              </a:ext>
            </a:extLst>
          </p:cNvPr>
          <p:cNvSpPr/>
          <p:nvPr userDrawn="1"/>
        </p:nvSpPr>
        <p:spPr>
          <a:xfrm>
            <a:off x="-1" y="1"/>
            <a:ext cx="817682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5" name="Text Placeholder 3">
            <a:extLst>
              <a:ext uri="{FF2B5EF4-FFF2-40B4-BE49-F238E27FC236}">
                <a16:creationId xmlns:a16="http://schemas.microsoft.com/office/drawing/2014/main" id="{DC21DDEE-696B-41F5-B466-974F08025C2E}"/>
              </a:ext>
            </a:extLst>
          </p:cNvPr>
          <p:cNvSpPr>
            <a:spLocks noGrp="1"/>
          </p:cNvSpPr>
          <p:nvPr>
            <p:ph type="body" sz="quarter" idx="20" hasCustomPrompt="1"/>
          </p:nvPr>
        </p:nvSpPr>
        <p:spPr>
          <a:xfrm>
            <a:off x="252879" y="334029"/>
            <a:ext cx="752768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DD1B0AD6-CB71-C26E-A674-6A845245751D}"/>
              </a:ext>
            </a:extLst>
          </p:cNvPr>
          <p:cNvSpPr>
            <a:spLocks noGrp="1"/>
          </p:cNvSpPr>
          <p:nvPr>
            <p:ph type="body" sz="quarter" idx="21" hasCustomPrompt="1"/>
          </p:nvPr>
        </p:nvSpPr>
        <p:spPr>
          <a:xfrm>
            <a:off x="252879" y="850163"/>
            <a:ext cx="752768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7" name="Text Placeholder 3">
            <a:extLst>
              <a:ext uri="{FF2B5EF4-FFF2-40B4-BE49-F238E27FC236}">
                <a16:creationId xmlns:a16="http://schemas.microsoft.com/office/drawing/2014/main" id="{56AB9309-4D5D-C94C-D721-3D3D34AB7B14}"/>
              </a:ext>
            </a:extLst>
          </p:cNvPr>
          <p:cNvSpPr>
            <a:spLocks noGrp="1"/>
          </p:cNvSpPr>
          <p:nvPr>
            <p:ph type="body" sz="quarter" idx="22" hasCustomPrompt="1"/>
          </p:nvPr>
        </p:nvSpPr>
        <p:spPr>
          <a:xfrm>
            <a:off x="252879" y="1279617"/>
            <a:ext cx="7527685" cy="1302218"/>
          </a:xfrm>
          <a:prstGeom prst="rect">
            <a:avLst/>
          </a:prstGeom>
        </p:spPr>
        <p:txBody>
          <a:bodyPr/>
          <a:lstStyle>
            <a:lvl1pPr>
              <a:defRPr sz="1800" b="0">
                <a:solidFill>
                  <a:schemeClr val="bg1"/>
                </a:solidFill>
              </a:defRPr>
            </a:lvl1pPr>
          </a:lstStyle>
          <a:p>
            <a:pPr lvl="0"/>
            <a:r>
              <a:rPr lang="en-US" dirty="0"/>
              <a:t>Body Text</a:t>
            </a:r>
          </a:p>
        </p:txBody>
      </p:sp>
      <p:sp>
        <p:nvSpPr>
          <p:cNvPr id="10" name="Text Placeholder 3">
            <a:extLst>
              <a:ext uri="{FF2B5EF4-FFF2-40B4-BE49-F238E27FC236}">
                <a16:creationId xmlns:a16="http://schemas.microsoft.com/office/drawing/2014/main" id="{44122935-FBEC-96F8-72B7-4EB93C74D175}"/>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tx1"/>
                </a:solidFill>
              </a:defRPr>
            </a:lvl1pPr>
          </a:lstStyle>
          <a:p>
            <a:pPr lvl="0"/>
            <a:r>
              <a:rPr lang="en-US"/>
              <a:t>Body Text</a:t>
            </a:r>
          </a:p>
        </p:txBody>
      </p:sp>
      <p:sp>
        <p:nvSpPr>
          <p:cNvPr id="12" name="Slide Number Placeholder 5">
            <a:extLst>
              <a:ext uri="{FF2B5EF4-FFF2-40B4-BE49-F238E27FC236}">
                <a16:creationId xmlns:a16="http://schemas.microsoft.com/office/drawing/2014/main" id="{05F74EED-B923-2CCA-99B8-0E16365768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49C10EF6-C86B-C73D-49FC-D19958251B9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988648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alf_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9" name="Picture 8" descr="A blue and black logo&#10;&#10;AI-generated content may be incorrect.">
            <a:extLst>
              <a:ext uri="{FF2B5EF4-FFF2-40B4-BE49-F238E27FC236}">
                <a16:creationId xmlns:a16="http://schemas.microsoft.com/office/drawing/2014/main" id="{EC82B972-7ED2-DF4B-A628-849D131DD7E9}"/>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0208083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_Dark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rgbClr val="051C2C"/>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Text Placeholder 3">
            <a:extLst>
              <a:ext uri="{FF2B5EF4-FFF2-40B4-BE49-F238E27FC236}">
                <a16:creationId xmlns:a16="http://schemas.microsoft.com/office/drawing/2014/main" id="{371F0931-B313-CF9D-7BBF-DC0E2CF17C7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F9DF855D-8221-19B5-54AF-279834CFEF92}"/>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624421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ird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4080764"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7" name="Text Placeholder 3">
            <a:extLst>
              <a:ext uri="{FF2B5EF4-FFF2-40B4-BE49-F238E27FC236}">
                <a16:creationId xmlns:a16="http://schemas.microsoft.com/office/drawing/2014/main" id="{F84AE513-51ED-FF4D-7ACF-910D8A4FD27E}"/>
              </a:ext>
            </a:extLst>
          </p:cNvPr>
          <p:cNvSpPr>
            <a:spLocks noGrp="1"/>
          </p:cNvSpPr>
          <p:nvPr>
            <p:ph type="body" sz="quarter" idx="20" hasCustomPrompt="1"/>
          </p:nvPr>
        </p:nvSpPr>
        <p:spPr>
          <a:xfrm>
            <a:off x="252879" y="334029"/>
            <a:ext cx="3560109"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9" name="Text Placeholder 3">
            <a:extLst>
              <a:ext uri="{FF2B5EF4-FFF2-40B4-BE49-F238E27FC236}">
                <a16:creationId xmlns:a16="http://schemas.microsoft.com/office/drawing/2014/main" id="{4C04C409-3DE7-9E7A-4373-1D6F76AEB08B}"/>
              </a:ext>
            </a:extLst>
          </p:cNvPr>
          <p:cNvSpPr>
            <a:spLocks noGrp="1"/>
          </p:cNvSpPr>
          <p:nvPr>
            <p:ph type="body" sz="quarter" idx="21" hasCustomPrompt="1"/>
          </p:nvPr>
        </p:nvSpPr>
        <p:spPr>
          <a:xfrm>
            <a:off x="252879" y="1352187"/>
            <a:ext cx="3560109"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1" name="Text Placeholder 3">
            <a:extLst>
              <a:ext uri="{FF2B5EF4-FFF2-40B4-BE49-F238E27FC236}">
                <a16:creationId xmlns:a16="http://schemas.microsoft.com/office/drawing/2014/main" id="{12A7EC06-B15E-1B40-5961-64129BAB31A3}"/>
              </a:ext>
            </a:extLst>
          </p:cNvPr>
          <p:cNvSpPr>
            <a:spLocks noGrp="1"/>
          </p:cNvSpPr>
          <p:nvPr>
            <p:ph type="body" sz="quarter" idx="22" hasCustomPrompt="1"/>
          </p:nvPr>
        </p:nvSpPr>
        <p:spPr>
          <a:xfrm>
            <a:off x="252879" y="1874462"/>
            <a:ext cx="3560109" cy="1553883"/>
          </a:xfrm>
          <a:prstGeom prst="rect">
            <a:avLst/>
          </a:prstGeom>
        </p:spPr>
        <p:txBody>
          <a:bodyPr/>
          <a:lstStyle>
            <a:lvl1pPr>
              <a:defRPr sz="2000" b="0">
                <a:solidFill>
                  <a:schemeClr val="bg1"/>
                </a:solidFill>
              </a:defRPr>
            </a:lvl1pPr>
          </a:lstStyle>
          <a:p>
            <a:pPr lvl="0"/>
            <a:r>
              <a:rPr lang="en-US"/>
              <a:t>Body Text</a:t>
            </a:r>
          </a:p>
        </p:txBody>
      </p:sp>
      <p:sp>
        <p:nvSpPr>
          <p:cNvPr id="12" name="Text Placeholder 3">
            <a:extLst>
              <a:ext uri="{FF2B5EF4-FFF2-40B4-BE49-F238E27FC236}">
                <a16:creationId xmlns:a16="http://schemas.microsoft.com/office/drawing/2014/main" id="{54C36BA8-CAD7-31E1-C3C1-B0FA2C164D1C}"/>
              </a:ext>
            </a:extLst>
          </p:cNvPr>
          <p:cNvSpPr>
            <a:spLocks noGrp="1"/>
          </p:cNvSpPr>
          <p:nvPr>
            <p:ph type="body" sz="quarter" idx="24" hasCustomPrompt="1"/>
          </p:nvPr>
        </p:nvSpPr>
        <p:spPr>
          <a:xfrm>
            <a:off x="8173945"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13" name="Text Placeholder 3">
            <a:extLst>
              <a:ext uri="{FF2B5EF4-FFF2-40B4-BE49-F238E27FC236}">
                <a16:creationId xmlns:a16="http://schemas.microsoft.com/office/drawing/2014/main" id="{F91011BF-2FD9-DBF7-1A06-5399462CB647}"/>
              </a:ext>
            </a:extLst>
          </p:cNvPr>
          <p:cNvSpPr>
            <a:spLocks noGrp="1"/>
          </p:cNvSpPr>
          <p:nvPr>
            <p:ph type="body" sz="quarter" idx="25" hasCustomPrompt="1"/>
          </p:nvPr>
        </p:nvSpPr>
        <p:spPr>
          <a:xfrm>
            <a:off x="4282330"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4" name="Slide Number Placeholder 5">
            <a:extLst>
              <a:ext uri="{FF2B5EF4-FFF2-40B4-BE49-F238E27FC236}">
                <a16:creationId xmlns:a16="http://schemas.microsoft.com/office/drawing/2014/main" id="{6030EDA3-D8B5-A79D-B743-FD068E4E27D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FFFCB228-8300-BC73-B065-9BACEA253C2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186361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arter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3402282"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12" name="Text Placeholder 3">
            <a:extLst>
              <a:ext uri="{FF2B5EF4-FFF2-40B4-BE49-F238E27FC236}">
                <a16:creationId xmlns:a16="http://schemas.microsoft.com/office/drawing/2014/main" id="{181C9C39-D812-6A1A-50AB-714DB3B5897D}"/>
              </a:ext>
            </a:extLst>
          </p:cNvPr>
          <p:cNvSpPr>
            <a:spLocks noGrp="1"/>
          </p:cNvSpPr>
          <p:nvPr>
            <p:ph type="body" sz="quarter" idx="20" hasCustomPrompt="1"/>
          </p:nvPr>
        </p:nvSpPr>
        <p:spPr>
          <a:xfrm>
            <a:off x="252879" y="334029"/>
            <a:ext cx="2842933"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13" name="Text Placeholder 3">
            <a:extLst>
              <a:ext uri="{FF2B5EF4-FFF2-40B4-BE49-F238E27FC236}">
                <a16:creationId xmlns:a16="http://schemas.microsoft.com/office/drawing/2014/main" id="{823DBF7B-19DD-E443-56F7-DA2A3E2A519A}"/>
              </a:ext>
            </a:extLst>
          </p:cNvPr>
          <p:cNvSpPr>
            <a:spLocks noGrp="1"/>
          </p:cNvSpPr>
          <p:nvPr>
            <p:ph type="body" sz="quarter" idx="21" hasCustomPrompt="1"/>
          </p:nvPr>
        </p:nvSpPr>
        <p:spPr>
          <a:xfrm>
            <a:off x="252879" y="1352187"/>
            <a:ext cx="284293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4" name="Text Placeholder 3">
            <a:extLst>
              <a:ext uri="{FF2B5EF4-FFF2-40B4-BE49-F238E27FC236}">
                <a16:creationId xmlns:a16="http://schemas.microsoft.com/office/drawing/2014/main" id="{C587202D-EED2-0EBA-5011-2CAE596AA406}"/>
              </a:ext>
            </a:extLst>
          </p:cNvPr>
          <p:cNvSpPr>
            <a:spLocks noGrp="1"/>
          </p:cNvSpPr>
          <p:nvPr>
            <p:ph type="body" sz="quarter" idx="22" hasCustomPrompt="1"/>
          </p:nvPr>
        </p:nvSpPr>
        <p:spPr>
          <a:xfrm>
            <a:off x="252879" y="1874462"/>
            <a:ext cx="2842933" cy="1553883"/>
          </a:xfrm>
          <a:prstGeom prst="rect">
            <a:avLst/>
          </a:prstGeom>
        </p:spPr>
        <p:txBody>
          <a:bodyPr/>
          <a:lstStyle>
            <a:lvl1pPr>
              <a:defRPr sz="2000" b="0">
                <a:solidFill>
                  <a:schemeClr val="bg1"/>
                </a:solidFill>
              </a:defRPr>
            </a:lvl1pPr>
          </a:lstStyle>
          <a:p>
            <a:pPr lvl="0"/>
            <a:r>
              <a:rPr lang="en-US"/>
              <a:t>Body Text</a:t>
            </a:r>
          </a:p>
        </p:txBody>
      </p:sp>
      <p:sp>
        <p:nvSpPr>
          <p:cNvPr id="15" name="Text Placeholder 3">
            <a:extLst>
              <a:ext uri="{FF2B5EF4-FFF2-40B4-BE49-F238E27FC236}">
                <a16:creationId xmlns:a16="http://schemas.microsoft.com/office/drawing/2014/main" id="{D2970E52-791B-7AAD-F885-4FF22CB98406}"/>
              </a:ext>
            </a:extLst>
          </p:cNvPr>
          <p:cNvSpPr>
            <a:spLocks noGrp="1"/>
          </p:cNvSpPr>
          <p:nvPr>
            <p:ph type="body" sz="quarter" idx="23" hasCustomPrompt="1"/>
          </p:nvPr>
        </p:nvSpPr>
        <p:spPr>
          <a:xfrm>
            <a:off x="7909886"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A289F0E2-F193-E474-9C80-C009E98E283C}"/>
              </a:ext>
            </a:extLst>
          </p:cNvPr>
          <p:cNvSpPr>
            <a:spLocks noGrp="1"/>
          </p:cNvSpPr>
          <p:nvPr>
            <p:ph type="body" sz="quarter" idx="24" hasCustomPrompt="1"/>
          </p:nvPr>
        </p:nvSpPr>
        <p:spPr>
          <a:xfrm>
            <a:off x="3542953"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4" name="Slide Number Placeholder 5">
            <a:extLst>
              <a:ext uri="{FF2B5EF4-FFF2-40B4-BE49-F238E27FC236}">
                <a16:creationId xmlns:a16="http://schemas.microsoft.com/office/drawing/2014/main" id="{60FACF0B-F330-5ADF-05E8-A8FDEC3AAB62}"/>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48A1FA4F-91FA-9AFB-5C79-01DC2CB945C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1313627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op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3406398"/>
            <a:ext cx="12192000" cy="34516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accent2"/>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bg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C567FA4C-F40C-F68A-568D-CC73679FE46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94A4EDEB-A63A-9389-3520-C289FECDACC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9411418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0"/>
            <a:ext cx="12192000" cy="343916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bg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tx1"/>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3" name="Slide Number Placeholder 5">
            <a:extLst>
              <a:ext uri="{FF2B5EF4-FFF2-40B4-BE49-F238E27FC236}">
                <a16:creationId xmlns:a16="http://schemas.microsoft.com/office/drawing/2014/main" id="{E1E0EAAD-DCAB-C7B9-48B4-AD078E394B3E}"/>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5B03F114-1CCA-2BCD-AEB7-33A97C12C505}"/>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4837038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Image Layout_light">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Picture Placeholder 8">
            <a:extLst>
              <a:ext uri="{FF2B5EF4-FFF2-40B4-BE49-F238E27FC236}">
                <a16:creationId xmlns:a16="http://schemas.microsoft.com/office/drawing/2014/main" id="{1752A340-B81A-13C9-2A4F-A4E14A7ACC9E}"/>
              </a:ext>
            </a:extLst>
          </p:cNvPr>
          <p:cNvSpPr>
            <a:spLocks noGrp="1"/>
          </p:cNvSpPr>
          <p:nvPr>
            <p:ph type="pic" sz="quarter" idx="22"/>
          </p:nvPr>
        </p:nvSpPr>
        <p:spPr>
          <a:xfrm>
            <a:off x="252413" y="1387475"/>
            <a:ext cx="2727455" cy="3641725"/>
          </a:xfrm>
          <a:prstGeom prst="rect">
            <a:avLst/>
          </a:prstGeom>
        </p:spPr>
        <p:txBody>
          <a:bodyPr/>
          <a:lstStyle/>
          <a:p>
            <a:endParaRPr lang="en-US"/>
          </a:p>
        </p:txBody>
      </p:sp>
      <p:sp>
        <p:nvSpPr>
          <p:cNvPr id="16" name="Picture Placeholder 8">
            <a:extLst>
              <a:ext uri="{FF2B5EF4-FFF2-40B4-BE49-F238E27FC236}">
                <a16:creationId xmlns:a16="http://schemas.microsoft.com/office/drawing/2014/main" id="{A03AD0B1-EB01-5145-8BD4-43AF370962A3}"/>
              </a:ext>
            </a:extLst>
          </p:cNvPr>
          <p:cNvSpPr>
            <a:spLocks noGrp="1"/>
          </p:cNvSpPr>
          <p:nvPr>
            <p:ph type="pic" sz="quarter" idx="23"/>
          </p:nvPr>
        </p:nvSpPr>
        <p:spPr>
          <a:xfrm>
            <a:off x="3221224" y="1387475"/>
            <a:ext cx="2727455" cy="3641725"/>
          </a:xfrm>
          <a:prstGeom prst="rect">
            <a:avLst/>
          </a:prstGeom>
        </p:spPr>
        <p:txBody>
          <a:bodyPr/>
          <a:lstStyle/>
          <a:p>
            <a:endParaRPr lang="en-US"/>
          </a:p>
        </p:txBody>
      </p:sp>
      <p:sp>
        <p:nvSpPr>
          <p:cNvPr id="17" name="Picture Placeholder 8">
            <a:extLst>
              <a:ext uri="{FF2B5EF4-FFF2-40B4-BE49-F238E27FC236}">
                <a16:creationId xmlns:a16="http://schemas.microsoft.com/office/drawing/2014/main" id="{AE81C313-CFFE-7242-F236-8C090F189258}"/>
              </a:ext>
            </a:extLst>
          </p:cNvPr>
          <p:cNvSpPr>
            <a:spLocks noGrp="1"/>
          </p:cNvSpPr>
          <p:nvPr>
            <p:ph type="pic" sz="quarter" idx="24"/>
          </p:nvPr>
        </p:nvSpPr>
        <p:spPr>
          <a:xfrm>
            <a:off x="6190035" y="1387475"/>
            <a:ext cx="2727455" cy="3641725"/>
          </a:xfrm>
          <a:prstGeom prst="rect">
            <a:avLst/>
          </a:prstGeom>
        </p:spPr>
        <p:txBody>
          <a:bodyPr/>
          <a:lstStyle/>
          <a:p>
            <a:endParaRPr lang="en-US"/>
          </a:p>
        </p:txBody>
      </p:sp>
      <p:sp>
        <p:nvSpPr>
          <p:cNvPr id="18" name="Picture Placeholder 8">
            <a:extLst>
              <a:ext uri="{FF2B5EF4-FFF2-40B4-BE49-F238E27FC236}">
                <a16:creationId xmlns:a16="http://schemas.microsoft.com/office/drawing/2014/main" id="{13538D4F-C63B-17F8-B0B0-2474A07DA6FE}"/>
              </a:ext>
            </a:extLst>
          </p:cNvPr>
          <p:cNvSpPr>
            <a:spLocks noGrp="1"/>
          </p:cNvSpPr>
          <p:nvPr>
            <p:ph type="pic" sz="quarter" idx="25"/>
          </p:nvPr>
        </p:nvSpPr>
        <p:spPr>
          <a:xfrm>
            <a:off x="9158846" y="1387475"/>
            <a:ext cx="2727455" cy="3641725"/>
          </a:xfrm>
          <a:prstGeom prst="rect">
            <a:avLst/>
          </a:prstGeom>
        </p:spPr>
        <p:txBody>
          <a:bodyPr/>
          <a:lstStyle/>
          <a:p>
            <a:endParaRPr lang="en-US"/>
          </a:p>
        </p:txBody>
      </p:sp>
      <p:sp>
        <p:nvSpPr>
          <p:cNvPr id="4" name="Text Placeholder 10">
            <a:extLst>
              <a:ext uri="{FF2B5EF4-FFF2-40B4-BE49-F238E27FC236}">
                <a16:creationId xmlns:a16="http://schemas.microsoft.com/office/drawing/2014/main" id="{CE8C4259-8339-BC46-91CA-F8A577856251}"/>
              </a:ext>
            </a:extLst>
          </p:cNvPr>
          <p:cNvSpPr>
            <a:spLocks noGrp="1"/>
          </p:cNvSpPr>
          <p:nvPr>
            <p:ph type="body" sz="quarter" idx="26" hasCustomPrompt="1"/>
          </p:nvPr>
        </p:nvSpPr>
        <p:spPr>
          <a:xfrm>
            <a:off x="252283" y="5183188"/>
            <a:ext cx="2727455" cy="1119187"/>
          </a:xfrm>
          <a:prstGeom prst="rect">
            <a:avLst/>
          </a:prstGeom>
        </p:spPr>
        <p:txBody>
          <a:bodyPr/>
          <a:lstStyle>
            <a:lvl1pPr algn="ctr">
              <a:defRPr sz="1800"/>
            </a:lvl1pPr>
          </a:lstStyle>
          <a:p>
            <a:pPr lvl="0"/>
            <a:r>
              <a:rPr lang="en-US" dirty="0"/>
              <a:t>Text</a:t>
            </a:r>
          </a:p>
        </p:txBody>
      </p:sp>
      <p:sp>
        <p:nvSpPr>
          <p:cNvPr id="5" name="Text Placeholder 10">
            <a:extLst>
              <a:ext uri="{FF2B5EF4-FFF2-40B4-BE49-F238E27FC236}">
                <a16:creationId xmlns:a16="http://schemas.microsoft.com/office/drawing/2014/main" id="{4664651E-D0D0-AE67-E2A9-5BE2C3A458A5}"/>
              </a:ext>
            </a:extLst>
          </p:cNvPr>
          <p:cNvSpPr>
            <a:spLocks noGrp="1"/>
          </p:cNvSpPr>
          <p:nvPr>
            <p:ph type="body" sz="quarter" idx="27" hasCustomPrompt="1"/>
          </p:nvPr>
        </p:nvSpPr>
        <p:spPr>
          <a:xfrm>
            <a:off x="3221223" y="5183188"/>
            <a:ext cx="2727455" cy="1119187"/>
          </a:xfrm>
          <a:prstGeom prst="rect">
            <a:avLst/>
          </a:prstGeom>
        </p:spPr>
        <p:txBody>
          <a:bodyPr/>
          <a:lstStyle>
            <a:lvl1pPr algn="ctr">
              <a:defRPr sz="1800"/>
            </a:lvl1pPr>
          </a:lstStyle>
          <a:p>
            <a:pPr lvl="0"/>
            <a:r>
              <a:rPr lang="en-US" dirty="0"/>
              <a:t>Text</a:t>
            </a:r>
          </a:p>
        </p:txBody>
      </p:sp>
      <p:sp>
        <p:nvSpPr>
          <p:cNvPr id="8" name="Text Placeholder 10">
            <a:extLst>
              <a:ext uri="{FF2B5EF4-FFF2-40B4-BE49-F238E27FC236}">
                <a16:creationId xmlns:a16="http://schemas.microsoft.com/office/drawing/2014/main" id="{BD555B14-A48F-B142-B1E5-B9FC446C0489}"/>
              </a:ext>
            </a:extLst>
          </p:cNvPr>
          <p:cNvSpPr>
            <a:spLocks noGrp="1"/>
          </p:cNvSpPr>
          <p:nvPr>
            <p:ph type="body" sz="quarter" idx="28" hasCustomPrompt="1"/>
          </p:nvPr>
        </p:nvSpPr>
        <p:spPr>
          <a:xfrm>
            <a:off x="6190034" y="5183188"/>
            <a:ext cx="2727455" cy="1119187"/>
          </a:xfrm>
          <a:prstGeom prst="rect">
            <a:avLst/>
          </a:prstGeom>
        </p:spPr>
        <p:txBody>
          <a:bodyPr/>
          <a:lstStyle>
            <a:lvl1pPr algn="ctr">
              <a:defRPr sz="1800"/>
            </a:lvl1pPr>
          </a:lstStyle>
          <a:p>
            <a:pPr lvl="0"/>
            <a:r>
              <a:rPr lang="en-US" dirty="0"/>
              <a:t>Text</a:t>
            </a:r>
          </a:p>
        </p:txBody>
      </p:sp>
      <p:sp>
        <p:nvSpPr>
          <p:cNvPr id="10" name="Text Placeholder 10">
            <a:extLst>
              <a:ext uri="{FF2B5EF4-FFF2-40B4-BE49-F238E27FC236}">
                <a16:creationId xmlns:a16="http://schemas.microsoft.com/office/drawing/2014/main" id="{C522591A-690D-94E5-448F-A366290A8B7C}"/>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lvl1pPr>
          </a:lstStyle>
          <a:p>
            <a:pPr lvl="0"/>
            <a:r>
              <a:rPr lang="en-US" dirty="0"/>
              <a:t>Text</a:t>
            </a:r>
          </a:p>
        </p:txBody>
      </p:sp>
      <p:pic>
        <p:nvPicPr>
          <p:cNvPr id="11" name="Picture 10" descr="A blue and black logo&#10;&#10;AI-generated content may be incorrect.">
            <a:extLst>
              <a:ext uri="{FF2B5EF4-FFF2-40B4-BE49-F238E27FC236}">
                <a16:creationId xmlns:a16="http://schemas.microsoft.com/office/drawing/2014/main" id="{36354173-2455-38A6-D850-9E30EBFAA28A}"/>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6782171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 Layout_dark">
    <p:bg>
      <p:bgPr>
        <a:solidFill>
          <a:schemeClr val="tx2"/>
        </a:solidFill>
        <a:effectLst/>
      </p:bgPr>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3010" y="334029"/>
            <a:ext cx="11640298" cy="472794"/>
          </a:xfrm>
          <a:prstGeom prst="rect">
            <a:avLst/>
          </a:prstGeom>
        </p:spPr>
        <p:txBody>
          <a:bodyPr/>
          <a:lstStyle>
            <a:lvl1pPr>
              <a:defRPr sz="3600" b="1">
                <a:solidFill>
                  <a:schemeClr val="bg1"/>
                </a:solidFill>
              </a:defRPr>
            </a:lvl1pPr>
          </a:lstStyle>
          <a:p>
            <a:pPr lvl="0"/>
            <a:r>
              <a:rPr lang="en-US" dirty="0"/>
              <a:t>HEADER</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4" name="Picture Placeholder 8">
            <a:extLst>
              <a:ext uri="{FF2B5EF4-FFF2-40B4-BE49-F238E27FC236}">
                <a16:creationId xmlns:a16="http://schemas.microsoft.com/office/drawing/2014/main" id="{39185591-C09F-80CF-5976-B859677D247B}"/>
              </a:ext>
            </a:extLst>
          </p:cNvPr>
          <p:cNvSpPr>
            <a:spLocks noGrp="1"/>
          </p:cNvSpPr>
          <p:nvPr>
            <p:ph type="pic" sz="quarter" idx="22"/>
          </p:nvPr>
        </p:nvSpPr>
        <p:spPr>
          <a:xfrm>
            <a:off x="252413" y="1387475"/>
            <a:ext cx="2727455" cy="3641725"/>
          </a:xfrm>
          <a:prstGeom prst="rect">
            <a:avLst/>
          </a:prstGeom>
        </p:spPr>
        <p:txBody>
          <a:bodyPr/>
          <a:lstStyle>
            <a:lvl1pPr>
              <a:defRPr>
                <a:solidFill>
                  <a:schemeClr val="bg1"/>
                </a:solidFill>
              </a:defRPr>
            </a:lvl1pPr>
          </a:lstStyle>
          <a:p>
            <a:endParaRPr lang="en-US"/>
          </a:p>
        </p:txBody>
      </p:sp>
      <p:sp>
        <p:nvSpPr>
          <p:cNvPr id="5" name="Picture Placeholder 8">
            <a:extLst>
              <a:ext uri="{FF2B5EF4-FFF2-40B4-BE49-F238E27FC236}">
                <a16:creationId xmlns:a16="http://schemas.microsoft.com/office/drawing/2014/main" id="{40C57C8E-9AB5-D4EA-A3DF-E0E1B87E3C2E}"/>
              </a:ext>
            </a:extLst>
          </p:cNvPr>
          <p:cNvSpPr>
            <a:spLocks noGrp="1"/>
          </p:cNvSpPr>
          <p:nvPr>
            <p:ph type="pic" sz="quarter" idx="23"/>
          </p:nvPr>
        </p:nvSpPr>
        <p:spPr>
          <a:xfrm>
            <a:off x="3221224" y="1387475"/>
            <a:ext cx="2727455" cy="3641725"/>
          </a:xfrm>
          <a:prstGeom prst="rect">
            <a:avLst/>
          </a:prstGeom>
        </p:spPr>
        <p:txBody>
          <a:bodyPr/>
          <a:lstStyle>
            <a:lvl1pPr>
              <a:defRPr>
                <a:solidFill>
                  <a:schemeClr val="bg1"/>
                </a:solidFill>
              </a:defRPr>
            </a:lvl1pPr>
          </a:lstStyle>
          <a:p>
            <a:endParaRPr lang="en-US"/>
          </a:p>
        </p:txBody>
      </p:sp>
      <p:sp>
        <p:nvSpPr>
          <p:cNvPr id="8" name="Picture Placeholder 8">
            <a:extLst>
              <a:ext uri="{FF2B5EF4-FFF2-40B4-BE49-F238E27FC236}">
                <a16:creationId xmlns:a16="http://schemas.microsoft.com/office/drawing/2014/main" id="{B73AFC4A-4D17-D889-A190-32467451310C}"/>
              </a:ext>
            </a:extLst>
          </p:cNvPr>
          <p:cNvSpPr>
            <a:spLocks noGrp="1"/>
          </p:cNvSpPr>
          <p:nvPr>
            <p:ph type="pic" sz="quarter" idx="24"/>
          </p:nvPr>
        </p:nvSpPr>
        <p:spPr>
          <a:xfrm>
            <a:off x="6190035" y="1387475"/>
            <a:ext cx="2727455" cy="3641725"/>
          </a:xfrm>
          <a:prstGeom prst="rect">
            <a:avLst/>
          </a:prstGeom>
        </p:spPr>
        <p:txBody>
          <a:bodyPr/>
          <a:lstStyle>
            <a:lvl1pPr>
              <a:defRPr>
                <a:solidFill>
                  <a:schemeClr val="bg1"/>
                </a:solidFill>
              </a:defRPr>
            </a:lvl1pPr>
          </a:lstStyle>
          <a:p>
            <a:endParaRPr lang="en-US"/>
          </a:p>
        </p:txBody>
      </p:sp>
      <p:sp>
        <p:nvSpPr>
          <p:cNvPr id="10" name="Picture Placeholder 8">
            <a:extLst>
              <a:ext uri="{FF2B5EF4-FFF2-40B4-BE49-F238E27FC236}">
                <a16:creationId xmlns:a16="http://schemas.microsoft.com/office/drawing/2014/main" id="{8636D1FF-4AC7-B87D-B8D3-D71951DA2168}"/>
              </a:ext>
            </a:extLst>
          </p:cNvPr>
          <p:cNvSpPr>
            <a:spLocks noGrp="1"/>
          </p:cNvSpPr>
          <p:nvPr>
            <p:ph type="pic" sz="quarter" idx="25"/>
          </p:nvPr>
        </p:nvSpPr>
        <p:spPr>
          <a:xfrm>
            <a:off x="9158846" y="1387475"/>
            <a:ext cx="2727455" cy="3641725"/>
          </a:xfrm>
          <a:prstGeom prst="rect">
            <a:avLst/>
          </a:prstGeom>
        </p:spPr>
        <p:txBody>
          <a:bodyPr/>
          <a:lstStyle>
            <a:lvl1pPr>
              <a:defRPr>
                <a:solidFill>
                  <a:schemeClr val="bg1"/>
                </a:solidFill>
              </a:defRPr>
            </a:lvl1pPr>
          </a:lstStyle>
          <a:p>
            <a:endParaRPr lang="en-US"/>
          </a:p>
        </p:txBody>
      </p:sp>
      <p:sp>
        <p:nvSpPr>
          <p:cNvPr id="11" name="Text Placeholder 10">
            <a:extLst>
              <a:ext uri="{FF2B5EF4-FFF2-40B4-BE49-F238E27FC236}">
                <a16:creationId xmlns:a16="http://schemas.microsoft.com/office/drawing/2014/main" id="{34E3C37E-50FF-DEBD-FFE0-12021561C04A}"/>
              </a:ext>
            </a:extLst>
          </p:cNvPr>
          <p:cNvSpPr>
            <a:spLocks noGrp="1"/>
          </p:cNvSpPr>
          <p:nvPr>
            <p:ph type="body" sz="quarter" idx="26" hasCustomPrompt="1"/>
          </p:nvPr>
        </p:nvSpPr>
        <p:spPr>
          <a:xfrm>
            <a:off x="25241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2" name="Text Placeholder 10">
            <a:extLst>
              <a:ext uri="{FF2B5EF4-FFF2-40B4-BE49-F238E27FC236}">
                <a16:creationId xmlns:a16="http://schemas.microsoft.com/office/drawing/2014/main" id="{EF90D0CF-C799-F88A-FC57-E0FE4CAB4D62}"/>
              </a:ext>
            </a:extLst>
          </p:cNvPr>
          <p:cNvSpPr>
            <a:spLocks noGrp="1"/>
          </p:cNvSpPr>
          <p:nvPr>
            <p:ph type="body" sz="quarter" idx="27" hasCustomPrompt="1"/>
          </p:nvPr>
        </p:nvSpPr>
        <p:spPr>
          <a:xfrm>
            <a:off x="322135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3" name="Text Placeholder 10">
            <a:extLst>
              <a:ext uri="{FF2B5EF4-FFF2-40B4-BE49-F238E27FC236}">
                <a16:creationId xmlns:a16="http://schemas.microsoft.com/office/drawing/2014/main" id="{5864F0F2-ACC8-ADFB-BFBA-6277B60066A8}"/>
              </a:ext>
            </a:extLst>
          </p:cNvPr>
          <p:cNvSpPr>
            <a:spLocks noGrp="1"/>
          </p:cNvSpPr>
          <p:nvPr>
            <p:ph type="body" sz="quarter" idx="28" hasCustomPrompt="1"/>
          </p:nvPr>
        </p:nvSpPr>
        <p:spPr>
          <a:xfrm>
            <a:off x="6190164"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4" name="Text Placeholder 10">
            <a:extLst>
              <a:ext uri="{FF2B5EF4-FFF2-40B4-BE49-F238E27FC236}">
                <a16:creationId xmlns:a16="http://schemas.microsoft.com/office/drawing/2014/main" id="{67A2F61D-2980-A3C3-F881-E0913ED0DA48}"/>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9" name="Text Placeholder 3">
            <a:extLst>
              <a:ext uri="{FF2B5EF4-FFF2-40B4-BE49-F238E27FC236}">
                <a16:creationId xmlns:a16="http://schemas.microsoft.com/office/drawing/2014/main" id="{3404815E-0A5F-B49B-713F-9CF8370F948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3029234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lage Slide_light">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tx1"/>
                </a:solidFill>
              </a:defRPr>
            </a:lvl1pPr>
          </a:lstStyle>
          <a:p>
            <a:pPr lvl="0"/>
            <a:r>
              <a:rPr lang="en-US"/>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blue and black logo&#10;&#10;AI-generated content may be incorrect.">
            <a:extLst>
              <a:ext uri="{FF2B5EF4-FFF2-40B4-BE49-F238E27FC236}">
                <a16:creationId xmlns:a16="http://schemas.microsoft.com/office/drawing/2014/main" id="{98D312D0-93DB-D17C-BB62-2372DC1D319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758302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lage Slide_dark">
    <p:bg>
      <p:bgRef idx="1001">
        <a:schemeClr val="bg2"/>
      </p:bgRef>
    </p:bg>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bg2"/>
                </a:solidFill>
              </a:defRPr>
            </a:lvl1pPr>
          </a:lstStyle>
          <a:p>
            <a:pPr lvl="0"/>
            <a:r>
              <a:rPr lang="en-US" dirty="0"/>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white letter on a black background&#10;&#10;Description automatically generated">
            <a:extLst>
              <a:ext uri="{FF2B5EF4-FFF2-40B4-BE49-F238E27FC236}">
                <a16:creationId xmlns:a16="http://schemas.microsoft.com/office/drawing/2014/main" id="{DF55263D-9D78-FC22-5F6A-F61B765361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Tree>
    <p:extLst>
      <p:ext uri="{BB962C8B-B14F-4D97-AF65-F5344CB8AC3E}">
        <p14:creationId xmlns:p14="http://schemas.microsoft.com/office/powerpoint/2010/main" val="3378025184"/>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4087967" y="3103321"/>
            <a:ext cx="4016065" cy="651358"/>
          </a:xfrm>
          <a:prstGeom prst="rect">
            <a:avLst/>
          </a:prstGeom>
        </p:spPr>
      </p:pic>
      <p:pic>
        <p:nvPicPr>
          <p:cNvPr id="7" name="Picture 6" descr="A white letter on a black background&#10;&#10;Description automatically generated">
            <a:extLst>
              <a:ext uri="{FF2B5EF4-FFF2-40B4-BE49-F238E27FC236}">
                <a16:creationId xmlns:a16="http://schemas.microsoft.com/office/drawing/2014/main" id="{EF58CFE9-0B12-315B-7360-BE3DBD9924DF}"/>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19D0AEEA-67CD-CEFB-EC74-DD960DA502B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7147173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85BAC64B-FDA5-2AA6-6FE8-FFAFF209BE2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65424114"/>
      </p:ext>
    </p:extLst>
  </p:cSld>
  <p:clrMap bg1="lt1" tx1="dk1" bg2="lt2" tx2="dk2" accent1="accent1" accent2="accent2" accent3="accent3" accent4="accent4" accent5="accent5" accent6="accent6" hlink="hlink" folHlink="folHlink"/>
  <p:sldLayoutIdLst>
    <p:sldLayoutId id="2147484311" r:id="rId1"/>
    <p:sldLayoutId id="2147484294" r:id="rId2"/>
    <p:sldLayoutId id="2147484293" r:id="rId3"/>
    <p:sldLayoutId id="2147484315" r:id="rId4"/>
    <p:sldLayoutId id="2147484316" r:id="rId5"/>
    <p:sldLayoutId id="2147484296" r:id="rId6"/>
    <p:sldLayoutId id="2147484324" r:id="rId7"/>
    <p:sldLayoutId id="2147484322" r:id="rId8"/>
    <p:sldLayoutId id="2147484323" r:id="rId9"/>
    <p:sldLayoutId id="2147484295" r:id="rId10"/>
    <p:sldLayoutId id="2147484320" r:id="rId11"/>
    <p:sldLayoutId id="2147484298" r:id="rId12"/>
    <p:sldLayoutId id="2147484299" r:id="rId13"/>
    <p:sldLayoutId id="2147484326" r:id="rId14"/>
    <p:sldLayoutId id="2147484312" r:id="rId15"/>
    <p:sldLayoutId id="2147484321" r:id="rId16"/>
    <p:sldLayoutId id="2147484300" r:id="rId17"/>
    <p:sldLayoutId id="2147484301" r:id="rId18"/>
    <p:sldLayoutId id="2147484303" r:id="rId19"/>
    <p:sldLayoutId id="2147484313" r:id="rId20"/>
    <p:sldLayoutId id="2147484317" r:id="rId21"/>
    <p:sldLayoutId id="2147484318" r:id="rId22"/>
    <p:sldLayoutId id="2147484319" r:id="rId23"/>
    <p:sldLayoutId id="2147484325" r:id="rId24"/>
    <p:sldLayoutId id="2147484292" r:id="rId25"/>
  </p:sldLayoutIdLst>
  <p:hf hdr="0" dt="0"/>
  <p:txStyles>
    <p:title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0" indent="0" algn="l" defTabSz="342882" rtl="0" eaLnBrk="1" latinLnBrk="0" hangingPunct="1">
        <a:spcBef>
          <a:spcPct val="20000"/>
        </a:spcBef>
        <a:buClr>
          <a:schemeClr val="tx1"/>
        </a:buClr>
        <a:buSzPct val="110000"/>
        <a:buFontTx/>
        <a:buNone/>
        <a:defRPr sz="2200" b="0" kern="1200">
          <a:solidFill>
            <a:schemeClr val="tx1"/>
          </a:solidFill>
          <a:latin typeface="+mn-lt"/>
          <a:ea typeface="+mn-ea"/>
          <a:cs typeface="+mn-cs"/>
        </a:defRPr>
      </a:lvl1pPr>
      <a:lvl2pPr marL="568325" indent="-225425" algn="l" defTabSz="342882" rtl="0" eaLnBrk="1" latinLnBrk="0" hangingPunct="1">
        <a:spcBef>
          <a:spcPct val="20000"/>
        </a:spcBef>
        <a:buClr>
          <a:schemeClr val="tx1"/>
        </a:buClr>
        <a:buSzPct val="110000"/>
        <a:buFont typeface="Arial" panose="020B0604020202020204" pitchFamily="34" charset="0"/>
        <a:buChar char="•"/>
        <a:defRPr sz="1800" kern="1200">
          <a:solidFill>
            <a:schemeClr val="tx1"/>
          </a:solidFill>
          <a:latin typeface="+mn-lt"/>
          <a:ea typeface="+mn-ea"/>
          <a:cs typeface="+mn-cs"/>
        </a:defRPr>
      </a:lvl2pPr>
      <a:lvl3pPr marL="914400" indent="-185738" algn="l" defTabSz="342882" rtl="0" eaLnBrk="1" latinLnBrk="0" hangingPunct="1">
        <a:spcBef>
          <a:spcPct val="20000"/>
        </a:spcBef>
        <a:buClr>
          <a:schemeClr val="tx1"/>
        </a:buClr>
        <a:buSzPct val="110000"/>
        <a:buFont typeface="Arial" panose="020B0604020202020204" pitchFamily="34" charset="0"/>
        <a:buChar char="•"/>
        <a:defRPr sz="1600" kern="1200">
          <a:solidFill>
            <a:schemeClr val="tx1"/>
          </a:solidFill>
          <a:latin typeface="+mn-lt"/>
          <a:ea typeface="+mn-ea"/>
          <a:cs typeface="+mn-cs"/>
        </a:defRPr>
      </a:lvl3pPr>
      <a:lvl4pPr marL="1200091" indent="-171442" algn="l" defTabSz="342882" rtl="0" eaLnBrk="1" latinLnBrk="0" hangingPunct="1">
        <a:spcBef>
          <a:spcPct val="20000"/>
        </a:spcBef>
        <a:buClr>
          <a:schemeClr val="tx1"/>
        </a:buClr>
        <a:buSzPct val="110000"/>
        <a:buFont typeface="Arial" panose="020B0604020202020204" pitchFamily="34" charset="0"/>
        <a:buChar char="•"/>
        <a:defRPr sz="1200" kern="1200">
          <a:solidFill>
            <a:schemeClr val="tx1"/>
          </a:solidFill>
          <a:latin typeface="+mn-lt"/>
          <a:ea typeface="+mn-ea"/>
          <a:cs typeface="+mn-cs"/>
        </a:defRPr>
      </a:lvl4pPr>
      <a:lvl5pPr marL="1542973" indent="-133343" algn="l" defTabSz="342882" rtl="0" eaLnBrk="1" latinLnBrk="0" hangingPunct="1">
        <a:spcBef>
          <a:spcPct val="20000"/>
        </a:spcBef>
        <a:buClr>
          <a:schemeClr val="tx1"/>
        </a:buClr>
        <a:buSzPct val="110000"/>
        <a:buFont typeface="Arial" panose="020B0604020202020204" pitchFamily="34" charset="0"/>
        <a:buChar char="•"/>
        <a:defRPr sz="1051" kern="1200">
          <a:solidFill>
            <a:schemeClr val="tx1"/>
          </a:solidFill>
          <a:latin typeface="+mn-lt"/>
          <a:ea typeface="+mn-ea"/>
          <a:cs typeface="+mn-cs"/>
        </a:defRPr>
      </a:lvl5pPr>
      <a:lvl6pPr marL="1885857" indent="-171442" algn="l" defTabSz="342882" rtl="0" eaLnBrk="1" latinLnBrk="0" hangingPunct="1">
        <a:spcBef>
          <a:spcPct val="20000"/>
        </a:spcBef>
        <a:buFont typeface="Arial"/>
        <a:buChar char="•"/>
        <a:defRPr sz="1500" kern="1200">
          <a:solidFill>
            <a:schemeClr val="tx1"/>
          </a:solidFill>
          <a:latin typeface="+mn-lt"/>
          <a:ea typeface="+mn-ea"/>
          <a:cs typeface="+mn-cs"/>
        </a:defRPr>
      </a:lvl6pPr>
      <a:lvl7pPr marL="2228739" indent="-171442" algn="l" defTabSz="342882" rtl="0" eaLnBrk="1" latinLnBrk="0" hangingPunct="1">
        <a:spcBef>
          <a:spcPct val="20000"/>
        </a:spcBef>
        <a:buFont typeface="Arial"/>
        <a:buChar char="•"/>
        <a:defRPr sz="1500" kern="1200">
          <a:solidFill>
            <a:schemeClr val="tx1"/>
          </a:solidFill>
          <a:latin typeface="+mn-lt"/>
          <a:ea typeface="+mn-ea"/>
          <a:cs typeface="+mn-cs"/>
        </a:defRPr>
      </a:lvl7pPr>
      <a:lvl8pPr marL="2571622" indent="-171442" algn="l" defTabSz="342882" rtl="0" eaLnBrk="1" latinLnBrk="0" hangingPunct="1">
        <a:spcBef>
          <a:spcPct val="20000"/>
        </a:spcBef>
        <a:buFont typeface="Arial"/>
        <a:buChar char="•"/>
        <a:defRPr sz="1500" kern="1200">
          <a:solidFill>
            <a:schemeClr val="tx1"/>
          </a:solidFill>
          <a:latin typeface="+mn-lt"/>
          <a:ea typeface="+mn-ea"/>
          <a:cs typeface="+mn-cs"/>
        </a:defRPr>
      </a:lvl8pPr>
      <a:lvl9pPr marL="2914506" indent="-171442" algn="l" defTabSz="342882"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882" rtl="0" eaLnBrk="1" latinLnBrk="0" hangingPunct="1">
        <a:defRPr sz="1351" kern="1200">
          <a:solidFill>
            <a:schemeClr val="tx1"/>
          </a:solidFill>
          <a:latin typeface="+mn-lt"/>
          <a:ea typeface="+mn-ea"/>
          <a:cs typeface="+mn-cs"/>
        </a:defRPr>
      </a:lvl1pPr>
      <a:lvl2pPr marL="342882" algn="l" defTabSz="342882" rtl="0" eaLnBrk="1" latinLnBrk="0" hangingPunct="1">
        <a:defRPr sz="1351" kern="1200">
          <a:solidFill>
            <a:schemeClr val="tx1"/>
          </a:solidFill>
          <a:latin typeface="+mn-lt"/>
          <a:ea typeface="+mn-ea"/>
          <a:cs typeface="+mn-cs"/>
        </a:defRPr>
      </a:lvl2pPr>
      <a:lvl3pPr marL="685766" algn="l" defTabSz="342882" rtl="0" eaLnBrk="1" latinLnBrk="0" hangingPunct="1">
        <a:defRPr sz="1351" kern="1200">
          <a:solidFill>
            <a:schemeClr val="tx1"/>
          </a:solidFill>
          <a:latin typeface="+mn-lt"/>
          <a:ea typeface="+mn-ea"/>
          <a:cs typeface="+mn-cs"/>
        </a:defRPr>
      </a:lvl3pPr>
      <a:lvl4pPr marL="1028649" algn="l" defTabSz="342882" rtl="0" eaLnBrk="1" latinLnBrk="0" hangingPunct="1">
        <a:defRPr sz="1351" kern="1200">
          <a:solidFill>
            <a:schemeClr val="tx1"/>
          </a:solidFill>
          <a:latin typeface="+mn-lt"/>
          <a:ea typeface="+mn-ea"/>
          <a:cs typeface="+mn-cs"/>
        </a:defRPr>
      </a:lvl4pPr>
      <a:lvl5pPr marL="1371532" algn="l" defTabSz="342882" rtl="0" eaLnBrk="1" latinLnBrk="0" hangingPunct="1">
        <a:defRPr sz="1351" kern="1200">
          <a:solidFill>
            <a:schemeClr val="tx1"/>
          </a:solidFill>
          <a:latin typeface="+mn-lt"/>
          <a:ea typeface="+mn-ea"/>
          <a:cs typeface="+mn-cs"/>
        </a:defRPr>
      </a:lvl5pPr>
      <a:lvl6pPr marL="1714414" algn="l" defTabSz="342882" rtl="0" eaLnBrk="1" latinLnBrk="0" hangingPunct="1">
        <a:defRPr sz="1351" kern="1200">
          <a:solidFill>
            <a:schemeClr val="tx1"/>
          </a:solidFill>
          <a:latin typeface="+mn-lt"/>
          <a:ea typeface="+mn-ea"/>
          <a:cs typeface="+mn-cs"/>
        </a:defRPr>
      </a:lvl6pPr>
      <a:lvl7pPr marL="2057298" algn="l" defTabSz="342882" rtl="0" eaLnBrk="1" latinLnBrk="0" hangingPunct="1">
        <a:defRPr sz="1351" kern="1200">
          <a:solidFill>
            <a:schemeClr val="tx1"/>
          </a:solidFill>
          <a:latin typeface="+mn-lt"/>
          <a:ea typeface="+mn-ea"/>
          <a:cs typeface="+mn-cs"/>
        </a:defRPr>
      </a:lvl7pPr>
      <a:lvl8pPr marL="2400180" algn="l" defTabSz="342882" rtl="0" eaLnBrk="1" latinLnBrk="0" hangingPunct="1">
        <a:defRPr sz="1351" kern="1200">
          <a:solidFill>
            <a:schemeClr val="tx1"/>
          </a:solidFill>
          <a:latin typeface="+mn-lt"/>
          <a:ea typeface="+mn-ea"/>
          <a:cs typeface="+mn-cs"/>
        </a:defRPr>
      </a:lvl8pPr>
      <a:lvl9pPr marL="2743062" algn="l" defTabSz="342882"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A6A653-9EE1-F684-49B1-D5FFD8C784A1}"/>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6" name="Text Placeholder 5">
            <a:extLst>
              <a:ext uri="{FF2B5EF4-FFF2-40B4-BE49-F238E27FC236}">
                <a16:creationId xmlns:a16="http://schemas.microsoft.com/office/drawing/2014/main" id="{2E054E45-0021-0B6F-5B04-75AFBE03365D}"/>
              </a:ext>
            </a:extLst>
          </p:cNvPr>
          <p:cNvSpPr>
            <a:spLocks noGrp="1"/>
          </p:cNvSpPr>
          <p:nvPr>
            <p:ph type="body" sz="quarter" idx="13"/>
          </p:nvPr>
        </p:nvSpPr>
        <p:spPr/>
        <p:txBody>
          <a:bodyPr/>
          <a:lstStyle/>
          <a:p>
            <a:r>
              <a:rPr lang="en-US" dirty="0"/>
              <a:t>Technical Setter Interns</a:t>
            </a:r>
            <a:endParaRPr lang="en-US" dirty="0"/>
          </a:p>
        </p:txBody>
      </p:sp>
      <p:sp>
        <p:nvSpPr>
          <p:cNvPr id="7" name="Text Placeholder 6">
            <a:extLst>
              <a:ext uri="{FF2B5EF4-FFF2-40B4-BE49-F238E27FC236}">
                <a16:creationId xmlns:a16="http://schemas.microsoft.com/office/drawing/2014/main" id="{AE501EE7-4F47-7AE3-2560-0933E285B85E}"/>
              </a:ext>
            </a:extLst>
          </p:cNvPr>
          <p:cNvSpPr>
            <a:spLocks noGrp="1"/>
          </p:cNvSpPr>
          <p:nvPr>
            <p:ph type="body" sz="quarter" idx="14"/>
          </p:nvPr>
        </p:nvSpPr>
        <p:spPr/>
        <p:txBody>
          <a:bodyPr/>
          <a:lstStyle/>
          <a:p>
            <a:r>
              <a:rPr lang="en-US" dirty="0"/>
              <a:t>Diego Adair de León Márquez</a:t>
            </a:r>
            <a:endParaRPr lang="en-US" dirty="0"/>
          </a:p>
        </p:txBody>
      </p:sp>
      <p:sp>
        <p:nvSpPr>
          <p:cNvPr id="11" name="Text Placeholder 10">
            <a:extLst>
              <a:ext uri="{FF2B5EF4-FFF2-40B4-BE49-F238E27FC236}">
                <a16:creationId xmlns:a16="http://schemas.microsoft.com/office/drawing/2014/main" id="{80435D6C-4908-8A25-4E0A-94761E2DE643}"/>
              </a:ext>
            </a:extLst>
          </p:cNvPr>
          <p:cNvSpPr>
            <a:spLocks noGrp="1"/>
          </p:cNvSpPr>
          <p:nvPr>
            <p:ph type="body" sz="quarter" idx="15"/>
          </p:nvPr>
        </p:nvSpPr>
        <p:spPr/>
        <p:txBody>
          <a:bodyPr/>
          <a:lstStyle/>
          <a:p>
            <a:pPr/>
            <a:r>
              <a:rPr lang="en-US" dirty="0"/>
              <a:t>Universidad Politécnica de Aguascalientes</a:t>
            </a:r>
            <a:endParaRPr lang="en-US" dirty="0"/>
          </a:p>
          <a:p>
            <a:pPr/>
            <a:r>
              <a:rPr sz="1400">
                <a:solidFill>
                  <a:srgbClr val="C6CDD1"/>
                </a:solidFill>
                <a:latin typeface="Segoe UI"/>
              </a:rPr>
              <a:t>Mechatronics Engineering  ·  9th term</a:t>
            </a:r>
          </a:p>
        </p:txBody>
      </p:sp>
      <p:sp>
        <p:nvSpPr>
          <p:cNvPr id="12" name="TextBox 11"/>
          <p:cNvSpPr txBox="1"/>
          <p:nvPr/>
        </p:nvSpPr>
        <p:spPr>
          <a:xfrm>
            <a:off x="0" y="1847088"/>
            <a:ext cx="12191695" cy="274320"/>
          </a:xfrm>
          <a:prstGeom prst="rect">
            <a:avLst/>
          </a:prstGeom>
          <a:noFill/>
        </p:spPr>
        <p:txBody>
          <a:bodyPr wrap="square" lIns="0" rIns="0" tIns="0" bIns="0" anchor="t">
            <a:spAutoFit/>
          </a:bodyPr>
          <a:lstStyle/>
          <a:p>
            <a:pPr algn="ctr">
              <a:spcBef>
                <a:spcPts val="0"/>
              </a:spcBef>
              <a:spcAft>
                <a:spcPts val="0"/>
              </a:spcAft>
            </a:pPr>
            <a:r>
              <a:rPr sz="1200" b="1" i="0">
                <a:solidFill>
                  <a:srgbClr val="D5FB00"/>
                </a:solidFill>
                <a:latin typeface="Segoe UI"/>
              </a:rPr>
              <a:t>ROBOTIC WELDING   ·   ILUO SKILL PATH</a:t>
            </a:r>
          </a:p>
        </p:txBody>
      </p:sp>
      <p:sp>
        <p:nvSpPr>
          <p:cNvPr id="13" name="TextBox 12"/>
          <p:cNvSpPr txBox="1"/>
          <p:nvPr/>
        </p:nvSpPr>
        <p:spPr>
          <a:xfrm>
            <a:off x="0" y="5047488"/>
            <a:ext cx="12191695" cy="256032"/>
          </a:xfrm>
          <a:prstGeom prst="rect">
            <a:avLst/>
          </a:prstGeom>
          <a:noFill/>
        </p:spPr>
        <p:txBody>
          <a:bodyPr wrap="square" lIns="0" rIns="0" tIns="0" bIns="0" anchor="t">
            <a:spAutoFit/>
          </a:bodyPr>
          <a:lstStyle/>
          <a:p>
            <a:pPr algn="ctr">
              <a:spcBef>
                <a:spcPts val="0"/>
              </a:spcBef>
              <a:spcAft>
                <a:spcPts val="0"/>
              </a:spcAft>
            </a:pPr>
            <a:r>
              <a:rPr sz="1300" b="0" i="0">
                <a:solidFill>
                  <a:srgbClr val="FFFFFF"/>
                </a:solidFill>
                <a:latin typeface="Segoe UI"/>
              </a:rPr>
              <a:t>Plant tutor:  Fernando Robledo</a:t>
            </a:r>
          </a:p>
        </p:txBody>
      </p:sp>
      <p:sp>
        <p:nvSpPr>
          <p:cNvPr id="14" name="TextBox 13"/>
          <p:cNvSpPr txBox="1"/>
          <p:nvPr/>
        </p:nvSpPr>
        <p:spPr>
          <a:xfrm>
            <a:off x="0" y="5431536"/>
            <a:ext cx="12191695" cy="256032"/>
          </a:xfrm>
          <a:prstGeom prst="rect">
            <a:avLst/>
          </a:prstGeom>
          <a:noFill/>
        </p:spPr>
        <p:txBody>
          <a:bodyPr wrap="square" lIns="0" rIns="0" tIns="0" bIns="0" anchor="t">
            <a:spAutoFit/>
          </a:bodyPr>
          <a:lstStyle/>
          <a:p>
            <a:pPr algn="ctr">
              <a:spcBef>
                <a:spcPts val="0"/>
              </a:spcBef>
              <a:spcAft>
                <a:spcPts val="0"/>
              </a:spcAft>
            </a:pPr>
            <a:r>
              <a:rPr sz="1100" b="0" i="0">
                <a:solidFill>
                  <a:srgbClr val="C6CDD1"/>
                </a:solidFill>
                <a:latin typeface="Segoe UI"/>
              </a:rPr>
              <a:t>Tenneco Aguascalientes  ·  Clean Air  ·  September 25, 2026</a:t>
            </a:r>
          </a:p>
        </p:txBody>
      </p:sp>
    </p:spTree>
    <p:extLst>
      <p:ext uri="{BB962C8B-B14F-4D97-AF65-F5344CB8AC3E}">
        <p14:creationId xmlns:p14="http://schemas.microsoft.com/office/powerpoint/2010/main" val="40017965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OUR VALUES</a:t>
            </a:r>
          </a:p>
        </p:txBody>
      </p:sp>
      <p:pic>
        <p:nvPicPr>
          <p:cNvPr id="6" name="Picture 5" descr="valores_tenneco.png"/>
          <p:cNvPicPr>
            <a:picLocks noChangeAspect="1"/>
          </p:cNvPicPr>
          <p:nvPr/>
        </p:nvPicPr>
        <p:blipFill>
          <a:blip r:embed="rId2"/>
          <a:stretch>
            <a:fillRect/>
          </a:stretch>
        </p:blipFill>
        <p:spPr>
          <a:xfrm>
            <a:off x="8613648" y="1298448"/>
            <a:ext cx="2987040" cy="4480560"/>
          </a:xfrm>
          <a:prstGeom prst="rect">
            <a:avLst/>
          </a:prstGeom>
        </p:spPr>
      </p:pic>
      <p:sp>
        <p:nvSpPr>
          <p:cNvPr id="7" name="TextBox 6"/>
          <p:cNvSpPr txBox="1"/>
          <p:nvPr/>
        </p:nvSpPr>
        <p:spPr>
          <a:xfrm>
            <a:off x="457200" y="1444752"/>
            <a:ext cx="7315200" cy="1463040"/>
          </a:xfrm>
          <a:prstGeom prst="rect">
            <a:avLst/>
          </a:prstGeom>
          <a:noFill/>
        </p:spPr>
        <p:txBody>
          <a:bodyPr wrap="square" lIns="0" rIns="0" tIns="0" bIns="0" anchor="t">
            <a:spAutoFit/>
          </a:bodyPr>
          <a:lstStyle/>
          <a:p>
            <a:pPr algn="l">
              <a:spcBef>
                <a:spcPts val="0"/>
              </a:spcBef>
              <a:spcAft>
                <a:spcPts val="0"/>
              </a:spcAft>
            </a:pPr>
            <a:r>
              <a:rPr sz="10800" b="1" i="0">
                <a:solidFill>
                  <a:srgbClr val="D5FB00"/>
                </a:solidFill>
                <a:latin typeface="Segoe UI"/>
              </a:rPr>
              <a:t>WIN</a:t>
            </a:r>
          </a:p>
        </p:txBody>
      </p:sp>
      <p:sp>
        <p:nvSpPr>
          <p:cNvPr id="8" name="TextBox 7"/>
          <p:cNvSpPr txBox="1"/>
          <p:nvPr/>
        </p:nvSpPr>
        <p:spPr>
          <a:xfrm>
            <a:off x="512064" y="3200400"/>
            <a:ext cx="7680960" cy="365760"/>
          </a:xfrm>
          <a:prstGeom prst="rect">
            <a:avLst/>
          </a:prstGeom>
          <a:noFill/>
        </p:spPr>
        <p:txBody>
          <a:bodyPr wrap="square" lIns="0" rIns="0" tIns="0" bIns="0" anchor="t">
            <a:spAutoFit/>
          </a:bodyPr>
          <a:lstStyle/>
          <a:p>
            <a:pPr algn="l">
              <a:spcBef>
                <a:spcPts val="0"/>
              </a:spcBef>
              <a:spcAft>
                <a:spcPts val="0"/>
              </a:spcAft>
            </a:pPr>
            <a:r>
              <a:rPr sz="1700" b="0" i="1">
                <a:solidFill>
                  <a:srgbClr val="C6CDD1"/>
                </a:solidFill>
                <a:latin typeface="Segoe UI"/>
              </a:rPr>
              <a:t>“We must earn the trust of our employees and customers.”</a:t>
            </a:r>
          </a:p>
        </p:txBody>
      </p:sp>
      <p:sp>
        <p:nvSpPr>
          <p:cNvPr id="9" name="Rectangle 8"/>
          <p:cNvSpPr/>
          <p:nvPr/>
        </p:nvSpPr>
        <p:spPr>
          <a:xfrm>
            <a:off x="457200" y="4114800"/>
            <a:ext cx="7863840" cy="18288"/>
          </a:xfrm>
          <a:prstGeom prst="rect">
            <a:avLst/>
          </a:prstGeom>
          <a:solidFill>
            <a:srgbClr val="1B384A"/>
          </a:solidFill>
          <a:ln>
            <a:noFill/>
          </a:ln>
          <a:effectLst/>
        </p:spPr>
        <p:txBody>
          <a:bodyPr rtlCol="0" anchor="ctr" wrap="square" lIns="0" rIns="0" tIns="0" bIns="0"/>
          <a:lstStyle/>
          <a:p>
            <a:pPr algn="ctr"/>
          </a:p>
        </p:txBody>
      </p:sp>
      <p:sp>
        <p:nvSpPr>
          <p:cNvPr id="10" name="TextBox 9"/>
          <p:cNvSpPr txBox="1"/>
          <p:nvPr/>
        </p:nvSpPr>
        <p:spPr>
          <a:xfrm>
            <a:off x="512064" y="4535424"/>
            <a:ext cx="7772400" cy="822960"/>
          </a:xfrm>
          <a:prstGeom prst="rect">
            <a:avLst/>
          </a:prstGeom>
          <a:noFill/>
        </p:spPr>
        <p:txBody>
          <a:bodyPr wrap="square" lIns="0" rIns="0" tIns="0" bIns="0" anchor="t">
            <a:spAutoFit/>
          </a:bodyPr>
          <a:lstStyle/>
          <a:p>
            <a:pPr algn="l">
              <a:spcBef>
                <a:spcPts val="0"/>
              </a:spcBef>
              <a:spcAft>
                <a:spcPts val="0"/>
              </a:spcAft>
            </a:pPr>
            <a:r>
              <a:rPr sz="2600" b="1" i="0">
                <a:solidFill>
                  <a:srgbClr val="FFFFFF"/>
                </a:solidFill>
                <a:latin typeface="Segoe UI"/>
              </a:rPr>
              <a:t>Nobody hands an intern a welding torch.</a:t>
            </a:r>
          </a:p>
          <a:p>
            <a:pPr>
              <a:spcBef>
                <a:spcPts val="600"/>
              </a:spcBef>
              <a:spcAft>
                <a:spcPts val="0"/>
              </a:spcAft>
            </a:pPr>
            <a:r>
              <a:rPr sz="2600" b="1" i="0">
                <a:solidFill>
                  <a:srgbClr val="D5FB00"/>
                </a:solidFill>
                <a:latin typeface="Segoe UI"/>
              </a:rPr>
              <a:t>You earn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EXECUTIVE SUMMARY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Capable on the floor, not yet on paper</a:t>
            </a:r>
          </a:p>
        </p:txBody>
      </p:sp>
      <p:sp>
        <p:nvSpPr>
          <p:cNvPr id="7" name="Rectangle 6"/>
          <p:cNvSpPr/>
          <p:nvPr/>
        </p:nvSpPr>
        <p:spPr>
          <a:xfrm>
            <a:off x="457200"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8" name="TextBox 7"/>
          <p:cNvSpPr txBox="1"/>
          <p:nvPr/>
        </p:nvSpPr>
        <p:spPr>
          <a:xfrm>
            <a:off x="786384"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WHERE I STAND</a:t>
            </a:r>
          </a:p>
          <a:p>
            <a:pPr>
              <a:spcBef>
                <a:spcPts val="1000"/>
              </a:spcBef>
              <a:spcAft>
                <a:spcPts val="0"/>
              </a:spcAft>
            </a:pPr>
            <a:r>
              <a:rPr sz="4000" b="1" i="0">
                <a:solidFill>
                  <a:srgbClr val="D5FB00"/>
                </a:solidFill>
                <a:latin typeface="Segoe UI"/>
              </a:rPr>
              <a:t>4 of 23</a:t>
            </a:r>
          </a:p>
          <a:p>
            <a:pPr>
              <a:lnSpc>
                <a:spcPct val="120000"/>
              </a:lnSpc>
              <a:spcBef>
                <a:spcPts val="1400"/>
              </a:spcBef>
              <a:spcAft>
                <a:spcPts val="0"/>
              </a:spcAft>
            </a:pPr>
            <a:r>
              <a:rPr sz="1400" b="0" i="0">
                <a:solidFill>
                  <a:srgbClr val="C6CDD1"/>
                </a:solidFill>
                <a:latin typeface="Segoe UI"/>
              </a:rPr>
              <a:t>skills I run unsupervised</a:t>
            </a:r>
          </a:p>
        </p:txBody>
      </p:sp>
      <p:sp>
        <p:nvSpPr>
          <p:cNvPr id="9" name="Rectangle 8"/>
          <p:cNvSpPr/>
          <p:nvPr/>
        </p:nvSpPr>
        <p:spPr>
          <a:xfrm>
            <a:off x="4288536"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0" name="TextBox 9"/>
          <p:cNvSpPr txBox="1"/>
          <p:nvPr/>
        </p:nvSpPr>
        <p:spPr>
          <a:xfrm>
            <a:off x="4617720"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HAPPENED</a:t>
            </a:r>
          </a:p>
          <a:p>
            <a:pPr>
              <a:spcBef>
                <a:spcPts val="1000"/>
              </a:spcBef>
              <a:spcAft>
                <a:spcPts val="0"/>
              </a:spcAft>
            </a:pPr>
            <a:r>
              <a:rPr sz="4000" b="1" i="0">
                <a:solidFill>
                  <a:srgbClr val="D5FB00"/>
                </a:solidFill>
                <a:latin typeface="Segoe UI"/>
              </a:rPr>
              <a:t>60%</a:t>
            </a:r>
          </a:p>
          <a:p>
            <a:pPr>
              <a:lnSpc>
                <a:spcPct val="120000"/>
              </a:lnSpc>
              <a:spcBef>
                <a:spcPts val="1400"/>
              </a:spcBef>
              <a:spcAft>
                <a:spcPts val="0"/>
              </a:spcAft>
            </a:pPr>
            <a:r>
              <a:rPr sz="1400" b="0" i="0">
                <a:solidFill>
                  <a:srgbClr val="C6CDD1"/>
                </a:solidFill>
                <a:latin typeface="Segoe UI"/>
              </a:rPr>
              <a:t>of my hours went to an integration project</a:t>
            </a:r>
          </a:p>
        </p:txBody>
      </p:sp>
      <p:sp>
        <p:nvSpPr>
          <p:cNvPr id="11" name="Rectangle 10"/>
          <p:cNvSpPr/>
          <p:nvPr/>
        </p:nvSpPr>
        <p:spPr>
          <a:xfrm>
            <a:off x="8119872"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2" name="TextBox 11"/>
          <p:cNvSpPr txBox="1"/>
          <p:nvPr/>
        </p:nvSpPr>
        <p:spPr>
          <a:xfrm>
            <a:off x="8449056"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NEED</a:t>
            </a:r>
          </a:p>
          <a:p>
            <a:pPr>
              <a:spcBef>
                <a:spcPts val="1000"/>
              </a:spcBef>
              <a:spcAft>
                <a:spcPts val="0"/>
              </a:spcAft>
            </a:pPr>
            <a:r>
              <a:rPr sz="4000" b="1" i="0">
                <a:solidFill>
                  <a:srgbClr val="D5FB00"/>
                </a:solidFill>
                <a:latin typeface="Segoe UI"/>
              </a:rPr>
              <a:t>4</a:t>
            </a:r>
          </a:p>
          <a:p>
            <a:pPr>
              <a:lnSpc>
                <a:spcPct val="120000"/>
              </a:lnSpc>
              <a:spcBef>
                <a:spcPts val="1400"/>
              </a:spcBef>
              <a:spcAft>
                <a:spcPts val="0"/>
              </a:spcAft>
            </a:pPr>
            <a:r>
              <a:rPr sz="1400" b="0" i="0">
                <a:solidFill>
                  <a:srgbClr val="C6CDD1"/>
                </a:solidFill>
                <a:latin typeface="Segoe UI"/>
              </a:rPr>
              <a:t>commitments, and none of them cost money</a:t>
            </a:r>
          </a:p>
        </p:txBody>
      </p:sp>
      <p:sp>
        <p:nvSpPr>
          <p:cNvPr id="13" name="Rectangle 12"/>
          <p:cNvSpPr/>
          <p:nvPr/>
        </p:nvSpPr>
        <p:spPr>
          <a:xfrm>
            <a:off x="457200" y="4626864"/>
            <a:ext cx="11274552" cy="1005840"/>
          </a:xfrm>
          <a:prstGeom prst="rect">
            <a:avLst/>
          </a:prstGeom>
          <a:solidFill>
            <a:srgbClr val="D5FB00"/>
          </a:solidFill>
          <a:ln>
            <a:noFill/>
          </a:ln>
          <a:effectLst/>
        </p:spPr>
        <p:txBody>
          <a:bodyPr rtlCol="0" anchor="ctr" wrap="square" lIns="0" rIns="0" tIns="0" bIns="0"/>
          <a:lstStyle/>
          <a:p>
            <a:pPr algn="ctr"/>
          </a:p>
        </p:txBody>
      </p:sp>
      <p:sp>
        <p:nvSpPr>
          <p:cNvPr id="14" name="TextBox 13"/>
          <p:cNvSpPr txBox="1"/>
          <p:nvPr/>
        </p:nvSpPr>
        <p:spPr>
          <a:xfrm>
            <a:off x="841248" y="4828032"/>
            <a:ext cx="10515600" cy="64008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By January 1 I can be certified at Levels I and 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WORK</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Few welding cells, and they run stable</a:t>
            </a:r>
          </a:p>
        </p:txBody>
      </p:sp>
      <p:sp>
        <p:nvSpPr>
          <p:cNvPr id="7" name="Rectangle 6"/>
          <p:cNvSpPr/>
          <p:nvPr/>
        </p:nvSpPr>
        <p:spPr>
          <a:xfrm>
            <a:off x="457200"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731520"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PRODUCT</a:t>
            </a:r>
          </a:p>
          <a:p>
            <a:pPr>
              <a:lnSpc>
                <a:spcPct val="108000"/>
              </a:lnSpc>
              <a:spcBef>
                <a:spcPts val="1200"/>
              </a:spcBef>
              <a:spcAft>
                <a:spcPts val="0"/>
              </a:spcAft>
            </a:pPr>
            <a:r>
              <a:rPr sz="2000" b="1" i="0">
                <a:solidFill>
                  <a:srgbClr val="051C2C"/>
                </a:solidFill>
                <a:latin typeface="Segoe UI"/>
              </a:rPr>
              <a:t>Exhaust systems</a:t>
            </a:r>
          </a:p>
        </p:txBody>
      </p:sp>
      <p:sp>
        <p:nvSpPr>
          <p:cNvPr id="9" name="Rectangle 8"/>
          <p:cNvSpPr/>
          <p:nvPr/>
        </p:nvSpPr>
        <p:spPr>
          <a:xfrm>
            <a:off x="3344418"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0" name="TextBox 9"/>
          <p:cNvSpPr txBox="1"/>
          <p:nvPr/>
        </p:nvSpPr>
        <p:spPr>
          <a:xfrm>
            <a:off x="3618738"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PROCESS</a:t>
            </a:r>
          </a:p>
          <a:p>
            <a:pPr>
              <a:lnSpc>
                <a:spcPct val="108000"/>
              </a:lnSpc>
              <a:spcBef>
                <a:spcPts val="1200"/>
              </a:spcBef>
              <a:spcAft>
                <a:spcPts val="0"/>
              </a:spcAft>
            </a:pPr>
            <a:r>
              <a:rPr sz="2000" b="1" i="0">
                <a:solidFill>
                  <a:srgbClr val="051C2C"/>
                </a:solidFill>
                <a:latin typeface="Segoe UI"/>
              </a:rPr>
              <a:t>GMAW (MIG/MAG)</a:t>
            </a:r>
          </a:p>
        </p:txBody>
      </p:sp>
      <p:sp>
        <p:nvSpPr>
          <p:cNvPr id="11" name="Rectangle 10"/>
          <p:cNvSpPr/>
          <p:nvPr/>
        </p:nvSpPr>
        <p:spPr>
          <a:xfrm>
            <a:off x="6231636"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6505956"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ROBOTS</a:t>
            </a:r>
          </a:p>
          <a:p>
            <a:pPr>
              <a:lnSpc>
                <a:spcPct val="108000"/>
              </a:lnSpc>
              <a:spcBef>
                <a:spcPts val="1200"/>
              </a:spcBef>
              <a:spcAft>
                <a:spcPts val="0"/>
              </a:spcAft>
            </a:pPr>
            <a:r>
              <a:rPr sz="2000" b="1" i="0">
                <a:solidFill>
                  <a:srgbClr val="051C2C"/>
                </a:solidFill>
                <a:latin typeface="Segoe UI"/>
              </a:rPr>
              <a:t>Yaskawa</a:t>
            </a:r>
          </a:p>
        </p:txBody>
      </p:sp>
      <p:sp>
        <p:nvSpPr>
          <p:cNvPr id="13" name="Rectangle 12"/>
          <p:cNvSpPr/>
          <p:nvPr/>
        </p:nvSpPr>
        <p:spPr>
          <a:xfrm>
            <a:off x="9118854"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9393174"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EQUIPMENT</a:t>
            </a:r>
          </a:p>
          <a:p>
            <a:pPr>
              <a:lnSpc>
                <a:spcPct val="108000"/>
              </a:lnSpc>
              <a:spcBef>
                <a:spcPts val="1200"/>
              </a:spcBef>
              <a:spcAft>
                <a:spcPts val="0"/>
              </a:spcAft>
            </a:pPr>
            <a:r>
              <a:rPr sz="2000" b="1" i="0">
                <a:solidFill>
                  <a:srgbClr val="051C2C"/>
                </a:solidFill>
                <a:latin typeface="Segoe UI"/>
              </a:rPr>
              <a:t>SKS, Miller</a:t>
            </a:r>
          </a:p>
        </p:txBody>
      </p:sp>
      <p:pic>
        <p:nvPicPr>
          <p:cNvPr id="15" name="Picture 14" descr="producto.jpg"/>
          <p:cNvPicPr>
            <a:picLocks noChangeAspect="1"/>
          </p:cNvPicPr>
          <p:nvPr/>
        </p:nvPicPr>
        <p:blipFill>
          <a:blip r:embed="rId2"/>
          <a:stretch>
            <a:fillRect/>
          </a:stretch>
        </p:blipFill>
        <p:spPr>
          <a:xfrm>
            <a:off x="457200" y="4114800"/>
            <a:ext cx="5601298" cy="1783080"/>
          </a:xfrm>
          <a:prstGeom prst="rect">
            <a:avLst/>
          </a:prstGeom>
        </p:spPr>
      </p:pic>
      <p:sp>
        <p:nvSpPr>
          <p:cNvPr id="16" name="Rectangle 15"/>
          <p:cNvSpPr/>
          <p:nvPr/>
        </p:nvSpPr>
        <p:spPr>
          <a:xfrm>
            <a:off x="6144768" y="4114800"/>
            <a:ext cx="5586984" cy="1783080"/>
          </a:xfrm>
          <a:prstGeom prst="rect">
            <a:avLst/>
          </a:prstGeom>
          <a:solidFill>
            <a:srgbClr val="051C2C"/>
          </a:solidFill>
          <a:ln>
            <a:noFill/>
          </a:ln>
          <a:effectLst/>
        </p:spPr>
        <p:txBody>
          <a:bodyPr rtlCol="0" anchor="ctr" wrap="square" lIns="0" rIns="0" tIns="0" bIns="0"/>
          <a:lstStyle/>
          <a:p>
            <a:pPr algn="ctr"/>
          </a:p>
        </p:txBody>
      </p:sp>
      <p:sp>
        <p:nvSpPr>
          <p:cNvPr id="17" name="TextBox 16"/>
          <p:cNvSpPr txBox="1"/>
          <p:nvPr/>
        </p:nvSpPr>
        <p:spPr>
          <a:xfrm>
            <a:off x="6492240" y="4370832"/>
            <a:ext cx="4937760" cy="1280160"/>
          </a:xfrm>
          <a:prstGeom prst="rect">
            <a:avLst/>
          </a:prstGeom>
          <a:noFill/>
        </p:spPr>
        <p:txBody>
          <a:bodyPr wrap="square" lIns="0" rIns="0" tIns="0" bIns="0" anchor="ctr">
            <a:spAutoFit/>
          </a:bodyPr>
          <a:lstStyle/>
          <a:p>
            <a:pPr algn="l">
              <a:lnSpc>
                <a:spcPct val="114000"/>
              </a:lnSpc>
              <a:spcBef>
                <a:spcPts val="0"/>
              </a:spcBef>
              <a:spcAft>
                <a:spcPts val="0"/>
              </a:spcAft>
            </a:pPr>
            <a:r>
              <a:rPr sz="1900" b="1" i="0">
                <a:solidFill>
                  <a:srgbClr val="D5FB00"/>
                </a:solidFill>
                <a:latin typeface="Segoe UI"/>
              </a:rPr>
              <a:t>So I could not learn by waiting for a breakdown.</a:t>
            </a:r>
          </a:p>
          <a:p>
            <a:pPr>
              <a:spcBef>
                <a:spcPts val="1000"/>
              </a:spcBef>
              <a:spcAft>
                <a:spcPts val="0"/>
              </a:spcAft>
            </a:pPr>
            <a:r>
              <a:rPr sz="1300" b="0" i="0">
                <a:solidFill>
                  <a:srgbClr val="C6CDD1"/>
                </a:solidFill>
                <a:latin typeface="Segoe UI"/>
              </a:rPr>
              <a:t>My hours went wherever the work was.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5</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ILUO SKILL PATH</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levels, and half the hours are for teaching</a:t>
            </a:r>
          </a:p>
        </p:txBody>
      </p:sp>
      <p:sp>
        <p:nvSpPr>
          <p:cNvPr id="7" name="Rectangle 6"/>
          <p:cNvSpPr/>
          <p:nvPr/>
        </p:nvSpPr>
        <p:spPr>
          <a:xfrm>
            <a:off x="457200"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8" name="!!iluo_I"/>
          <p:cNvSpPr/>
          <p:nvPr/>
        </p:nvSpPr>
        <p:spPr>
          <a:xfrm>
            <a:off x="731520"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I</a:t>
            </a:r>
          </a:p>
        </p:txBody>
      </p:sp>
      <p:sp>
        <p:nvSpPr>
          <p:cNvPr id="9" name="TextBox 8"/>
          <p:cNvSpPr txBox="1"/>
          <p:nvPr/>
        </p:nvSpPr>
        <p:spPr>
          <a:xfrm>
            <a:off x="731520"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Instructed</a:t>
            </a:r>
          </a:p>
          <a:p>
            <a:pPr>
              <a:lnSpc>
                <a:spcPct val="115000"/>
              </a:lnSpc>
              <a:spcBef>
                <a:spcPts val="800"/>
              </a:spcBef>
              <a:spcAft>
                <a:spcPts val="0"/>
              </a:spcAft>
            </a:pPr>
            <a:r>
              <a:rPr sz="1350" b="0" i="0">
                <a:solidFill>
                  <a:srgbClr val="C6CDD1"/>
                </a:solidFill>
                <a:latin typeface="Segoe UI"/>
              </a:rPr>
              <a:t>I know the theory</a:t>
            </a:r>
          </a:p>
          <a:p>
            <a:pPr>
              <a:spcBef>
                <a:spcPts val="1600"/>
              </a:spcBef>
              <a:spcAft>
                <a:spcPts val="0"/>
              </a:spcAft>
            </a:pPr>
            <a:r>
              <a:rPr sz="1300" b="1" i="0">
                <a:solidFill>
                  <a:srgbClr val="D5FB00"/>
                </a:solidFill>
                <a:latin typeface="Segoe UI"/>
              </a:rPr>
              <a:t>9 skills · 4 h</a:t>
            </a:r>
          </a:p>
        </p:txBody>
      </p:sp>
      <p:sp>
        <p:nvSpPr>
          <p:cNvPr id="10" name="Chevron 9"/>
          <p:cNvSpPr/>
          <p:nvPr/>
        </p:nvSpPr>
        <p:spPr>
          <a:xfrm>
            <a:off x="3106674"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1" name="Rectangle 10"/>
          <p:cNvSpPr/>
          <p:nvPr/>
        </p:nvSpPr>
        <p:spPr>
          <a:xfrm>
            <a:off x="3344418"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2" name="!!iluo_L"/>
          <p:cNvSpPr/>
          <p:nvPr/>
        </p:nvSpPr>
        <p:spPr>
          <a:xfrm>
            <a:off x="3618738"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L</a:t>
            </a:r>
          </a:p>
        </p:txBody>
      </p:sp>
      <p:sp>
        <p:nvSpPr>
          <p:cNvPr id="13" name="TextBox 12"/>
          <p:cNvSpPr txBox="1"/>
          <p:nvPr/>
        </p:nvSpPr>
        <p:spPr>
          <a:xfrm>
            <a:off x="3618738"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Learning</a:t>
            </a:r>
          </a:p>
          <a:p>
            <a:pPr>
              <a:lnSpc>
                <a:spcPct val="115000"/>
              </a:lnSpc>
              <a:spcBef>
                <a:spcPts val="800"/>
              </a:spcBef>
              <a:spcAft>
                <a:spcPts val="0"/>
              </a:spcAft>
            </a:pPr>
            <a:r>
              <a:rPr sz="1350" b="0" i="0">
                <a:solidFill>
                  <a:srgbClr val="C6CDD1"/>
                </a:solidFill>
                <a:latin typeface="Segoe UI"/>
              </a:rPr>
              <a:t>I do it with support</a:t>
            </a:r>
          </a:p>
          <a:p>
            <a:pPr>
              <a:spcBef>
                <a:spcPts val="1600"/>
              </a:spcBef>
              <a:spcAft>
                <a:spcPts val="0"/>
              </a:spcAft>
            </a:pPr>
            <a:r>
              <a:rPr sz="1300" b="1" i="0">
                <a:solidFill>
                  <a:srgbClr val="D5FB00"/>
                </a:solidFill>
                <a:latin typeface="Segoe UI"/>
              </a:rPr>
              <a:t>5 skills · 8 h</a:t>
            </a:r>
          </a:p>
        </p:txBody>
      </p:sp>
      <p:sp>
        <p:nvSpPr>
          <p:cNvPr id="14" name="Chevron 13"/>
          <p:cNvSpPr/>
          <p:nvPr/>
        </p:nvSpPr>
        <p:spPr>
          <a:xfrm>
            <a:off x="5993892"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5" name="Rectangle 14"/>
          <p:cNvSpPr/>
          <p:nvPr/>
        </p:nvSpPr>
        <p:spPr>
          <a:xfrm>
            <a:off x="6231636"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6" name="!!iluo_U"/>
          <p:cNvSpPr/>
          <p:nvPr/>
        </p:nvSpPr>
        <p:spPr>
          <a:xfrm>
            <a:off x="6505956"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U</a:t>
            </a:r>
          </a:p>
        </p:txBody>
      </p:sp>
      <p:sp>
        <p:nvSpPr>
          <p:cNvPr id="17" name="TextBox 16"/>
          <p:cNvSpPr txBox="1"/>
          <p:nvPr/>
        </p:nvSpPr>
        <p:spPr>
          <a:xfrm>
            <a:off x="6505956"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Uses</a:t>
            </a:r>
          </a:p>
          <a:p>
            <a:pPr>
              <a:lnSpc>
                <a:spcPct val="115000"/>
              </a:lnSpc>
              <a:spcBef>
                <a:spcPts val="800"/>
              </a:spcBef>
              <a:spcAft>
                <a:spcPts val="0"/>
              </a:spcAft>
            </a:pPr>
            <a:r>
              <a:rPr sz="1350" b="0" i="0">
                <a:solidFill>
                  <a:srgbClr val="C6CDD1"/>
                </a:solidFill>
                <a:latin typeface="Segoe UI"/>
              </a:rPr>
              <a:t>I do it on my own</a:t>
            </a:r>
          </a:p>
          <a:p>
            <a:pPr>
              <a:spcBef>
                <a:spcPts val="1600"/>
              </a:spcBef>
              <a:spcAft>
                <a:spcPts val="0"/>
              </a:spcAft>
            </a:pPr>
            <a:r>
              <a:rPr sz="1300" b="1" i="0">
                <a:solidFill>
                  <a:srgbClr val="D5FB00"/>
                </a:solidFill>
                <a:latin typeface="Segoe UI"/>
              </a:rPr>
              <a:t>3 skills · 8 h</a:t>
            </a:r>
          </a:p>
        </p:txBody>
      </p:sp>
      <p:sp>
        <p:nvSpPr>
          <p:cNvPr id="18" name="Chevron 17"/>
          <p:cNvSpPr/>
          <p:nvPr/>
        </p:nvSpPr>
        <p:spPr>
          <a:xfrm>
            <a:off x="8881109"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9" name="Rectangle 18"/>
          <p:cNvSpPr/>
          <p:nvPr/>
        </p:nvSpPr>
        <p:spPr>
          <a:xfrm>
            <a:off x="9118854"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20" name="!!iluo_O"/>
          <p:cNvSpPr/>
          <p:nvPr/>
        </p:nvSpPr>
        <p:spPr>
          <a:xfrm>
            <a:off x="9393174"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O</a:t>
            </a:r>
          </a:p>
        </p:txBody>
      </p:sp>
      <p:sp>
        <p:nvSpPr>
          <p:cNvPr id="21" name="TextBox 20"/>
          <p:cNvSpPr txBox="1"/>
          <p:nvPr/>
        </p:nvSpPr>
        <p:spPr>
          <a:xfrm>
            <a:off x="9393174"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Others</a:t>
            </a:r>
          </a:p>
          <a:p>
            <a:pPr>
              <a:lnSpc>
                <a:spcPct val="115000"/>
              </a:lnSpc>
              <a:spcBef>
                <a:spcPts val="800"/>
              </a:spcBef>
              <a:spcAft>
                <a:spcPts val="0"/>
              </a:spcAft>
            </a:pPr>
            <a:r>
              <a:rPr sz="1350" b="0" i="0">
                <a:solidFill>
                  <a:srgbClr val="C6CDD1"/>
                </a:solidFill>
                <a:latin typeface="Segoe UI"/>
              </a:rPr>
              <a:t>I teach it and improve it</a:t>
            </a:r>
          </a:p>
          <a:p>
            <a:pPr>
              <a:spcBef>
                <a:spcPts val="1600"/>
              </a:spcBef>
              <a:spcAft>
                <a:spcPts val="0"/>
              </a:spcAft>
            </a:pPr>
            <a:r>
              <a:rPr sz="1300" b="1" i="0">
                <a:solidFill>
                  <a:srgbClr val="D5FB00"/>
                </a:solidFill>
                <a:latin typeface="Segoe UI"/>
              </a:rPr>
              <a:t>6 skills · 20 h</a:t>
            </a:r>
          </a:p>
        </p:txBody>
      </p:sp>
      <p:sp>
        <p:nvSpPr>
          <p:cNvPr id="22" name="TextBox 21"/>
          <p:cNvSpPr txBox="1"/>
          <p:nvPr/>
        </p:nvSpPr>
        <p:spPr>
          <a:xfrm>
            <a:off x="457200" y="5175504"/>
            <a:ext cx="11274552" cy="45720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6E7C87"/>
                </a:solidFill>
                <a:latin typeface="Segoe UI"/>
              </a:rPr>
              <a:t>Every level has its own gate: a written exam, a validation on the floor, a practical exam, an implementation review.</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6</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LEVEL I IN DETAIL</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Nine topics, one exam, one passing mark</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4 hours  ·  written exam  ·  minimum 8.0</a:t>
            </a:r>
          </a:p>
        </p:txBody>
      </p:sp>
      <p:sp>
        <p:nvSpPr>
          <p:cNvPr id="8" name="!!iluo_I"/>
          <p:cNvSpPr/>
          <p:nvPr/>
        </p:nvSpPr>
        <p:spPr>
          <a:xfrm>
            <a:off x="10927080" y="786384"/>
            <a:ext cx="804672" cy="804672"/>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3200" b="1" i="0">
                <a:solidFill>
                  <a:srgbClr val="D5FB00"/>
                </a:solidFill>
                <a:latin typeface="Segoe UI"/>
              </a:rPr>
              <a:t>I</a:t>
            </a:r>
          </a:p>
        </p:txBody>
      </p:sp>
      <p:sp>
        <p:nvSpPr>
          <p:cNvPr id="9" name="Rectangle 8"/>
          <p:cNvSpPr/>
          <p:nvPr/>
        </p:nvSpPr>
        <p:spPr>
          <a:xfrm>
            <a:off x="457200"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0" name="TextBox 9"/>
          <p:cNvSpPr txBox="1"/>
          <p:nvPr/>
        </p:nvSpPr>
        <p:spPr>
          <a:xfrm>
            <a:off x="749808"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01</a:t>
            </a:r>
          </a:p>
          <a:p>
            <a:pPr>
              <a:lnSpc>
                <a:spcPct val="112000"/>
              </a:lnSpc>
              <a:spcBef>
                <a:spcPts val="600"/>
              </a:spcBef>
              <a:spcAft>
                <a:spcPts val="0"/>
              </a:spcAft>
            </a:pPr>
            <a:r>
              <a:rPr sz="1600" b="1" i="0">
                <a:solidFill>
                  <a:srgbClr val="051C2C"/>
                </a:solidFill>
                <a:latin typeface="Segoe UI"/>
              </a:rPr>
              <a:t>Welding safety</a:t>
            </a:r>
          </a:p>
        </p:txBody>
      </p:sp>
      <p:sp>
        <p:nvSpPr>
          <p:cNvPr id="11" name="Rectangle 10"/>
          <p:cNvSpPr/>
          <p:nvPr/>
        </p:nvSpPr>
        <p:spPr>
          <a:xfrm>
            <a:off x="4288536"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4581144"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02</a:t>
            </a:r>
          </a:p>
          <a:p>
            <a:pPr>
              <a:lnSpc>
                <a:spcPct val="112000"/>
              </a:lnSpc>
              <a:spcBef>
                <a:spcPts val="600"/>
              </a:spcBef>
              <a:spcAft>
                <a:spcPts val="0"/>
              </a:spcAft>
            </a:pPr>
            <a:r>
              <a:rPr sz="1600" b="1" i="0">
                <a:solidFill>
                  <a:srgbClr val="051C2C"/>
                </a:solidFill>
                <a:latin typeface="Segoe UI"/>
              </a:rPr>
              <a:t>GMAW equipment</a:t>
            </a:r>
          </a:p>
        </p:txBody>
      </p:sp>
      <p:sp>
        <p:nvSpPr>
          <p:cNvPr id="13" name="Rectangle 12"/>
          <p:cNvSpPr/>
          <p:nvPr/>
        </p:nvSpPr>
        <p:spPr>
          <a:xfrm>
            <a:off x="8119872"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8412480"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03</a:t>
            </a:r>
          </a:p>
          <a:p>
            <a:pPr>
              <a:lnSpc>
                <a:spcPct val="112000"/>
              </a:lnSpc>
              <a:spcBef>
                <a:spcPts val="600"/>
              </a:spcBef>
              <a:spcAft>
                <a:spcPts val="0"/>
              </a:spcAft>
            </a:pPr>
            <a:r>
              <a:rPr sz="1600" b="1" i="0">
                <a:solidFill>
                  <a:srgbClr val="051C2C"/>
                </a:solidFill>
                <a:latin typeface="Segoe UI"/>
              </a:rPr>
              <a:t>Metal transfer modes</a:t>
            </a:r>
          </a:p>
        </p:txBody>
      </p:sp>
      <p:sp>
        <p:nvSpPr>
          <p:cNvPr id="15" name="Rectangle 14"/>
          <p:cNvSpPr/>
          <p:nvPr/>
        </p:nvSpPr>
        <p:spPr>
          <a:xfrm>
            <a:off x="457200"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16" name="TextBox 15"/>
          <p:cNvSpPr txBox="1"/>
          <p:nvPr/>
        </p:nvSpPr>
        <p:spPr>
          <a:xfrm>
            <a:off x="749808"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04</a:t>
            </a:r>
          </a:p>
          <a:p>
            <a:pPr>
              <a:lnSpc>
                <a:spcPct val="112000"/>
              </a:lnSpc>
              <a:spcBef>
                <a:spcPts val="600"/>
              </a:spcBef>
              <a:spcAft>
                <a:spcPts val="0"/>
              </a:spcAft>
            </a:pPr>
            <a:r>
              <a:rPr sz="1600" b="1" i="0">
                <a:solidFill>
                  <a:srgbClr val="051C2C"/>
                </a:solidFill>
                <a:latin typeface="Segoe UI"/>
              </a:rPr>
              <a:t>Process variables</a:t>
            </a:r>
          </a:p>
        </p:txBody>
      </p:sp>
      <p:sp>
        <p:nvSpPr>
          <p:cNvPr id="17" name="Rectangle 16"/>
          <p:cNvSpPr/>
          <p:nvPr/>
        </p:nvSpPr>
        <p:spPr>
          <a:xfrm>
            <a:off x="4288536"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18" name="TextBox 17"/>
          <p:cNvSpPr txBox="1"/>
          <p:nvPr/>
        </p:nvSpPr>
        <p:spPr>
          <a:xfrm>
            <a:off x="4581144"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05</a:t>
            </a:r>
          </a:p>
          <a:p>
            <a:pPr>
              <a:lnSpc>
                <a:spcPct val="112000"/>
              </a:lnSpc>
              <a:spcBef>
                <a:spcPts val="600"/>
              </a:spcBef>
              <a:spcAft>
                <a:spcPts val="0"/>
              </a:spcAft>
            </a:pPr>
            <a:r>
              <a:rPr sz="1600" b="1" i="0">
                <a:solidFill>
                  <a:srgbClr val="051C2C"/>
                </a:solidFill>
                <a:latin typeface="Segoe UI"/>
              </a:rPr>
              <a:t>GMAW discontinuities</a:t>
            </a:r>
          </a:p>
        </p:txBody>
      </p:sp>
      <p:sp>
        <p:nvSpPr>
          <p:cNvPr id="19" name="Rectangle 18"/>
          <p:cNvSpPr/>
          <p:nvPr/>
        </p:nvSpPr>
        <p:spPr>
          <a:xfrm>
            <a:off x="8119872"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20" name="TextBox 19"/>
          <p:cNvSpPr txBox="1"/>
          <p:nvPr/>
        </p:nvSpPr>
        <p:spPr>
          <a:xfrm>
            <a:off x="8412480"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06</a:t>
            </a:r>
          </a:p>
          <a:p>
            <a:pPr>
              <a:lnSpc>
                <a:spcPct val="112000"/>
              </a:lnSpc>
              <a:spcBef>
                <a:spcPts val="600"/>
              </a:spcBef>
              <a:spcAft>
                <a:spcPts val="0"/>
              </a:spcAft>
            </a:pPr>
            <a:r>
              <a:rPr sz="1600" b="1" i="0">
                <a:solidFill>
                  <a:srgbClr val="051C2C"/>
                </a:solidFill>
                <a:latin typeface="Segoe UI"/>
              </a:rPr>
              <a:t>Joint geometry</a:t>
            </a:r>
          </a:p>
        </p:txBody>
      </p:sp>
      <p:sp>
        <p:nvSpPr>
          <p:cNvPr id="21" name="Rectangle 20"/>
          <p:cNvSpPr/>
          <p:nvPr/>
        </p:nvSpPr>
        <p:spPr>
          <a:xfrm>
            <a:off x="457200"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2" name="TextBox 21"/>
          <p:cNvSpPr txBox="1"/>
          <p:nvPr/>
        </p:nvSpPr>
        <p:spPr>
          <a:xfrm>
            <a:off x="749808"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07</a:t>
            </a:r>
          </a:p>
          <a:p>
            <a:pPr>
              <a:lnSpc>
                <a:spcPct val="112000"/>
              </a:lnSpc>
              <a:spcBef>
                <a:spcPts val="600"/>
              </a:spcBef>
              <a:spcAft>
                <a:spcPts val="0"/>
              </a:spcAft>
            </a:pPr>
            <a:r>
              <a:rPr sz="1600" b="1" i="0">
                <a:solidFill>
                  <a:srgbClr val="051C2C"/>
                </a:solidFill>
                <a:latin typeface="Segoe UI"/>
              </a:rPr>
              <a:t>Welding positions</a:t>
            </a:r>
          </a:p>
        </p:txBody>
      </p:sp>
      <p:sp>
        <p:nvSpPr>
          <p:cNvPr id="23" name="Rectangle 22"/>
          <p:cNvSpPr/>
          <p:nvPr/>
        </p:nvSpPr>
        <p:spPr>
          <a:xfrm>
            <a:off x="4288536"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4" name="TextBox 23"/>
          <p:cNvSpPr txBox="1"/>
          <p:nvPr/>
        </p:nvSpPr>
        <p:spPr>
          <a:xfrm>
            <a:off x="4581144"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08</a:t>
            </a:r>
          </a:p>
          <a:p>
            <a:pPr>
              <a:lnSpc>
                <a:spcPct val="112000"/>
              </a:lnSpc>
              <a:spcBef>
                <a:spcPts val="600"/>
              </a:spcBef>
              <a:spcAft>
                <a:spcPts val="0"/>
              </a:spcAft>
            </a:pPr>
            <a:r>
              <a:rPr sz="1600" b="1" i="0">
                <a:solidFill>
                  <a:srgbClr val="051C2C"/>
                </a:solidFill>
                <a:latin typeface="Segoe UI"/>
              </a:rPr>
              <a:t>Welding symbols</a:t>
            </a:r>
          </a:p>
        </p:txBody>
      </p:sp>
      <p:sp>
        <p:nvSpPr>
          <p:cNvPr id="25" name="Rectangle 24"/>
          <p:cNvSpPr/>
          <p:nvPr/>
        </p:nvSpPr>
        <p:spPr>
          <a:xfrm>
            <a:off x="8119872"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6" name="TextBox 25"/>
          <p:cNvSpPr txBox="1"/>
          <p:nvPr/>
        </p:nvSpPr>
        <p:spPr>
          <a:xfrm>
            <a:off x="8412480"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09</a:t>
            </a:r>
          </a:p>
          <a:p>
            <a:pPr>
              <a:lnSpc>
                <a:spcPct val="112000"/>
              </a:lnSpc>
              <a:spcBef>
                <a:spcPts val="600"/>
              </a:spcBef>
              <a:spcAft>
                <a:spcPts val="0"/>
              </a:spcAft>
            </a:pPr>
            <a:r>
              <a:rPr sz="1600" b="1" i="0">
                <a:solidFill>
                  <a:srgbClr val="051C2C"/>
                </a:solidFill>
                <a:latin typeface="Segoe UI"/>
              </a:rPr>
              <a:t>Welding control documents</a:t>
            </a:r>
          </a:p>
        </p:txBody>
      </p:sp>
      <p:sp>
        <p:nvSpPr>
          <p:cNvPr id="27" name="TextBox 26"/>
          <p:cNvSpPr txBox="1"/>
          <p:nvPr/>
        </p:nvSpPr>
        <p:spPr>
          <a:xfrm>
            <a:off x="457200" y="6181344"/>
            <a:ext cx="11274552" cy="274320"/>
          </a:xfrm>
          <a:prstGeom prst="rect">
            <a:avLst/>
          </a:prstGeom>
          <a:noFill/>
        </p:spPr>
        <p:txBody>
          <a:bodyPr wrap="square" lIns="0" rIns="0" tIns="0" bIns="0" anchor="t">
            <a:spAutoFit/>
          </a:bodyPr>
          <a:lstStyle/>
          <a:p>
            <a:pPr algn="l">
              <a:spcBef>
                <a:spcPts val="0"/>
              </a:spcBef>
              <a:spcAft>
                <a:spcPts val="0"/>
              </a:spcAft>
            </a:pPr>
            <a:r>
              <a:rPr sz="1250" b="0" i="0">
                <a:solidFill>
                  <a:srgbClr val="6E7C87"/>
                </a:solidFill>
                <a:latin typeface="Segoe UI"/>
              </a:rPr>
              <a:t>Twenty of the forty ILUO hours sit above this level, but none of them open until this exam is passed.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7</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HOW I AM PREPARING</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616 pages, and five gaps neither of them closes</a:t>
            </a:r>
          </a:p>
        </p:txBody>
      </p:sp>
      <p:sp>
        <p:nvSpPr>
          <p:cNvPr id="7" name="Rectangle 6"/>
          <p:cNvSpPr/>
          <p:nvPr/>
        </p:nvSpPr>
        <p:spPr>
          <a:xfrm>
            <a:off x="457200" y="1737360"/>
            <a:ext cx="6675120" cy="2048256"/>
          </a:xfrm>
          <a:prstGeom prst="rect">
            <a:avLst/>
          </a:prstGeom>
          <a:solidFill>
            <a:srgbClr val="0B2A3E"/>
          </a:solidFill>
          <a:ln>
            <a:noFill/>
          </a:ln>
          <a:effectLst/>
        </p:spPr>
        <p:txBody>
          <a:bodyPr rtlCol="0" anchor="ctr" wrap="square" lIns="0" rIns="0" tIns="0" bIns="0"/>
          <a:lstStyle/>
          <a:p>
            <a:pPr algn="ctr"/>
          </a:p>
        </p:txBody>
      </p:sp>
      <p:sp>
        <p:nvSpPr>
          <p:cNvPr id="8" name="TextBox 7"/>
          <p:cNvSpPr txBox="1"/>
          <p:nvPr/>
        </p:nvSpPr>
        <p:spPr>
          <a:xfrm>
            <a:off x="786384" y="2011679"/>
            <a:ext cx="6035040"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CWI MANUAL, COMIMSA</a:t>
            </a:r>
          </a:p>
          <a:p>
            <a:pPr>
              <a:spcBef>
                <a:spcPts val="600"/>
              </a:spcBef>
              <a:spcAft>
                <a:spcPts val="0"/>
              </a:spcAft>
            </a:pPr>
            <a:r>
              <a:rPr sz="2600" b="1" i="0">
                <a:solidFill>
                  <a:srgbClr val="D5FB00"/>
                </a:solidFill>
                <a:latin typeface="Segoe UI"/>
              </a:rPr>
              <a:t>440 pages</a:t>
            </a:r>
          </a:p>
          <a:p>
            <a:pPr>
              <a:lnSpc>
                <a:spcPct val="120000"/>
              </a:lnSpc>
              <a:spcBef>
                <a:spcPts val="1000"/>
              </a:spcBef>
              <a:spcAft>
                <a:spcPts val="0"/>
              </a:spcAft>
            </a:pPr>
            <a:r>
              <a:rPr sz="1300" b="0" i="0">
                <a:solidFill>
                  <a:srgbClr val="C6CDD1"/>
                </a:solidFill>
                <a:latin typeface="Segoe UI"/>
              </a:rPr>
              <a:t>Covers five of the nine topics well: symbols, joint geometry, discontinuities, positions and safety.</a:t>
            </a:r>
          </a:p>
        </p:txBody>
      </p:sp>
      <p:sp>
        <p:nvSpPr>
          <p:cNvPr id="9" name="Rectangle 8"/>
          <p:cNvSpPr/>
          <p:nvPr/>
        </p:nvSpPr>
        <p:spPr>
          <a:xfrm>
            <a:off x="457200" y="3968496"/>
            <a:ext cx="6675120" cy="2048256"/>
          </a:xfrm>
          <a:prstGeom prst="rect">
            <a:avLst/>
          </a:prstGeom>
          <a:solidFill>
            <a:srgbClr val="0B2A3E"/>
          </a:solidFill>
          <a:ln>
            <a:noFill/>
          </a:ln>
          <a:effectLst/>
        </p:spPr>
        <p:txBody>
          <a:bodyPr rtlCol="0" anchor="ctr" wrap="square" lIns="0" rIns="0" tIns="0" bIns="0"/>
          <a:lstStyle/>
          <a:p>
            <a:pPr algn="ctr"/>
          </a:p>
        </p:txBody>
      </p:sp>
      <p:sp>
        <p:nvSpPr>
          <p:cNvPr id="10" name="TextBox 9"/>
          <p:cNvSpPr txBox="1"/>
          <p:nvPr/>
        </p:nvSpPr>
        <p:spPr>
          <a:xfrm>
            <a:off x="786384" y="4242816"/>
            <a:ext cx="6035040"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CES-S-MANF-150, CUMMINS</a:t>
            </a:r>
          </a:p>
          <a:p>
            <a:pPr>
              <a:spcBef>
                <a:spcPts val="600"/>
              </a:spcBef>
              <a:spcAft>
                <a:spcPts val="0"/>
              </a:spcAft>
            </a:pPr>
            <a:r>
              <a:rPr sz="2600" b="1" i="0">
                <a:solidFill>
                  <a:srgbClr val="D5FB00"/>
                </a:solidFill>
                <a:latin typeface="Segoe UI"/>
              </a:rPr>
              <a:t>176 pages</a:t>
            </a:r>
          </a:p>
          <a:p>
            <a:pPr>
              <a:lnSpc>
                <a:spcPct val="120000"/>
              </a:lnSpc>
              <a:spcBef>
                <a:spcPts val="1000"/>
              </a:spcBef>
              <a:spcAft>
                <a:spcPts val="0"/>
              </a:spcAft>
            </a:pPr>
            <a:r>
              <a:rPr sz="1300" b="0" i="0">
                <a:solidFill>
                  <a:srgbClr val="C6CDD1"/>
                </a:solidFill>
                <a:latin typeface="Segoe UI"/>
              </a:rPr>
              <a:t>Turns that theory into numbers I can be held to: essential variables, work angle, CTWD, acceptance limits.</a:t>
            </a:r>
          </a:p>
        </p:txBody>
      </p:sp>
      <p:sp>
        <p:nvSpPr>
          <p:cNvPr id="11" name="Rectangle 10"/>
          <p:cNvSpPr/>
          <p:nvPr/>
        </p:nvSpPr>
        <p:spPr>
          <a:xfrm>
            <a:off x="7443216" y="1737360"/>
            <a:ext cx="4288536" cy="4059936"/>
          </a:xfrm>
          <a:prstGeom prst="rect">
            <a:avLst/>
          </a:prstGeom>
          <a:solidFill>
            <a:srgbClr val="0B2A3E"/>
          </a:solidFill>
          <a:ln>
            <a:noFill/>
          </a:ln>
          <a:effectLst/>
        </p:spPr>
        <p:txBody>
          <a:bodyPr rtlCol="0" anchor="ctr" wrap="square" lIns="0" rIns="0" tIns="0" bIns="0"/>
          <a:lstStyle/>
          <a:p>
            <a:pPr algn="ctr"/>
          </a:p>
        </p:txBody>
      </p:sp>
      <p:sp>
        <p:nvSpPr>
          <p:cNvPr id="12" name="TextBox 11"/>
          <p:cNvSpPr txBox="1"/>
          <p:nvPr/>
        </p:nvSpPr>
        <p:spPr>
          <a:xfrm>
            <a:off x="7772400" y="2011680"/>
            <a:ext cx="3657600" cy="347472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NEITHER ONE COVERS</a:t>
            </a:r>
          </a:p>
          <a:p>
            <a:pPr>
              <a:spcBef>
                <a:spcPts val="2000"/>
              </a:spcBef>
              <a:spcAft>
                <a:spcPts val="0"/>
              </a:spcAft>
            </a:pPr>
            <a:r>
              <a:rPr sz="1400" b="0" i="0">
                <a:solidFill>
                  <a:srgbClr val="FFFFFF"/>
                </a:solidFill>
                <a:latin typeface="Segoe UI"/>
              </a:rPr>
              <a:t>Robotic cell safety</a:t>
            </a:r>
          </a:p>
          <a:p>
            <a:pPr>
              <a:spcBef>
                <a:spcPts val="2000"/>
              </a:spcBef>
              <a:spcAft>
                <a:spcPts val="0"/>
              </a:spcAft>
            </a:pPr>
            <a:r>
              <a:rPr sz="1400" b="0" i="0">
                <a:solidFill>
                  <a:srgbClr val="FFFFFF"/>
                </a:solidFill>
                <a:latin typeface="Segoe UI"/>
              </a:rPr>
              <a:t>Constant voltage V-A curve</a:t>
            </a:r>
          </a:p>
          <a:p>
            <a:pPr>
              <a:spcBef>
                <a:spcPts val="2000"/>
              </a:spcBef>
              <a:spcAft>
                <a:spcPts val="0"/>
              </a:spcAft>
            </a:pPr>
            <a:r>
              <a:rPr sz="1400" b="0" i="0">
                <a:solidFill>
                  <a:srgbClr val="FFFFFF"/>
                </a:solidFill>
                <a:latin typeface="Segoe UI"/>
              </a:rPr>
              <a:t>Transition current</a:t>
            </a:r>
          </a:p>
          <a:p>
            <a:pPr>
              <a:spcBef>
                <a:spcPts val="2000"/>
              </a:spcBef>
              <a:spcAft>
                <a:spcPts val="0"/>
              </a:spcAft>
            </a:pPr>
            <a:r>
              <a:rPr sz="1400" b="0" i="0">
                <a:solidFill>
                  <a:srgbClr val="FFFFFF"/>
                </a:solidFill>
                <a:latin typeface="Segoe UI"/>
              </a:rPr>
              <a:t>ISO 2553 symbols</a:t>
            </a:r>
          </a:p>
          <a:p>
            <a:pPr>
              <a:spcBef>
                <a:spcPts val="2000"/>
              </a:spcBef>
              <a:spcAft>
                <a:spcPts val="0"/>
              </a:spcAft>
            </a:pPr>
            <a:r>
              <a:rPr sz="1400" b="0" i="0">
                <a:solidFill>
                  <a:srgbClr val="FFFFFF"/>
                </a:solidFill>
                <a:latin typeface="Segoe UI"/>
              </a:rPr>
              <a:t>The Tenneco parameter sheet</a:t>
            </a:r>
          </a:p>
        </p:txBody>
      </p:sp>
      <p:sp>
        <p:nvSpPr>
          <p:cNvPr id="13" name="TextBox 12"/>
          <p:cNvSpPr txBox="1"/>
          <p:nvPr/>
        </p:nvSpPr>
        <p:spPr>
          <a:xfrm>
            <a:off x="457200" y="6053328"/>
            <a:ext cx="11274552" cy="310896"/>
          </a:xfrm>
          <a:prstGeom prst="rect">
            <a:avLst/>
          </a:prstGeom>
          <a:noFill/>
        </p:spPr>
        <p:txBody>
          <a:bodyPr wrap="square" lIns="0" rIns="0" tIns="0" bIns="0" anchor="t">
            <a:spAutoFit/>
          </a:bodyPr>
          <a:lstStyle/>
          <a:p>
            <a:pPr algn="l">
              <a:spcBef>
                <a:spcPts val="0"/>
              </a:spcBef>
              <a:spcAft>
                <a:spcPts val="0"/>
              </a:spcAft>
            </a:pPr>
            <a:r>
              <a:rPr sz="1500" b="1" i="0">
                <a:solidFill>
                  <a:srgbClr val="D5FB00"/>
                </a:solidFill>
                <a:latin typeface="Segoe UI"/>
              </a:rPr>
              <a:t>I mapped both documents page by page. The gaps are mine to close, and I know exactly what they are.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8</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STAND TODAY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skills unsupervised, none of them validated</a:t>
            </a:r>
          </a:p>
        </p:txBody>
      </p:sp>
      <p:sp>
        <p:nvSpPr>
          <p:cNvPr id="7" name="!!iluo_I"/>
          <p:cNvSpPr/>
          <p:nvPr/>
        </p:nvSpPr>
        <p:spPr>
          <a:xfrm>
            <a:off x="457200" y="217627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I</a:t>
            </a:r>
          </a:p>
        </p:txBody>
      </p:sp>
      <p:sp>
        <p:nvSpPr>
          <p:cNvPr id="8" name="TextBox 7"/>
          <p:cNvSpPr txBox="1"/>
          <p:nvPr/>
        </p:nvSpPr>
        <p:spPr>
          <a:xfrm>
            <a:off x="969264" y="226771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Welding fundamentals</a:t>
            </a:r>
          </a:p>
        </p:txBody>
      </p:sp>
      <p:sp>
        <p:nvSpPr>
          <p:cNvPr id="9" name="Rectangle 8"/>
          <p:cNvSpPr/>
          <p:nvPr/>
        </p:nvSpPr>
        <p:spPr>
          <a:xfrm>
            <a:off x="301752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0" name="Rectangle 9"/>
          <p:cNvSpPr/>
          <p:nvPr/>
        </p:nvSpPr>
        <p:spPr>
          <a:xfrm>
            <a:off x="350215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1" name="Rectangle 10"/>
          <p:cNvSpPr/>
          <p:nvPr/>
        </p:nvSpPr>
        <p:spPr>
          <a:xfrm>
            <a:off x="398678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2" name="Rectangle 11"/>
          <p:cNvSpPr/>
          <p:nvPr/>
        </p:nvSpPr>
        <p:spPr>
          <a:xfrm>
            <a:off x="447141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3" name="Rectangle 12"/>
          <p:cNvSpPr/>
          <p:nvPr/>
        </p:nvSpPr>
        <p:spPr>
          <a:xfrm>
            <a:off x="4956048"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4" name="Rectangle 13"/>
          <p:cNvSpPr/>
          <p:nvPr/>
        </p:nvSpPr>
        <p:spPr>
          <a:xfrm>
            <a:off x="544068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5" name="Rectangle 14"/>
          <p:cNvSpPr/>
          <p:nvPr/>
        </p:nvSpPr>
        <p:spPr>
          <a:xfrm>
            <a:off x="592531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6" name="Rectangle 15"/>
          <p:cNvSpPr/>
          <p:nvPr/>
        </p:nvSpPr>
        <p:spPr>
          <a:xfrm>
            <a:off x="640994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7" name="Rectangle 16"/>
          <p:cNvSpPr/>
          <p:nvPr/>
        </p:nvSpPr>
        <p:spPr>
          <a:xfrm>
            <a:off x="689457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8" name="!!iluo_L"/>
          <p:cNvSpPr/>
          <p:nvPr/>
        </p:nvSpPr>
        <p:spPr>
          <a:xfrm>
            <a:off x="457200" y="281635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L</a:t>
            </a:r>
          </a:p>
        </p:txBody>
      </p:sp>
      <p:sp>
        <p:nvSpPr>
          <p:cNvPr id="19" name="TextBox 18"/>
          <p:cNvSpPr txBox="1"/>
          <p:nvPr/>
        </p:nvSpPr>
        <p:spPr>
          <a:xfrm>
            <a:off x="969264" y="290779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Execution in the cell</a:t>
            </a:r>
          </a:p>
        </p:txBody>
      </p:sp>
      <p:sp>
        <p:nvSpPr>
          <p:cNvPr id="20" name="Rectangle 19"/>
          <p:cNvSpPr/>
          <p:nvPr/>
        </p:nvSpPr>
        <p:spPr>
          <a:xfrm>
            <a:off x="3017520"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1" name="Rectangle 20"/>
          <p:cNvSpPr/>
          <p:nvPr/>
        </p:nvSpPr>
        <p:spPr>
          <a:xfrm>
            <a:off x="3502152"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3986784"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3" name="Rectangle 22"/>
          <p:cNvSpPr/>
          <p:nvPr/>
        </p:nvSpPr>
        <p:spPr>
          <a:xfrm>
            <a:off x="4471416"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4" name="Rectangle 23"/>
          <p:cNvSpPr/>
          <p:nvPr/>
        </p:nvSpPr>
        <p:spPr>
          <a:xfrm>
            <a:off x="4956048"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5" name="!!iluo_U"/>
          <p:cNvSpPr/>
          <p:nvPr/>
        </p:nvSpPr>
        <p:spPr>
          <a:xfrm>
            <a:off x="457200" y="345643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U</a:t>
            </a:r>
          </a:p>
        </p:txBody>
      </p:sp>
      <p:sp>
        <p:nvSpPr>
          <p:cNvPr id="26" name="TextBox 25"/>
          <p:cNvSpPr txBox="1"/>
          <p:nvPr/>
        </p:nvSpPr>
        <p:spPr>
          <a:xfrm>
            <a:off x="969264" y="354787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Robot programming</a:t>
            </a:r>
          </a:p>
        </p:txBody>
      </p:sp>
      <p:sp>
        <p:nvSpPr>
          <p:cNvPr id="27" name="Rectangle 26"/>
          <p:cNvSpPr/>
          <p:nvPr/>
        </p:nvSpPr>
        <p:spPr>
          <a:xfrm>
            <a:off x="3017520" y="3493008"/>
            <a:ext cx="402336" cy="329184"/>
          </a:xfrm>
          <a:prstGeom prst="rect">
            <a:avLst/>
          </a:prstGeom>
          <a:solidFill>
            <a:srgbClr val="5C85D6"/>
          </a:solidFill>
          <a:ln>
            <a:noFill/>
          </a:ln>
          <a:effectLst/>
        </p:spPr>
        <p:txBody>
          <a:bodyPr rtlCol="0" anchor="ctr" wrap="square" lIns="0" rIns="0" tIns="0" bIns="0"/>
          <a:lstStyle/>
          <a:p>
            <a:pPr algn="ctr"/>
          </a:p>
        </p:txBody>
      </p:sp>
      <p:sp>
        <p:nvSpPr>
          <p:cNvPr id="28" name="Rectangle 27"/>
          <p:cNvSpPr/>
          <p:nvPr/>
        </p:nvSpPr>
        <p:spPr>
          <a:xfrm>
            <a:off x="3502152"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29" name="Rectangle 28"/>
          <p:cNvSpPr/>
          <p:nvPr/>
        </p:nvSpPr>
        <p:spPr>
          <a:xfrm>
            <a:off x="3986784"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30" name="!!iluo_O"/>
          <p:cNvSpPr/>
          <p:nvPr/>
        </p:nvSpPr>
        <p:spPr>
          <a:xfrm>
            <a:off x="457200" y="409651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O</a:t>
            </a:r>
          </a:p>
        </p:txBody>
      </p:sp>
      <p:sp>
        <p:nvSpPr>
          <p:cNvPr id="31" name="TextBox 30"/>
          <p:cNvSpPr txBox="1"/>
          <p:nvPr/>
        </p:nvSpPr>
        <p:spPr>
          <a:xfrm>
            <a:off x="969264" y="418795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Teach and improve</a:t>
            </a:r>
          </a:p>
        </p:txBody>
      </p:sp>
      <p:sp>
        <p:nvSpPr>
          <p:cNvPr id="32" name="Rectangle 31"/>
          <p:cNvSpPr/>
          <p:nvPr/>
        </p:nvSpPr>
        <p:spPr>
          <a:xfrm>
            <a:off x="3017520" y="4133088"/>
            <a:ext cx="402336" cy="329184"/>
          </a:xfrm>
          <a:prstGeom prst="rect">
            <a:avLst/>
          </a:prstGeom>
          <a:solidFill>
            <a:srgbClr val="0033A0"/>
          </a:solidFill>
          <a:ln>
            <a:noFill/>
          </a:ln>
          <a:effectLst/>
        </p:spPr>
        <p:txBody>
          <a:bodyPr rtlCol="0" anchor="ctr" wrap="square" lIns="0" rIns="0" tIns="0" bIns="0"/>
          <a:lstStyle/>
          <a:p>
            <a:pPr algn="ctr"/>
          </a:p>
        </p:txBody>
      </p:sp>
      <p:sp>
        <p:nvSpPr>
          <p:cNvPr id="33" name="Rectangle 32"/>
          <p:cNvSpPr/>
          <p:nvPr/>
        </p:nvSpPr>
        <p:spPr>
          <a:xfrm>
            <a:off x="3502152"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4" name="Rectangle 33"/>
          <p:cNvSpPr/>
          <p:nvPr/>
        </p:nvSpPr>
        <p:spPr>
          <a:xfrm>
            <a:off x="3986784"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5" name="Rectangle 34"/>
          <p:cNvSpPr/>
          <p:nvPr/>
        </p:nvSpPr>
        <p:spPr>
          <a:xfrm>
            <a:off x="4471416"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6" name="Rectangle 35"/>
          <p:cNvSpPr/>
          <p:nvPr/>
        </p:nvSpPr>
        <p:spPr>
          <a:xfrm>
            <a:off x="4956048"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7" name="Rectangle 36"/>
          <p:cNvSpPr/>
          <p:nvPr/>
        </p:nvSpPr>
        <p:spPr>
          <a:xfrm>
            <a:off x="5440680"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8" name="Rectangle 37"/>
          <p:cNvSpPr/>
          <p:nvPr/>
        </p:nvSpPr>
        <p:spPr>
          <a:xfrm>
            <a:off x="3017520" y="4882896"/>
            <a:ext cx="182880" cy="182880"/>
          </a:xfrm>
          <a:prstGeom prst="rect">
            <a:avLst/>
          </a:prstGeom>
          <a:solidFill>
            <a:srgbClr val="0033A0"/>
          </a:solidFill>
          <a:ln>
            <a:noFill/>
          </a:ln>
          <a:effectLst/>
        </p:spPr>
        <p:txBody>
          <a:bodyPr rtlCol="0" anchor="ctr" wrap="square" lIns="0" rIns="0" tIns="0" bIns="0"/>
          <a:lstStyle/>
          <a:p>
            <a:pPr algn="ctr"/>
          </a:p>
        </p:txBody>
      </p:sp>
      <p:sp>
        <p:nvSpPr>
          <p:cNvPr id="39" name="TextBox 38"/>
          <p:cNvSpPr txBox="1"/>
          <p:nvPr/>
        </p:nvSpPr>
        <p:spPr>
          <a:xfrm>
            <a:off x="3291839"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Unsupervised</a:t>
            </a:r>
          </a:p>
        </p:txBody>
      </p:sp>
      <p:sp>
        <p:nvSpPr>
          <p:cNvPr id="40" name="Rectangle 39"/>
          <p:cNvSpPr/>
          <p:nvPr/>
        </p:nvSpPr>
        <p:spPr>
          <a:xfrm>
            <a:off x="4480560" y="4882896"/>
            <a:ext cx="182880" cy="182880"/>
          </a:xfrm>
          <a:prstGeom prst="rect">
            <a:avLst/>
          </a:prstGeom>
          <a:solidFill>
            <a:srgbClr val="5C85D6"/>
          </a:solidFill>
          <a:ln>
            <a:noFill/>
          </a:ln>
          <a:effectLst/>
        </p:spPr>
        <p:txBody>
          <a:bodyPr rtlCol="0" anchor="ctr" wrap="square" lIns="0" rIns="0" tIns="0" bIns="0"/>
          <a:lstStyle/>
          <a:p>
            <a:pPr algn="ctr"/>
          </a:p>
        </p:txBody>
      </p:sp>
      <p:sp>
        <p:nvSpPr>
          <p:cNvPr id="41" name="TextBox 40"/>
          <p:cNvSpPr txBox="1"/>
          <p:nvPr/>
        </p:nvSpPr>
        <p:spPr>
          <a:xfrm>
            <a:off x="475488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In progress</a:t>
            </a:r>
          </a:p>
        </p:txBody>
      </p:sp>
      <p:sp>
        <p:nvSpPr>
          <p:cNvPr id="42" name="Rectangle 41"/>
          <p:cNvSpPr/>
          <p:nvPr/>
        </p:nvSpPr>
        <p:spPr>
          <a:xfrm>
            <a:off x="5943600" y="4882896"/>
            <a:ext cx="182880" cy="182880"/>
          </a:xfrm>
          <a:prstGeom prst="rect">
            <a:avLst/>
          </a:prstGeom>
          <a:solidFill>
            <a:srgbClr val="E3E7EB"/>
          </a:solidFill>
          <a:ln>
            <a:noFill/>
          </a:ln>
          <a:effectLst/>
        </p:spPr>
        <p:txBody>
          <a:bodyPr rtlCol="0" anchor="ctr" wrap="square" lIns="0" rIns="0" tIns="0" bIns="0"/>
          <a:lstStyle/>
          <a:p>
            <a:pPr algn="ctr"/>
          </a:p>
        </p:txBody>
      </p:sp>
      <p:sp>
        <p:nvSpPr>
          <p:cNvPr id="43" name="TextBox 42"/>
          <p:cNvSpPr txBox="1"/>
          <p:nvPr/>
        </p:nvSpPr>
        <p:spPr>
          <a:xfrm>
            <a:off x="621792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Not started</a:t>
            </a:r>
          </a:p>
        </p:txBody>
      </p:sp>
      <p:sp>
        <p:nvSpPr>
          <p:cNvPr id="44" name="Rectangle 43"/>
          <p:cNvSpPr/>
          <p:nvPr/>
        </p:nvSpPr>
        <p:spPr>
          <a:xfrm>
            <a:off x="7973568" y="2066543"/>
            <a:ext cx="3758184" cy="2670048"/>
          </a:xfrm>
          <a:prstGeom prst="rect">
            <a:avLst/>
          </a:prstGeom>
          <a:solidFill>
            <a:srgbClr val="F4F6F7"/>
          </a:solidFill>
          <a:ln>
            <a:noFill/>
          </a:ln>
          <a:effectLst/>
        </p:spPr>
        <p:txBody>
          <a:bodyPr rtlCol="0" anchor="ctr" wrap="square" lIns="0" rIns="0" tIns="0" bIns="0"/>
          <a:lstStyle/>
          <a:p>
            <a:pPr algn="ctr"/>
          </a:p>
        </p:txBody>
      </p:sp>
      <p:sp>
        <p:nvSpPr>
          <p:cNvPr id="45" name="TextBox 44"/>
          <p:cNvSpPr txBox="1"/>
          <p:nvPr/>
        </p:nvSpPr>
        <p:spPr>
          <a:xfrm>
            <a:off x="8266175" y="2359152"/>
            <a:ext cx="3172968"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WHAT I DO UNSUPERVISED</a:t>
            </a:r>
          </a:p>
          <a:p>
            <a:pPr>
              <a:spcBef>
                <a:spcPts val="1800"/>
              </a:spcBef>
              <a:spcAft>
                <a:spcPts val="0"/>
              </a:spcAft>
            </a:pPr>
            <a:r>
              <a:rPr sz="1400" b="0" i="0">
                <a:solidFill>
                  <a:srgbClr val="051C2C"/>
                </a:solidFill>
                <a:latin typeface="Segoe UI"/>
              </a:rPr>
              <a:t>Consumable changes</a:t>
            </a:r>
          </a:p>
          <a:p>
            <a:pPr>
              <a:spcBef>
                <a:spcPts val="1800"/>
              </a:spcBef>
              <a:spcAft>
                <a:spcPts val="0"/>
              </a:spcAft>
            </a:pPr>
            <a:r>
              <a:rPr sz="1400" b="0" i="0">
                <a:solidFill>
                  <a:srgbClr val="051C2C"/>
                </a:solidFill>
                <a:latin typeface="Segoe UI"/>
              </a:rPr>
              <a:t>Essential variable adjustment</a:t>
            </a:r>
          </a:p>
          <a:p>
            <a:pPr>
              <a:spcBef>
                <a:spcPts val="1800"/>
              </a:spcBef>
              <a:spcAft>
                <a:spcPts val="0"/>
              </a:spcAft>
            </a:pPr>
            <a:r>
              <a:rPr sz="1400" b="0" i="0">
                <a:solidFill>
                  <a:srgbClr val="051C2C"/>
                </a:solidFill>
                <a:latin typeface="Segoe UI"/>
              </a:rPr>
              <a:t>Welding symbol interpretation</a:t>
            </a:r>
          </a:p>
          <a:p>
            <a:pPr>
              <a:spcBef>
                <a:spcPts val="1800"/>
              </a:spcBef>
              <a:spcAft>
                <a:spcPts val="0"/>
              </a:spcAft>
            </a:pPr>
            <a:r>
              <a:rPr sz="1400" b="0" i="0">
                <a:solidFill>
                  <a:srgbClr val="051C2C"/>
                </a:solidFill>
                <a:latin typeface="Segoe UI"/>
              </a:rPr>
              <a:t>Closing ANDON orders</a:t>
            </a:r>
          </a:p>
        </p:txBody>
      </p:sp>
      <p:sp>
        <p:nvSpPr>
          <p:cNvPr id="46" name="Rectangle 45"/>
          <p:cNvSpPr/>
          <p:nvPr/>
        </p:nvSpPr>
        <p:spPr>
          <a:xfrm>
            <a:off x="457200" y="5358384"/>
            <a:ext cx="11274552" cy="969264"/>
          </a:xfrm>
          <a:prstGeom prst="rect">
            <a:avLst/>
          </a:prstGeom>
          <a:solidFill>
            <a:srgbClr val="051C2C"/>
          </a:solidFill>
          <a:ln>
            <a:noFill/>
          </a:ln>
          <a:effectLst/>
        </p:spPr>
        <p:txBody>
          <a:bodyPr rtlCol="0" anchor="ctr" wrap="square" lIns="0" rIns="0" tIns="0" bIns="0"/>
          <a:lstStyle/>
          <a:p>
            <a:pPr algn="ctr"/>
          </a:p>
        </p:txBody>
      </p:sp>
      <p:sp>
        <p:nvSpPr>
          <p:cNvPr id="47" name="TextBox 46"/>
          <p:cNvSpPr txBox="1"/>
          <p:nvPr/>
        </p:nvSpPr>
        <p:spPr>
          <a:xfrm>
            <a:off x="841248" y="5577840"/>
            <a:ext cx="10515600" cy="566928"/>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FFFFFF"/>
                </a:solidFill>
                <a:latin typeface="Segoe UI"/>
              </a:rPr>
              <a:t>I learned Level I in the cell, not in a classroom. The exam has not happened, so nothing is validated yet.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9</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PLAN VS REALITY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Not a gap in effort, a gap in structure</a:t>
            </a:r>
          </a:p>
        </p:txBody>
      </p:sp>
      <p:sp>
        <p:nvSpPr>
          <p:cNvPr id="7" name="Rectangle 6"/>
          <p:cNvSpPr/>
          <p:nvPr/>
        </p:nvSpPr>
        <p:spPr>
          <a:xfrm>
            <a:off x="457200" y="1956816"/>
            <a:ext cx="5504688" cy="2286000"/>
          </a:xfrm>
          <a:prstGeom prst="rect">
            <a:avLst/>
          </a:prstGeom>
          <a:solidFill>
            <a:srgbClr val="0B2A3E"/>
          </a:solidFill>
          <a:ln>
            <a:noFill/>
          </a:ln>
          <a:effectLst/>
        </p:spPr>
        <p:txBody>
          <a:bodyPr rtlCol="0" anchor="ctr" wrap="square" lIns="0" rIns="0" tIns="0" bIns="0"/>
          <a:lstStyle/>
          <a:p>
            <a:pPr algn="ctr"/>
          </a:p>
        </p:txBody>
      </p:sp>
      <p:sp>
        <p:nvSpPr>
          <p:cNvPr id="8" name="TextBox 7"/>
          <p:cNvSpPr txBox="1"/>
          <p:nvPr/>
        </p:nvSpPr>
        <p:spPr>
          <a:xfrm>
            <a:off x="786384" y="2249424"/>
            <a:ext cx="4846320" cy="173736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THE PLAN ASSUMED</a:t>
            </a:r>
          </a:p>
          <a:p>
            <a:pPr>
              <a:spcBef>
                <a:spcPts val="1800"/>
              </a:spcBef>
              <a:spcAft>
                <a:spcPts val="0"/>
              </a:spcAft>
            </a:pPr>
            <a:r>
              <a:rPr sz="1600" b="0" i="0">
                <a:solidFill>
                  <a:srgbClr val="FFFFFF"/>
                </a:solidFill>
                <a:latin typeface="Segoe UI"/>
              </a:rPr>
              <a:t>40 scheduled hours</a:t>
            </a:r>
          </a:p>
          <a:p>
            <a:pPr>
              <a:spcBef>
                <a:spcPts val="1800"/>
              </a:spcBef>
              <a:spcAft>
                <a:spcPts val="0"/>
              </a:spcAft>
            </a:pPr>
            <a:r>
              <a:rPr sz="1600" b="0" i="0">
                <a:solidFill>
                  <a:srgbClr val="FFFFFF"/>
                </a:solidFill>
                <a:latin typeface="Segoe UI"/>
              </a:rPr>
              <a:t>Classroom, then the cell</a:t>
            </a:r>
          </a:p>
          <a:p>
            <a:pPr>
              <a:spcBef>
                <a:spcPts val="1800"/>
              </a:spcBef>
              <a:spcAft>
                <a:spcPts val="0"/>
              </a:spcAft>
            </a:pPr>
            <a:r>
              <a:rPr sz="1600" b="0" i="0">
                <a:solidFill>
                  <a:srgbClr val="FFFFFF"/>
                </a:solidFill>
                <a:latin typeface="Segoe UI"/>
              </a:rPr>
              <a:t>One level at a time</a:t>
            </a:r>
          </a:p>
        </p:txBody>
      </p:sp>
      <p:sp>
        <p:nvSpPr>
          <p:cNvPr id="9" name="Rectangle 8"/>
          <p:cNvSpPr/>
          <p:nvPr/>
        </p:nvSpPr>
        <p:spPr>
          <a:xfrm>
            <a:off x="6227064" y="1956816"/>
            <a:ext cx="5504688" cy="2286000"/>
          </a:xfrm>
          <a:prstGeom prst="rect">
            <a:avLst/>
          </a:prstGeom>
          <a:solidFill>
            <a:srgbClr val="0B2A3E"/>
          </a:solidFill>
          <a:ln>
            <a:noFill/>
          </a:ln>
          <a:effectLst/>
        </p:spPr>
        <p:txBody>
          <a:bodyPr rtlCol="0" anchor="ctr" wrap="square" lIns="0" rIns="0" tIns="0" bIns="0"/>
          <a:lstStyle/>
          <a:p>
            <a:pPr algn="ctr"/>
          </a:p>
        </p:txBody>
      </p:sp>
      <p:sp>
        <p:nvSpPr>
          <p:cNvPr id="10" name="TextBox 9"/>
          <p:cNvSpPr txBox="1"/>
          <p:nvPr/>
        </p:nvSpPr>
        <p:spPr>
          <a:xfrm>
            <a:off x="6556248" y="2249424"/>
            <a:ext cx="4846320" cy="173736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ACTUALLY HAPPENED</a:t>
            </a:r>
          </a:p>
          <a:p>
            <a:pPr>
              <a:spcBef>
                <a:spcPts val="1800"/>
              </a:spcBef>
              <a:spcAft>
                <a:spcPts val="0"/>
              </a:spcAft>
            </a:pPr>
            <a:r>
              <a:rPr sz="1600" b="0" i="0">
                <a:solidFill>
                  <a:srgbClr val="FFFFFF"/>
                </a:solidFill>
                <a:latin typeface="Segoe UI"/>
              </a:rPr>
              <a:t>Hours driven by demand</a:t>
            </a:r>
          </a:p>
          <a:p>
            <a:pPr>
              <a:spcBef>
                <a:spcPts val="1800"/>
              </a:spcBef>
              <a:spcAft>
                <a:spcPts val="0"/>
              </a:spcAft>
            </a:pPr>
            <a:r>
              <a:rPr sz="1600" b="0" i="0">
                <a:solidFill>
                  <a:srgbClr val="FFFFFF"/>
                </a:solidFill>
                <a:latin typeface="Segoe UI"/>
              </a:rPr>
              <a:t>The floor from day one</a:t>
            </a:r>
          </a:p>
          <a:p>
            <a:pPr>
              <a:spcBef>
                <a:spcPts val="1800"/>
              </a:spcBef>
              <a:spcAft>
                <a:spcPts val="0"/>
              </a:spcAft>
            </a:pPr>
            <a:r>
              <a:rPr sz="1600" b="0" i="0">
                <a:solidFill>
                  <a:srgbClr val="FFFFFF"/>
                </a:solidFill>
                <a:latin typeface="Segoe UI"/>
              </a:rPr>
              <a:t>Levels out of order</a:t>
            </a:r>
          </a:p>
        </p:txBody>
      </p:sp>
      <p:sp>
        <p:nvSpPr>
          <p:cNvPr id="11" name="Rectangle 10"/>
          <p:cNvSpPr/>
          <p:nvPr/>
        </p:nvSpPr>
        <p:spPr>
          <a:xfrm>
            <a:off x="457200" y="4681728"/>
            <a:ext cx="11274552" cy="1097280"/>
          </a:xfrm>
          <a:prstGeom prst="rect">
            <a:avLst/>
          </a:prstGeom>
          <a:solidFill>
            <a:srgbClr val="D5FB00"/>
          </a:solidFill>
          <a:ln>
            <a:noFill/>
          </a:ln>
          <a:effectLst/>
        </p:spPr>
        <p:txBody>
          <a:bodyPr rtlCol="0" anchor="ctr" wrap="square" lIns="0" rIns="0" tIns="0" bIns="0"/>
          <a:lstStyle/>
          <a:p>
            <a:pPr algn="ctr"/>
          </a:p>
        </p:txBody>
      </p:sp>
      <p:sp>
        <p:nvSpPr>
          <p:cNvPr id="12" name="Rectangle 11"/>
          <p:cNvSpPr/>
          <p:nvPr/>
        </p:nvSpPr>
        <p:spPr>
          <a:xfrm>
            <a:off x="6089904" y="4956048"/>
            <a:ext cx="18288" cy="548640"/>
          </a:xfrm>
          <a:prstGeom prst="rect">
            <a:avLst/>
          </a:prstGeom>
          <a:solidFill>
            <a:srgbClr val="051C2C"/>
          </a:solidFill>
          <a:ln>
            <a:noFill/>
          </a:ln>
          <a:effectLst/>
        </p:spPr>
        <p:txBody>
          <a:bodyPr rtlCol="0" anchor="ctr" wrap="square" lIns="0" rIns="0" tIns="0" bIns="0"/>
          <a:lstStyle/>
          <a:p>
            <a:pPr algn="ctr"/>
          </a:p>
        </p:txBody>
      </p:sp>
      <p:sp>
        <p:nvSpPr>
          <p:cNvPr id="13" name="TextBox 12"/>
          <p:cNvSpPr txBox="1"/>
          <p:nvPr/>
        </p:nvSpPr>
        <p:spPr>
          <a:xfrm>
            <a:off x="841248" y="4956048"/>
            <a:ext cx="5029200" cy="54864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60% integration project</a:t>
            </a:r>
          </a:p>
        </p:txBody>
      </p:sp>
      <p:sp>
        <p:nvSpPr>
          <p:cNvPr id="14" name="TextBox 13"/>
          <p:cNvSpPr txBox="1"/>
          <p:nvPr/>
        </p:nvSpPr>
        <p:spPr>
          <a:xfrm>
            <a:off x="6345936" y="4956048"/>
            <a:ext cx="5120640" cy="54864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40% breakdowns and support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10</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INTEGRATION PROJECT</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60% of my hours, and none of it on the matrix</a:t>
            </a:r>
          </a:p>
        </p:txBody>
      </p:sp>
      <p:sp>
        <p:nvSpPr>
          <p:cNvPr id="7" name="Rectangle 6"/>
          <p:cNvSpPr/>
          <p:nvPr/>
        </p:nvSpPr>
        <p:spPr>
          <a:xfrm>
            <a:off x="457200" y="2194560"/>
            <a:ext cx="7315200" cy="91440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822960" y="2395728"/>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IS</a:t>
            </a:r>
          </a:p>
        </p:txBody>
      </p:sp>
      <p:sp>
        <p:nvSpPr>
          <p:cNvPr id="9" name="TextBox 8"/>
          <p:cNvSpPr txBox="1"/>
          <p:nvPr/>
        </p:nvSpPr>
        <p:spPr>
          <a:xfrm>
            <a:off x="3200400" y="2395728"/>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describe the integration in one line ]</a:t>
            </a:r>
          </a:p>
        </p:txBody>
      </p:sp>
      <p:sp>
        <p:nvSpPr>
          <p:cNvPr id="10" name="Rectangle 9"/>
          <p:cNvSpPr/>
          <p:nvPr/>
        </p:nvSpPr>
        <p:spPr>
          <a:xfrm>
            <a:off x="457200" y="3236976"/>
            <a:ext cx="7315200" cy="914400"/>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822960" y="3438144"/>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MY ROLE</a:t>
            </a:r>
          </a:p>
        </p:txBody>
      </p:sp>
      <p:sp>
        <p:nvSpPr>
          <p:cNvPr id="12" name="TextBox 11"/>
          <p:cNvSpPr txBox="1"/>
          <p:nvPr/>
        </p:nvSpPr>
        <p:spPr>
          <a:xfrm>
            <a:off x="3200400" y="3438144"/>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what you own day to day ]</a:t>
            </a:r>
          </a:p>
        </p:txBody>
      </p:sp>
      <p:sp>
        <p:nvSpPr>
          <p:cNvPr id="13" name="Rectangle 12"/>
          <p:cNvSpPr/>
          <p:nvPr/>
        </p:nvSpPr>
        <p:spPr>
          <a:xfrm>
            <a:off x="457200" y="4279392"/>
            <a:ext cx="7315200" cy="91440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822960" y="4480559"/>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TAUGHT ME</a:t>
            </a:r>
          </a:p>
        </p:txBody>
      </p:sp>
      <p:sp>
        <p:nvSpPr>
          <p:cNvPr id="15" name="TextBox 14"/>
          <p:cNvSpPr txBox="1"/>
          <p:nvPr/>
        </p:nvSpPr>
        <p:spPr>
          <a:xfrm>
            <a:off x="3200400" y="4480559"/>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three skills outside the matrix ]</a:t>
            </a:r>
          </a:p>
        </p:txBody>
      </p:sp>
      <p:sp>
        <p:nvSpPr>
          <p:cNvPr id="16" name="Rectangle 15"/>
          <p:cNvSpPr/>
          <p:nvPr/>
        </p:nvSpPr>
        <p:spPr>
          <a:xfrm>
            <a:off x="457200" y="5321807"/>
            <a:ext cx="7315200" cy="914400"/>
          </a:xfrm>
          <a:prstGeom prst="rect">
            <a:avLst/>
          </a:prstGeom>
          <a:solidFill>
            <a:srgbClr val="F4F6F7"/>
          </a:solidFill>
          <a:ln>
            <a:noFill/>
          </a:ln>
          <a:effectLst/>
        </p:spPr>
        <p:txBody>
          <a:bodyPr rtlCol="0" anchor="ctr" wrap="square" lIns="0" rIns="0" tIns="0" bIns="0"/>
          <a:lstStyle/>
          <a:p>
            <a:pPr algn="ctr"/>
          </a:p>
        </p:txBody>
      </p:sp>
      <p:sp>
        <p:nvSpPr>
          <p:cNvPr id="17" name="TextBox 16"/>
          <p:cNvSpPr txBox="1"/>
          <p:nvPr/>
        </p:nvSpPr>
        <p:spPr>
          <a:xfrm>
            <a:off x="822960" y="5522975"/>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STATUS</a:t>
            </a:r>
          </a:p>
        </p:txBody>
      </p:sp>
      <p:sp>
        <p:nvSpPr>
          <p:cNvPr id="18" name="TextBox 17"/>
          <p:cNvSpPr txBox="1"/>
          <p:nvPr/>
        </p:nvSpPr>
        <p:spPr>
          <a:xfrm>
            <a:off x="3200400" y="5522975"/>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 complete, next milestone ]</a:t>
            </a:r>
          </a:p>
        </p:txBody>
      </p:sp>
      <p:pic>
        <p:nvPicPr>
          <p:cNvPr id="19" name="Picture 18" descr="carretera.jpg"/>
          <p:cNvPicPr>
            <a:picLocks noChangeAspect="1"/>
          </p:cNvPicPr>
          <p:nvPr/>
        </p:nvPicPr>
        <p:blipFill>
          <a:blip r:embed="rId2"/>
          <a:stretch>
            <a:fillRect/>
          </a:stretch>
        </p:blipFill>
        <p:spPr>
          <a:xfrm>
            <a:off x="8046720" y="2194560"/>
            <a:ext cx="3685032" cy="2308321"/>
          </a:xfrm>
          <a:prstGeom prst="rect">
            <a:avLst/>
          </a:prstGeom>
        </p:spPr>
      </p:pic>
      <p:sp>
        <p:nvSpPr>
          <p:cNvPr id="20" name="Rectangle 19"/>
          <p:cNvSpPr/>
          <p:nvPr/>
        </p:nvSpPr>
        <p:spPr>
          <a:xfrm>
            <a:off x="8046720" y="3895344"/>
            <a:ext cx="3685032" cy="2103120"/>
          </a:xfrm>
          <a:prstGeom prst="rect">
            <a:avLst/>
          </a:prstGeom>
          <a:solidFill>
            <a:srgbClr val="051C2C"/>
          </a:solidFill>
          <a:ln>
            <a:noFill/>
          </a:ln>
          <a:effectLst/>
        </p:spPr>
        <p:txBody>
          <a:bodyPr rtlCol="0" anchor="ctr" wrap="square" lIns="0" rIns="0" tIns="0" bIns="0"/>
          <a:lstStyle/>
          <a:p>
            <a:pPr algn="ctr"/>
          </a:p>
        </p:txBody>
      </p:sp>
      <p:sp>
        <p:nvSpPr>
          <p:cNvPr id="21" name="TextBox 20"/>
          <p:cNvSpPr txBox="1"/>
          <p:nvPr/>
        </p:nvSpPr>
        <p:spPr>
          <a:xfrm>
            <a:off x="8357616" y="4169663"/>
            <a:ext cx="3063240" cy="164592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WHY IT BELONGS HERE</a:t>
            </a:r>
          </a:p>
          <a:p>
            <a:pPr>
              <a:lnSpc>
                <a:spcPct val="118000"/>
              </a:lnSpc>
              <a:spcBef>
                <a:spcPts val="1000"/>
              </a:spcBef>
              <a:spcAft>
                <a:spcPts val="0"/>
              </a:spcAft>
            </a:pPr>
            <a:r>
              <a:rPr sz="1250" b="0" i="0">
                <a:solidFill>
                  <a:srgbClr val="C6CDD1"/>
                </a:solidFill>
                <a:latin typeface="Segoe UI"/>
              </a:rPr>
              <a:t>It is real engineering work. It simply does not appear anywhere on the ILUO matrix, so the scorecard cannot see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11</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TIMELINE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14 weeks left, and Levels U and O are still ahead</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August 1, 2026  →  January 1, 2027</a:t>
            </a:r>
          </a:p>
        </p:txBody>
      </p:sp>
      <p:sp>
        <p:nvSpPr>
          <p:cNvPr id="8" name="TextBox 7"/>
          <p:cNvSpPr txBox="1"/>
          <p:nvPr/>
        </p:nvSpPr>
        <p:spPr>
          <a:xfrm>
            <a:off x="3310128"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AUG</a:t>
            </a:r>
          </a:p>
        </p:txBody>
      </p:sp>
      <p:sp>
        <p:nvSpPr>
          <p:cNvPr id="9" name="TextBox 8"/>
          <p:cNvSpPr txBox="1"/>
          <p:nvPr/>
        </p:nvSpPr>
        <p:spPr>
          <a:xfrm>
            <a:off x="4992624"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SEP</a:t>
            </a:r>
          </a:p>
        </p:txBody>
      </p:sp>
      <p:sp>
        <p:nvSpPr>
          <p:cNvPr id="10" name="Rectangle 9"/>
          <p:cNvSpPr/>
          <p:nvPr/>
        </p:nvSpPr>
        <p:spPr>
          <a:xfrm>
            <a:off x="4992624"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1" name="TextBox 10"/>
          <p:cNvSpPr txBox="1"/>
          <p:nvPr/>
        </p:nvSpPr>
        <p:spPr>
          <a:xfrm>
            <a:off x="6675120"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OCT</a:t>
            </a:r>
          </a:p>
        </p:txBody>
      </p:sp>
      <p:sp>
        <p:nvSpPr>
          <p:cNvPr id="12" name="Rectangle 11"/>
          <p:cNvSpPr/>
          <p:nvPr/>
        </p:nvSpPr>
        <p:spPr>
          <a:xfrm>
            <a:off x="6675120"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3" name="TextBox 12"/>
          <p:cNvSpPr txBox="1"/>
          <p:nvPr/>
        </p:nvSpPr>
        <p:spPr>
          <a:xfrm>
            <a:off x="8357616"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NOV</a:t>
            </a:r>
          </a:p>
        </p:txBody>
      </p:sp>
      <p:sp>
        <p:nvSpPr>
          <p:cNvPr id="14" name="Rectangle 13"/>
          <p:cNvSpPr/>
          <p:nvPr/>
        </p:nvSpPr>
        <p:spPr>
          <a:xfrm>
            <a:off x="8357616"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5" name="TextBox 14"/>
          <p:cNvSpPr txBox="1"/>
          <p:nvPr/>
        </p:nvSpPr>
        <p:spPr>
          <a:xfrm>
            <a:off x="10040112"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DEC</a:t>
            </a:r>
          </a:p>
        </p:txBody>
      </p:sp>
      <p:sp>
        <p:nvSpPr>
          <p:cNvPr id="16" name="Rectangle 15"/>
          <p:cNvSpPr/>
          <p:nvPr/>
        </p:nvSpPr>
        <p:spPr>
          <a:xfrm>
            <a:off x="10040112"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7" name="TextBox 16"/>
          <p:cNvSpPr txBox="1"/>
          <p:nvPr/>
        </p:nvSpPr>
        <p:spPr>
          <a:xfrm>
            <a:off x="457200" y="2724912"/>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I: welding fundamentals</a:t>
            </a:r>
          </a:p>
        </p:txBody>
      </p:sp>
      <p:sp>
        <p:nvSpPr>
          <p:cNvPr id="18" name="Rectangle 17"/>
          <p:cNvSpPr/>
          <p:nvPr/>
        </p:nvSpPr>
        <p:spPr>
          <a:xfrm>
            <a:off x="3310128" y="2651760"/>
            <a:ext cx="3028492" cy="384048"/>
          </a:xfrm>
          <a:prstGeom prst="rect">
            <a:avLst/>
          </a:prstGeom>
          <a:solidFill>
            <a:srgbClr val="0033A0"/>
          </a:solidFill>
          <a:ln>
            <a:noFill/>
          </a:ln>
          <a:effectLst/>
        </p:spPr>
        <p:txBody>
          <a:bodyPr rtlCol="0" anchor="ctr" wrap="square" lIns="0" rIns="0" tIns="0" bIns="0"/>
          <a:lstStyle/>
          <a:p>
            <a:pPr algn="ctr"/>
          </a:p>
        </p:txBody>
      </p:sp>
      <p:sp>
        <p:nvSpPr>
          <p:cNvPr id="19" name="Rectangle 18"/>
          <p:cNvSpPr/>
          <p:nvPr/>
        </p:nvSpPr>
        <p:spPr>
          <a:xfrm>
            <a:off x="6675120" y="2651760"/>
            <a:ext cx="1682496" cy="384048"/>
          </a:xfrm>
          <a:prstGeom prst="rect">
            <a:avLst/>
          </a:prstGeom>
          <a:solidFill>
            <a:srgbClr val="E3E7EB"/>
          </a:solidFill>
          <a:ln>
            <a:noFill/>
          </a:ln>
          <a:effectLst/>
        </p:spPr>
        <p:txBody>
          <a:bodyPr rtlCol="0" anchor="ctr" wrap="square" lIns="0" rIns="0" tIns="0" bIns="0"/>
          <a:lstStyle/>
          <a:p>
            <a:pPr algn="ctr"/>
          </a:p>
        </p:txBody>
      </p:sp>
      <p:sp>
        <p:nvSpPr>
          <p:cNvPr id="20" name="TextBox 19"/>
          <p:cNvSpPr txBox="1"/>
          <p:nvPr/>
        </p:nvSpPr>
        <p:spPr>
          <a:xfrm>
            <a:off x="457200" y="3383280"/>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L: execution in the cell</a:t>
            </a:r>
          </a:p>
        </p:txBody>
      </p:sp>
      <p:sp>
        <p:nvSpPr>
          <p:cNvPr id="21" name="Rectangle 20"/>
          <p:cNvSpPr/>
          <p:nvPr/>
        </p:nvSpPr>
        <p:spPr>
          <a:xfrm>
            <a:off x="3310128" y="3310128"/>
            <a:ext cx="3028492" cy="384048"/>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6338620" y="3310128"/>
            <a:ext cx="3701491" cy="384048"/>
          </a:xfrm>
          <a:prstGeom prst="rect">
            <a:avLst/>
          </a:prstGeom>
          <a:solidFill>
            <a:srgbClr val="E3E7EB"/>
          </a:solidFill>
          <a:ln>
            <a:noFill/>
          </a:ln>
          <a:effectLst/>
        </p:spPr>
        <p:txBody>
          <a:bodyPr rtlCol="0" anchor="ctr" wrap="square" lIns="0" rIns="0" tIns="0" bIns="0"/>
          <a:lstStyle/>
          <a:p>
            <a:pPr algn="ctr"/>
          </a:p>
        </p:txBody>
      </p:sp>
      <p:sp>
        <p:nvSpPr>
          <p:cNvPr id="23" name="TextBox 22"/>
          <p:cNvSpPr txBox="1"/>
          <p:nvPr/>
        </p:nvSpPr>
        <p:spPr>
          <a:xfrm>
            <a:off x="457200" y="4041648"/>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U: robot programming</a:t>
            </a:r>
          </a:p>
        </p:txBody>
      </p:sp>
      <p:sp>
        <p:nvSpPr>
          <p:cNvPr id="24" name="Rectangle 23"/>
          <p:cNvSpPr/>
          <p:nvPr/>
        </p:nvSpPr>
        <p:spPr>
          <a:xfrm>
            <a:off x="6675120" y="3968496"/>
            <a:ext cx="4542739" cy="384048"/>
          </a:xfrm>
          <a:prstGeom prst="rect">
            <a:avLst/>
          </a:prstGeom>
          <a:solidFill>
            <a:srgbClr val="E3E7EB"/>
          </a:solidFill>
          <a:ln>
            <a:noFill/>
          </a:ln>
          <a:effectLst/>
        </p:spPr>
        <p:txBody>
          <a:bodyPr rtlCol="0" anchor="ctr" wrap="square" lIns="0" rIns="0" tIns="0" bIns="0"/>
          <a:lstStyle/>
          <a:p>
            <a:pPr algn="ctr"/>
          </a:p>
        </p:txBody>
      </p:sp>
      <p:sp>
        <p:nvSpPr>
          <p:cNvPr id="25" name="TextBox 24"/>
          <p:cNvSpPr txBox="1"/>
          <p:nvPr/>
        </p:nvSpPr>
        <p:spPr>
          <a:xfrm>
            <a:off x="457200" y="4700016"/>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O: ANDON and improvement</a:t>
            </a:r>
          </a:p>
        </p:txBody>
      </p:sp>
      <p:sp>
        <p:nvSpPr>
          <p:cNvPr id="26" name="Rectangle 25"/>
          <p:cNvSpPr/>
          <p:nvPr/>
        </p:nvSpPr>
        <p:spPr>
          <a:xfrm>
            <a:off x="3310128" y="4626864"/>
            <a:ext cx="3028492" cy="384048"/>
          </a:xfrm>
          <a:prstGeom prst="rect">
            <a:avLst/>
          </a:prstGeom>
          <a:solidFill>
            <a:srgbClr val="0033A0"/>
          </a:solidFill>
          <a:ln>
            <a:noFill/>
          </a:ln>
          <a:effectLst/>
        </p:spPr>
        <p:txBody>
          <a:bodyPr rtlCol="0" anchor="ctr" wrap="square" lIns="0" rIns="0" tIns="0" bIns="0"/>
          <a:lstStyle/>
          <a:p>
            <a:pPr algn="ctr"/>
          </a:p>
        </p:txBody>
      </p:sp>
      <p:sp>
        <p:nvSpPr>
          <p:cNvPr id="27" name="Rectangle 26"/>
          <p:cNvSpPr/>
          <p:nvPr/>
        </p:nvSpPr>
        <p:spPr>
          <a:xfrm>
            <a:off x="8357616" y="4626864"/>
            <a:ext cx="2860243" cy="384048"/>
          </a:xfrm>
          <a:prstGeom prst="rect">
            <a:avLst/>
          </a:prstGeom>
          <a:solidFill>
            <a:srgbClr val="E3E7EB"/>
          </a:solidFill>
          <a:ln>
            <a:noFill/>
          </a:ln>
          <a:effectLst/>
        </p:spPr>
        <p:txBody>
          <a:bodyPr rtlCol="0" anchor="ctr" wrap="square" lIns="0" rIns="0" tIns="0" bIns="0"/>
          <a:lstStyle/>
          <a:p>
            <a:pPr algn="ctr"/>
          </a:p>
        </p:txBody>
      </p:sp>
      <p:sp>
        <p:nvSpPr>
          <p:cNvPr id="28" name="TextBox 27"/>
          <p:cNvSpPr txBox="1"/>
          <p:nvPr/>
        </p:nvSpPr>
        <p:spPr>
          <a:xfrm>
            <a:off x="457200" y="5358383"/>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Integration project</a:t>
            </a:r>
          </a:p>
        </p:txBody>
      </p:sp>
      <p:sp>
        <p:nvSpPr>
          <p:cNvPr id="29" name="Rectangle 28"/>
          <p:cNvSpPr/>
          <p:nvPr/>
        </p:nvSpPr>
        <p:spPr>
          <a:xfrm>
            <a:off x="3310128" y="5285231"/>
            <a:ext cx="3028492" cy="384048"/>
          </a:xfrm>
          <a:prstGeom prst="rect">
            <a:avLst/>
          </a:prstGeom>
          <a:solidFill>
            <a:srgbClr val="0033A0"/>
          </a:solidFill>
          <a:ln>
            <a:noFill/>
          </a:ln>
          <a:effectLst/>
        </p:spPr>
        <p:txBody>
          <a:bodyPr rtlCol="0" anchor="ctr" wrap="square" lIns="0" rIns="0" tIns="0" bIns="0"/>
          <a:lstStyle/>
          <a:p>
            <a:pPr algn="ctr"/>
          </a:p>
        </p:txBody>
      </p:sp>
      <p:sp>
        <p:nvSpPr>
          <p:cNvPr id="30" name="Rectangle 29"/>
          <p:cNvSpPr/>
          <p:nvPr/>
        </p:nvSpPr>
        <p:spPr>
          <a:xfrm>
            <a:off x="6338620" y="5285231"/>
            <a:ext cx="3701491" cy="384048"/>
          </a:xfrm>
          <a:prstGeom prst="rect">
            <a:avLst/>
          </a:prstGeom>
          <a:solidFill>
            <a:srgbClr val="E3E7EB"/>
          </a:solidFill>
          <a:ln>
            <a:noFill/>
          </a:ln>
          <a:effectLst/>
        </p:spPr>
        <p:txBody>
          <a:bodyPr rtlCol="0" anchor="ctr" wrap="square" lIns="0" rIns="0" tIns="0" bIns="0"/>
          <a:lstStyle/>
          <a:p>
            <a:pPr algn="ctr"/>
          </a:p>
        </p:txBody>
      </p:sp>
      <p:sp>
        <p:nvSpPr>
          <p:cNvPr id="31" name="Rectangle 30"/>
          <p:cNvSpPr/>
          <p:nvPr/>
        </p:nvSpPr>
        <p:spPr>
          <a:xfrm>
            <a:off x="6324904" y="2414016"/>
            <a:ext cx="27432" cy="3346704"/>
          </a:xfrm>
          <a:prstGeom prst="rect">
            <a:avLst/>
          </a:prstGeom>
          <a:solidFill>
            <a:srgbClr val="D5FB00"/>
          </a:solidFill>
          <a:ln>
            <a:noFill/>
          </a:ln>
          <a:effectLst/>
        </p:spPr>
        <p:txBody>
          <a:bodyPr rtlCol="0" anchor="ctr" wrap="square" lIns="0" rIns="0" tIns="0" bIns="0"/>
          <a:lstStyle/>
          <a:p>
            <a:pPr algn="ctr"/>
          </a:p>
        </p:txBody>
      </p:sp>
      <p:sp>
        <p:nvSpPr>
          <p:cNvPr id="32" name="TextBox 31"/>
          <p:cNvSpPr txBox="1"/>
          <p:nvPr/>
        </p:nvSpPr>
        <p:spPr>
          <a:xfrm>
            <a:off x="5826556" y="1883664"/>
            <a:ext cx="1024128" cy="219456"/>
          </a:xfrm>
          <a:prstGeom prst="rect">
            <a:avLst/>
          </a:prstGeom>
          <a:noFill/>
        </p:spPr>
        <p:txBody>
          <a:bodyPr wrap="square" lIns="0" rIns="0" tIns="0" bIns="0" anchor="t">
            <a:spAutoFit/>
          </a:bodyPr>
          <a:lstStyle/>
          <a:p>
            <a:pPr algn="ctr">
              <a:spcBef>
                <a:spcPts val="0"/>
              </a:spcBef>
              <a:spcAft>
                <a:spcPts val="0"/>
              </a:spcAft>
            </a:pPr>
            <a:r>
              <a:rPr sz="950" b="1" i="0">
                <a:solidFill>
                  <a:srgbClr val="051C2C"/>
                </a:solidFill>
                <a:latin typeface="Segoe UI"/>
              </a:rPr>
              <a:t>TODAY</a:t>
            </a:r>
          </a:p>
        </p:txBody>
      </p:sp>
      <p:sp>
        <p:nvSpPr>
          <p:cNvPr id="33" name="Rectangle 32"/>
          <p:cNvSpPr/>
          <p:nvPr/>
        </p:nvSpPr>
        <p:spPr>
          <a:xfrm>
            <a:off x="3310128" y="5943600"/>
            <a:ext cx="182880" cy="182880"/>
          </a:xfrm>
          <a:prstGeom prst="rect">
            <a:avLst/>
          </a:prstGeom>
          <a:solidFill>
            <a:srgbClr val="0033A0"/>
          </a:solidFill>
          <a:ln>
            <a:noFill/>
          </a:ln>
          <a:effectLst/>
        </p:spPr>
        <p:txBody>
          <a:bodyPr rtlCol="0" anchor="ctr" wrap="square" lIns="0" rIns="0" tIns="0" bIns="0"/>
          <a:lstStyle/>
          <a:p>
            <a:pPr algn="ctr"/>
          </a:p>
        </p:txBody>
      </p:sp>
      <p:sp>
        <p:nvSpPr>
          <p:cNvPr id="34" name="TextBox 33"/>
          <p:cNvSpPr txBox="1"/>
          <p:nvPr/>
        </p:nvSpPr>
        <p:spPr>
          <a:xfrm>
            <a:off x="358444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Actual</a:t>
            </a:r>
          </a:p>
        </p:txBody>
      </p:sp>
      <p:sp>
        <p:nvSpPr>
          <p:cNvPr id="35" name="Rectangle 34"/>
          <p:cNvSpPr/>
          <p:nvPr/>
        </p:nvSpPr>
        <p:spPr>
          <a:xfrm>
            <a:off x="4773168" y="5943600"/>
            <a:ext cx="182880" cy="182880"/>
          </a:xfrm>
          <a:prstGeom prst="rect">
            <a:avLst/>
          </a:prstGeom>
          <a:solidFill>
            <a:srgbClr val="E3E7EB"/>
          </a:solidFill>
          <a:ln>
            <a:noFill/>
          </a:ln>
          <a:effectLst/>
        </p:spPr>
        <p:txBody>
          <a:bodyPr rtlCol="0" anchor="ctr" wrap="square" lIns="0" rIns="0" tIns="0" bIns="0"/>
          <a:lstStyle/>
          <a:p>
            <a:pPr algn="ctr"/>
          </a:p>
        </p:txBody>
      </p:sp>
      <p:sp>
        <p:nvSpPr>
          <p:cNvPr id="36" name="TextBox 35"/>
          <p:cNvSpPr txBox="1"/>
          <p:nvPr/>
        </p:nvSpPr>
        <p:spPr>
          <a:xfrm>
            <a:off x="504748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Planned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RESULTS TO DATE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From watching the cell to closing the ANDON</a:t>
            </a:r>
          </a:p>
        </p:txBody>
      </p:sp>
      <p:sp>
        <p:nvSpPr>
          <p:cNvPr id="7" name="Rectangle 6"/>
          <p:cNvSpPr/>
          <p:nvPr/>
        </p:nvSpPr>
        <p:spPr>
          <a:xfrm>
            <a:off x="457200"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8" name="TextBox 7"/>
          <p:cNvSpPr txBox="1"/>
          <p:nvPr/>
        </p:nvSpPr>
        <p:spPr>
          <a:xfrm>
            <a:off x="731520"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8</a:t>
            </a:r>
          </a:p>
          <a:p>
            <a:pPr>
              <a:lnSpc>
                <a:spcPct val="114000"/>
              </a:lnSpc>
              <a:spcBef>
                <a:spcPts val="1000"/>
              </a:spcBef>
              <a:spcAft>
                <a:spcPts val="0"/>
              </a:spcAft>
            </a:pPr>
            <a:r>
              <a:rPr sz="1250" b="0" i="0">
                <a:solidFill>
                  <a:srgbClr val="C6CDD1"/>
                </a:solidFill>
                <a:latin typeface="Segoe UI"/>
              </a:rPr>
              <a:t>weeks on the floor</a:t>
            </a:r>
          </a:p>
        </p:txBody>
      </p:sp>
      <p:sp>
        <p:nvSpPr>
          <p:cNvPr id="9" name="Rectangle 8"/>
          <p:cNvSpPr/>
          <p:nvPr/>
        </p:nvSpPr>
        <p:spPr>
          <a:xfrm>
            <a:off x="3344418"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10" name="TextBox 9"/>
          <p:cNvSpPr txBox="1"/>
          <p:nvPr/>
        </p:nvSpPr>
        <p:spPr>
          <a:xfrm>
            <a:off x="3618738"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4 of 23</a:t>
            </a:r>
          </a:p>
          <a:p>
            <a:pPr>
              <a:lnSpc>
                <a:spcPct val="114000"/>
              </a:lnSpc>
              <a:spcBef>
                <a:spcPts val="1000"/>
              </a:spcBef>
              <a:spcAft>
                <a:spcPts val="0"/>
              </a:spcAft>
            </a:pPr>
            <a:r>
              <a:rPr sz="1250" b="0" i="0">
                <a:solidFill>
                  <a:srgbClr val="C6CDD1"/>
                </a:solidFill>
                <a:latin typeface="Segoe UI"/>
              </a:rPr>
              <a:t>unsupervised</a:t>
            </a:r>
          </a:p>
        </p:txBody>
      </p:sp>
      <p:sp>
        <p:nvSpPr>
          <p:cNvPr id="11" name="Rectangle 10"/>
          <p:cNvSpPr/>
          <p:nvPr/>
        </p:nvSpPr>
        <p:spPr>
          <a:xfrm>
            <a:off x="6231636"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12" name="TextBox 11"/>
          <p:cNvSpPr txBox="1"/>
          <p:nvPr/>
        </p:nvSpPr>
        <p:spPr>
          <a:xfrm>
            <a:off x="6505956"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12</a:t>
            </a:r>
          </a:p>
          <a:p>
            <a:pPr>
              <a:lnSpc>
                <a:spcPct val="114000"/>
              </a:lnSpc>
              <a:spcBef>
                <a:spcPts val="1000"/>
              </a:spcBef>
              <a:spcAft>
                <a:spcPts val="0"/>
              </a:spcAft>
            </a:pPr>
            <a:r>
              <a:rPr sz="1250" b="0" i="0">
                <a:solidFill>
                  <a:srgbClr val="C6CDD1"/>
                </a:solidFill>
                <a:latin typeface="Segoe UI"/>
              </a:rPr>
              <a:t>in progress</a:t>
            </a:r>
          </a:p>
        </p:txBody>
      </p:sp>
      <p:sp>
        <p:nvSpPr>
          <p:cNvPr id="13" name="Rectangle 12"/>
          <p:cNvSpPr/>
          <p:nvPr/>
        </p:nvSpPr>
        <p:spPr>
          <a:xfrm>
            <a:off x="9118854" y="1956816"/>
            <a:ext cx="2612898" cy="1463040"/>
          </a:xfrm>
          <a:prstGeom prst="rect">
            <a:avLst/>
          </a:prstGeom>
          <a:solidFill>
            <a:srgbClr val="0B2A3E"/>
          </a:solidFill>
          <a:ln>
            <a:noFill/>
          </a:ln>
          <a:effectLst/>
        </p:spPr>
        <p:txBody>
          <a:bodyPr rtlCol="0" anchor="ctr" wrap="square" lIns="0" rIns="0" tIns="0" bIns="0"/>
          <a:lstStyle/>
          <a:p>
            <a:pPr algn="ctr"/>
          </a:p>
        </p:txBody>
      </p:sp>
      <p:sp>
        <p:nvSpPr>
          <p:cNvPr id="14" name="TextBox 13"/>
          <p:cNvSpPr txBox="1"/>
          <p:nvPr/>
        </p:nvSpPr>
        <p:spPr>
          <a:xfrm>
            <a:off x="9393174" y="2212848"/>
            <a:ext cx="2064257" cy="914400"/>
          </a:xfrm>
          <a:prstGeom prst="rect">
            <a:avLst/>
          </a:prstGeom>
          <a:noFill/>
        </p:spPr>
        <p:txBody>
          <a:bodyPr wrap="square" lIns="0" rIns="0" tIns="0" bIns="0" anchor="t">
            <a:spAutoFit/>
          </a:bodyPr>
          <a:lstStyle/>
          <a:p>
            <a:pPr algn="l">
              <a:spcBef>
                <a:spcPts val="0"/>
              </a:spcBef>
              <a:spcAft>
                <a:spcPts val="0"/>
              </a:spcAft>
            </a:pPr>
            <a:r>
              <a:rPr sz="3800" b="1" i="0">
                <a:solidFill>
                  <a:srgbClr val="D5FB00"/>
                </a:solidFill>
                <a:latin typeface="Segoe UI"/>
              </a:rPr>
              <a:t>60%</a:t>
            </a:r>
          </a:p>
          <a:p>
            <a:pPr>
              <a:lnSpc>
                <a:spcPct val="114000"/>
              </a:lnSpc>
              <a:spcBef>
                <a:spcPts val="1000"/>
              </a:spcBef>
              <a:spcAft>
                <a:spcPts val="0"/>
              </a:spcAft>
            </a:pPr>
            <a:r>
              <a:rPr sz="1250" b="0" i="0">
                <a:solidFill>
                  <a:srgbClr val="C6CDD1"/>
                </a:solidFill>
                <a:latin typeface="Segoe UI"/>
              </a:rPr>
              <a:t>on the integration project</a:t>
            </a:r>
          </a:p>
        </p:txBody>
      </p:sp>
      <p:sp>
        <p:nvSpPr>
          <p:cNvPr id="15" name="TextBox 14"/>
          <p:cNvSpPr txBox="1"/>
          <p:nvPr/>
        </p:nvSpPr>
        <p:spPr>
          <a:xfrm>
            <a:off x="457200" y="3858768"/>
            <a:ext cx="11274552" cy="27432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CHANGED IN EIGHT WEEKS</a:t>
            </a:r>
          </a:p>
        </p:txBody>
      </p:sp>
      <p:sp>
        <p:nvSpPr>
          <p:cNvPr id="16" name="TextBox 15"/>
          <p:cNvSpPr txBox="1"/>
          <p:nvPr/>
        </p:nvSpPr>
        <p:spPr>
          <a:xfrm>
            <a:off x="457200" y="4297680"/>
            <a:ext cx="2468880" cy="274320"/>
          </a:xfrm>
          <a:prstGeom prst="rect">
            <a:avLst/>
          </a:prstGeom>
          <a:noFill/>
        </p:spPr>
        <p:txBody>
          <a:bodyPr wrap="square" lIns="0" rIns="0" tIns="0" bIns="0" anchor="t">
            <a:spAutoFit/>
          </a:bodyPr>
          <a:lstStyle/>
          <a:p>
            <a:pPr algn="l">
              <a:spcBef>
                <a:spcPts val="0"/>
              </a:spcBef>
              <a:spcAft>
                <a:spcPts val="0"/>
              </a:spcAft>
            </a:pPr>
            <a:r>
              <a:rPr sz="1350" b="1" i="0">
                <a:solidFill>
                  <a:srgbClr val="FFFFFF"/>
                </a:solidFill>
                <a:latin typeface="Segoe UI"/>
              </a:rPr>
              <a:t>Consumable change</a:t>
            </a:r>
          </a:p>
        </p:txBody>
      </p:sp>
      <p:sp>
        <p:nvSpPr>
          <p:cNvPr id="17" name="TextBox 16"/>
          <p:cNvSpPr txBox="1"/>
          <p:nvPr/>
        </p:nvSpPr>
        <p:spPr>
          <a:xfrm>
            <a:off x="3017520" y="4297680"/>
            <a:ext cx="3657600" cy="274320"/>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I watched someone do it</a:t>
            </a:r>
          </a:p>
        </p:txBody>
      </p:sp>
      <p:sp>
        <p:nvSpPr>
          <p:cNvPr id="18" name="Chevron 17"/>
          <p:cNvSpPr/>
          <p:nvPr/>
        </p:nvSpPr>
        <p:spPr>
          <a:xfrm>
            <a:off x="6858000" y="4325112"/>
            <a:ext cx="146304" cy="146304"/>
          </a:xfrm>
          <a:prstGeom prst="chevron">
            <a:avLst/>
          </a:prstGeom>
          <a:solidFill>
            <a:srgbClr val="D5FB00"/>
          </a:solidFill>
          <a:ln>
            <a:noFill/>
          </a:ln>
          <a:effectLst/>
        </p:spPr>
        <p:txBody>
          <a:bodyPr rtlCol="0" anchor="ctr" wrap="square" lIns="0" rIns="0" tIns="0" bIns="0"/>
          <a:lstStyle/>
          <a:p>
            <a:pPr algn="ctr"/>
          </a:p>
        </p:txBody>
      </p:sp>
      <p:sp>
        <p:nvSpPr>
          <p:cNvPr id="19" name="Chevron 18"/>
          <p:cNvSpPr/>
          <p:nvPr/>
        </p:nvSpPr>
        <p:spPr>
          <a:xfrm>
            <a:off x="6976872" y="4325112"/>
            <a:ext cx="146304" cy="146304"/>
          </a:xfrm>
          <a:prstGeom prst="chevron">
            <a:avLst/>
          </a:prstGeom>
          <a:solidFill>
            <a:srgbClr val="D5FB00"/>
          </a:solidFill>
          <a:ln>
            <a:noFill/>
          </a:ln>
          <a:effectLst/>
        </p:spPr>
        <p:txBody>
          <a:bodyPr rtlCol="0" anchor="ctr" wrap="square" lIns="0" rIns="0" tIns="0" bIns="0"/>
          <a:lstStyle/>
          <a:p>
            <a:pPr algn="ctr"/>
          </a:p>
        </p:txBody>
      </p:sp>
      <p:sp>
        <p:nvSpPr>
          <p:cNvPr id="20" name="TextBox 19"/>
          <p:cNvSpPr txBox="1"/>
          <p:nvPr/>
        </p:nvSpPr>
        <p:spPr>
          <a:xfrm>
            <a:off x="7479792" y="4297680"/>
            <a:ext cx="4251960" cy="274320"/>
          </a:xfrm>
          <a:prstGeom prst="rect">
            <a:avLst/>
          </a:prstGeom>
          <a:noFill/>
        </p:spPr>
        <p:txBody>
          <a:bodyPr wrap="square" lIns="0" rIns="0" tIns="0" bIns="0" anchor="t">
            <a:spAutoFit/>
          </a:bodyPr>
          <a:lstStyle/>
          <a:p>
            <a:pPr algn="l">
              <a:spcBef>
                <a:spcPts val="0"/>
              </a:spcBef>
              <a:spcAft>
                <a:spcPts val="0"/>
              </a:spcAft>
            </a:pPr>
            <a:r>
              <a:rPr sz="1300" b="1" i="0">
                <a:solidFill>
                  <a:srgbClr val="D5FB00"/>
                </a:solidFill>
                <a:latin typeface="Segoe UI"/>
              </a:rPr>
              <a:t>I do it alone</a:t>
            </a:r>
          </a:p>
        </p:txBody>
      </p:sp>
      <p:sp>
        <p:nvSpPr>
          <p:cNvPr id="21" name="Rectangle 20"/>
          <p:cNvSpPr/>
          <p:nvPr/>
        </p:nvSpPr>
        <p:spPr>
          <a:xfrm>
            <a:off x="457200" y="4773168"/>
            <a:ext cx="11274552" cy="7315"/>
          </a:xfrm>
          <a:prstGeom prst="rect">
            <a:avLst/>
          </a:prstGeom>
          <a:solidFill>
            <a:srgbClr val="1B384A"/>
          </a:solidFill>
          <a:ln>
            <a:noFill/>
          </a:ln>
          <a:effectLst/>
        </p:spPr>
        <p:txBody>
          <a:bodyPr rtlCol="0" anchor="ctr" wrap="square" lIns="0" rIns="0" tIns="0" bIns="0"/>
          <a:lstStyle/>
          <a:p>
            <a:pPr algn="ctr"/>
          </a:p>
        </p:txBody>
      </p:sp>
      <p:sp>
        <p:nvSpPr>
          <p:cNvPr id="22" name="TextBox 21"/>
          <p:cNvSpPr txBox="1"/>
          <p:nvPr/>
        </p:nvSpPr>
        <p:spPr>
          <a:xfrm>
            <a:off x="457200" y="5084064"/>
            <a:ext cx="2468880" cy="274320"/>
          </a:xfrm>
          <a:prstGeom prst="rect">
            <a:avLst/>
          </a:prstGeom>
          <a:noFill/>
        </p:spPr>
        <p:txBody>
          <a:bodyPr wrap="square" lIns="0" rIns="0" tIns="0" bIns="0" anchor="t">
            <a:spAutoFit/>
          </a:bodyPr>
          <a:lstStyle/>
          <a:p>
            <a:pPr algn="l">
              <a:spcBef>
                <a:spcPts val="0"/>
              </a:spcBef>
              <a:spcAft>
                <a:spcPts val="0"/>
              </a:spcAft>
            </a:pPr>
            <a:r>
              <a:rPr sz="1350" b="1" i="0">
                <a:solidFill>
                  <a:srgbClr val="FFFFFF"/>
                </a:solidFill>
                <a:latin typeface="Segoe UI"/>
              </a:rPr>
              <a:t>Welding symbols</a:t>
            </a:r>
          </a:p>
        </p:txBody>
      </p:sp>
      <p:sp>
        <p:nvSpPr>
          <p:cNvPr id="23" name="TextBox 22"/>
          <p:cNvSpPr txBox="1"/>
          <p:nvPr/>
        </p:nvSpPr>
        <p:spPr>
          <a:xfrm>
            <a:off x="3017520" y="5084064"/>
            <a:ext cx="3657600" cy="274320"/>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I could not read a joint callout</a:t>
            </a:r>
          </a:p>
        </p:txBody>
      </p:sp>
      <p:sp>
        <p:nvSpPr>
          <p:cNvPr id="24" name="Chevron 23"/>
          <p:cNvSpPr/>
          <p:nvPr/>
        </p:nvSpPr>
        <p:spPr>
          <a:xfrm>
            <a:off x="6858000" y="5111496"/>
            <a:ext cx="146304" cy="146304"/>
          </a:xfrm>
          <a:prstGeom prst="chevron">
            <a:avLst/>
          </a:prstGeom>
          <a:solidFill>
            <a:srgbClr val="D5FB00"/>
          </a:solidFill>
          <a:ln>
            <a:noFill/>
          </a:ln>
          <a:effectLst/>
        </p:spPr>
        <p:txBody>
          <a:bodyPr rtlCol="0" anchor="ctr" wrap="square" lIns="0" rIns="0" tIns="0" bIns="0"/>
          <a:lstStyle/>
          <a:p>
            <a:pPr algn="ctr"/>
          </a:p>
        </p:txBody>
      </p:sp>
      <p:sp>
        <p:nvSpPr>
          <p:cNvPr id="25" name="Chevron 24"/>
          <p:cNvSpPr/>
          <p:nvPr/>
        </p:nvSpPr>
        <p:spPr>
          <a:xfrm>
            <a:off x="6976872" y="5111496"/>
            <a:ext cx="146304" cy="146304"/>
          </a:xfrm>
          <a:prstGeom prst="chevron">
            <a:avLst/>
          </a:prstGeom>
          <a:solidFill>
            <a:srgbClr val="D5FB00"/>
          </a:solidFill>
          <a:ln>
            <a:noFill/>
          </a:ln>
          <a:effectLst/>
        </p:spPr>
        <p:txBody>
          <a:bodyPr rtlCol="0" anchor="ctr" wrap="square" lIns="0" rIns="0" tIns="0" bIns="0"/>
          <a:lstStyle/>
          <a:p>
            <a:pPr algn="ctr"/>
          </a:p>
        </p:txBody>
      </p:sp>
      <p:sp>
        <p:nvSpPr>
          <p:cNvPr id="26" name="TextBox 25"/>
          <p:cNvSpPr txBox="1"/>
          <p:nvPr/>
        </p:nvSpPr>
        <p:spPr>
          <a:xfrm>
            <a:off x="7479792" y="5084064"/>
            <a:ext cx="4251960" cy="274320"/>
          </a:xfrm>
          <a:prstGeom prst="rect">
            <a:avLst/>
          </a:prstGeom>
          <a:noFill/>
        </p:spPr>
        <p:txBody>
          <a:bodyPr wrap="square" lIns="0" rIns="0" tIns="0" bIns="0" anchor="t">
            <a:spAutoFit/>
          </a:bodyPr>
          <a:lstStyle/>
          <a:p>
            <a:pPr algn="l">
              <a:spcBef>
                <a:spcPts val="0"/>
              </a:spcBef>
              <a:spcAft>
                <a:spcPts val="0"/>
              </a:spcAft>
            </a:pPr>
            <a:r>
              <a:rPr sz="1300" b="1" i="0">
                <a:solidFill>
                  <a:srgbClr val="D5FB00"/>
                </a:solidFill>
                <a:latin typeface="Segoe UI"/>
              </a:rPr>
              <a:t>I read the print and find the joint</a:t>
            </a:r>
          </a:p>
        </p:txBody>
      </p:sp>
      <p:sp>
        <p:nvSpPr>
          <p:cNvPr id="27" name="Rectangle 26"/>
          <p:cNvSpPr/>
          <p:nvPr/>
        </p:nvSpPr>
        <p:spPr>
          <a:xfrm>
            <a:off x="457200" y="5559552"/>
            <a:ext cx="11274552" cy="7315"/>
          </a:xfrm>
          <a:prstGeom prst="rect">
            <a:avLst/>
          </a:prstGeom>
          <a:solidFill>
            <a:srgbClr val="1B384A"/>
          </a:solidFill>
          <a:ln>
            <a:noFill/>
          </a:ln>
          <a:effectLst/>
        </p:spPr>
        <p:txBody>
          <a:bodyPr rtlCol="0" anchor="ctr" wrap="square" lIns="0" rIns="0" tIns="0" bIns="0"/>
          <a:lstStyle/>
          <a:p>
            <a:pPr algn="ctr"/>
          </a:p>
        </p:txBody>
      </p:sp>
      <p:sp>
        <p:nvSpPr>
          <p:cNvPr id="28" name="TextBox 27"/>
          <p:cNvSpPr txBox="1"/>
          <p:nvPr/>
        </p:nvSpPr>
        <p:spPr>
          <a:xfrm>
            <a:off x="457200" y="5870448"/>
            <a:ext cx="2468880" cy="274320"/>
          </a:xfrm>
          <a:prstGeom prst="rect">
            <a:avLst/>
          </a:prstGeom>
          <a:noFill/>
        </p:spPr>
        <p:txBody>
          <a:bodyPr wrap="square" lIns="0" rIns="0" tIns="0" bIns="0" anchor="t">
            <a:spAutoFit/>
          </a:bodyPr>
          <a:lstStyle/>
          <a:p>
            <a:pPr algn="l">
              <a:spcBef>
                <a:spcPts val="0"/>
              </a:spcBef>
              <a:spcAft>
                <a:spcPts val="0"/>
              </a:spcAft>
            </a:pPr>
            <a:r>
              <a:rPr sz="1350" b="1" i="0">
                <a:solidFill>
                  <a:srgbClr val="FFFFFF"/>
                </a:solidFill>
                <a:latin typeface="Segoe UI"/>
              </a:rPr>
              <a:t>ANDON</a:t>
            </a:r>
          </a:p>
        </p:txBody>
      </p:sp>
      <p:sp>
        <p:nvSpPr>
          <p:cNvPr id="29" name="TextBox 28"/>
          <p:cNvSpPr txBox="1"/>
          <p:nvPr/>
        </p:nvSpPr>
        <p:spPr>
          <a:xfrm>
            <a:off x="3017520" y="5870448"/>
            <a:ext cx="3657600" cy="274320"/>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I was the one who called it in</a:t>
            </a:r>
          </a:p>
        </p:txBody>
      </p:sp>
      <p:sp>
        <p:nvSpPr>
          <p:cNvPr id="30" name="Chevron 29"/>
          <p:cNvSpPr/>
          <p:nvPr/>
        </p:nvSpPr>
        <p:spPr>
          <a:xfrm>
            <a:off x="6858000" y="5897880"/>
            <a:ext cx="146304" cy="146304"/>
          </a:xfrm>
          <a:prstGeom prst="chevron">
            <a:avLst/>
          </a:prstGeom>
          <a:solidFill>
            <a:srgbClr val="D5FB00"/>
          </a:solidFill>
          <a:ln>
            <a:noFill/>
          </a:ln>
          <a:effectLst/>
        </p:spPr>
        <p:txBody>
          <a:bodyPr rtlCol="0" anchor="ctr" wrap="square" lIns="0" rIns="0" tIns="0" bIns="0"/>
          <a:lstStyle/>
          <a:p>
            <a:pPr algn="ctr"/>
          </a:p>
        </p:txBody>
      </p:sp>
      <p:sp>
        <p:nvSpPr>
          <p:cNvPr id="31" name="Chevron 30"/>
          <p:cNvSpPr/>
          <p:nvPr/>
        </p:nvSpPr>
        <p:spPr>
          <a:xfrm>
            <a:off x="6976872" y="5897880"/>
            <a:ext cx="146304" cy="146304"/>
          </a:xfrm>
          <a:prstGeom prst="chevron">
            <a:avLst/>
          </a:prstGeom>
          <a:solidFill>
            <a:srgbClr val="D5FB00"/>
          </a:solidFill>
          <a:ln>
            <a:noFill/>
          </a:ln>
          <a:effectLst/>
        </p:spPr>
        <p:txBody>
          <a:bodyPr rtlCol="0" anchor="ctr" wrap="square" lIns="0" rIns="0" tIns="0" bIns="0"/>
          <a:lstStyle/>
          <a:p>
            <a:pPr algn="ctr"/>
          </a:p>
        </p:txBody>
      </p:sp>
      <p:sp>
        <p:nvSpPr>
          <p:cNvPr id="32" name="TextBox 31"/>
          <p:cNvSpPr txBox="1"/>
          <p:nvPr/>
        </p:nvSpPr>
        <p:spPr>
          <a:xfrm>
            <a:off x="7479792" y="5870448"/>
            <a:ext cx="4251960" cy="274320"/>
          </a:xfrm>
          <a:prstGeom prst="rect">
            <a:avLst/>
          </a:prstGeom>
          <a:noFill/>
        </p:spPr>
        <p:txBody>
          <a:bodyPr wrap="square" lIns="0" rIns="0" tIns="0" bIns="0" anchor="t">
            <a:spAutoFit/>
          </a:bodyPr>
          <a:lstStyle/>
          <a:p>
            <a:pPr algn="l">
              <a:spcBef>
                <a:spcPts val="0"/>
              </a:spcBef>
              <a:spcAft>
                <a:spcPts val="0"/>
              </a:spcAft>
            </a:pPr>
            <a:r>
              <a:rPr sz="1300" b="1" i="0">
                <a:solidFill>
                  <a:srgbClr val="D5FB00"/>
                </a:solidFill>
                <a:latin typeface="Segoe UI"/>
              </a:rPr>
              <a:t>I am the one who closes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I NEED FROM YOU</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commitments, and none of them cost money</a:t>
            </a:r>
          </a:p>
        </p:txBody>
      </p:sp>
      <p:sp>
        <p:nvSpPr>
          <p:cNvPr id="7" name="TextBox 6"/>
          <p:cNvSpPr txBox="1"/>
          <p:nvPr/>
        </p:nvSpPr>
        <p:spPr>
          <a:xfrm>
            <a:off x="1078992" y="2103120"/>
            <a:ext cx="475488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COMMITMENT</a:t>
            </a:r>
          </a:p>
        </p:txBody>
      </p:sp>
      <p:sp>
        <p:nvSpPr>
          <p:cNvPr id="8" name="TextBox 7"/>
          <p:cNvSpPr txBox="1"/>
          <p:nvPr/>
        </p:nvSpPr>
        <p:spPr>
          <a:xfrm>
            <a:off x="6217920" y="2103120"/>
            <a:ext cx="329184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WHAT I NEED</a:t>
            </a:r>
          </a:p>
        </p:txBody>
      </p:sp>
      <p:sp>
        <p:nvSpPr>
          <p:cNvPr id="9" name="TextBox 8"/>
          <p:cNvSpPr txBox="1"/>
          <p:nvPr/>
        </p:nvSpPr>
        <p:spPr>
          <a:xfrm>
            <a:off x="9966960" y="2103120"/>
            <a:ext cx="173736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WHEN</a:t>
            </a:r>
          </a:p>
        </p:txBody>
      </p:sp>
      <p:sp>
        <p:nvSpPr>
          <p:cNvPr id="10" name="Rectangle 9"/>
          <p:cNvSpPr/>
          <p:nvPr/>
        </p:nvSpPr>
        <p:spPr>
          <a:xfrm>
            <a:off x="457200" y="2331720"/>
            <a:ext cx="11274552" cy="896112"/>
          </a:xfrm>
          <a:prstGeom prst="rect">
            <a:avLst/>
          </a:prstGeom>
          <a:solidFill>
            <a:srgbClr val="F4F6F7"/>
          </a:solidFill>
          <a:ln>
            <a:noFill/>
          </a:ln>
          <a:effectLst/>
        </p:spPr>
        <p:txBody>
          <a:bodyPr rtlCol="0" anchor="ctr" wrap="square" lIns="0" rIns="0" tIns="0" bIns="0"/>
          <a:lstStyle/>
          <a:p>
            <a:pPr algn="ctr"/>
          </a:p>
        </p:txBody>
      </p:sp>
      <p:sp>
        <p:nvSpPr>
          <p:cNvPr id="11" name="Oval 10"/>
          <p:cNvSpPr/>
          <p:nvPr/>
        </p:nvSpPr>
        <p:spPr>
          <a:xfrm>
            <a:off x="566928" y="25603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1</a:t>
            </a:r>
          </a:p>
        </p:txBody>
      </p:sp>
      <p:sp>
        <p:nvSpPr>
          <p:cNvPr id="12" name="TextBox 11"/>
          <p:cNvSpPr txBox="1"/>
          <p:nvPr/>
        </p:nvSpPr>
        <p:spPr>
          <a:xfrm>
            <a:off x="1078992" y="24505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Sit the Level I written exam</a:t>
            </a:r>
          </a:p>
          <a:p>
            <a:pPr>
              <a:spcBef>
                <a:spcPts val="400"/>
              </a:spcBef>
              <a:spcAft>
                <a:spcPts val="0"/>
              </a:spcAft>
            </a:pPr>
            <a:r>
              <a:rPr sz="1100" b="0" i="0">
                <a:solidFill>
                  <a:srgbClr val="0033A0"/>
                </a:solidFill>
                <a:latin typeface="Segoe UI"/>
              </a:rPr>
              <a:t>Validates Level I</a:t>
            </a:r>
          </a:p>
        </p:txBody>
      </p:sp>
      <p:sp>
        <p:nvSpPr>
          <p:cNvPr id="13" name="TextBox 12"/>
          <p:cNvSpPr txBox="1"/>
          <p:nvPr/>
        </p:nvSpPr>
        <p:spPr>
          <a:xfrm>
            <a:off x="6217920" y="25786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 date on the calendar</a:t>
            </a:r>
          </a:p>
        </p:txBody>
      </p:sp>
      <p:sp>
        <p:nvSpPr>
          <p:cNvPr id="14" name="TextBox 13"/>
          <p:cNvSpPr txBox="1"/>
          <p:nvPr/>
        </p:nvSpPr>
        <p:spPr>
          <a:xfrm>
            <a:off x="9966960" y="25786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October</a:t>
            </a:r>
          </a:p>
        </p:txBody>
      </p:sp>
      <p:sp>
        <p:nvSpPr>
          <p:cNvPr id="15" name="Oval 14"/>
          <p:cNvSpPr/>
          <p:nvPr/>
        </p:nvSpPr>
        <p:spPr>
          <a:xfrm>
            <a:off x="566928" y="34747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2</a:t>
            </a:r>
          </a:p>
        </p:txBody>
      </p:sp>
      <p:sp>
        <p:nvSpPr>
          <p:cNvPr id="16" name="TextBox 15"/>
          <p:cNvSpPr txBox="1"/>
          <p:nvPr/>
        </p:nvSpPr>
        <p:spPr>
          <a:xfrm>
            <a:off x="1078992" y="33649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Document parameter validations vs. the WPS</a:t>
            </a:r>
          </a:p>
          <a:p>
            <a:pPr>
              <a:spcBef>
                <a:spcPts val="400"/>
              </a:spcBef>
              <a:spcAft>
                <a:spcPts val="0"/>
              </a:spcAft>
            </a:pPr>
            <a:r>
              <a:rPr sz="1100" b="0" i="0">
                <a:solidFill>
                  <a:srgbClr val="0033A0"/>
                </a:solidFill>
                <a:latin typeface="Segoe UI"/>
              </a:rPr>
              <a:t>Closes Level L</a:t>
            </a:r>
          </a:p>
        </p:txBody>
      </p:sp>
      <p:sp>
        <p:nvSpPr>
          <p:cNvPr id="17" name="TextBox 16"/>
          <p:cNvSpPr txBox="1"/>
          <p:nvPr/>
        </p:nvSpPr>
        <p:spPr>
          <a:xfrm>
            <a:off x="6217920" y="34930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Access to the parameter sheets</a:t>
            </a:r>
          </a:p>
        </p:txBody>
      </p:sp>
      <p:sp>
        <p:nvSpPr>
          <p:cNvPr id="18" name="TextBox 17"/>
          <p:cNvSpPr txBox="1"/>
          <p:nvPr/>
        </p:nvSpPr>
        <p:spPr>
          <a:xfrm>
            <a:off x="9966960" y="34930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 – Nov</a:t>
            </a:r>
          </a:p>
        </p:txBody>
      </p:sp>
      <p:sp>
        <p:nvSpPr>
          <p:cNvPr id="19" name="Rectangle 18"/>
          <p:cNvSpPr/>
          <p:nvPr/>
        </p:nvSpPr>
        <p:spPr>
          <a:xfrm>
            <a:off x="457200" y="4160520"/>
            <a:ext cx="11274552" cy="896112"/>
          </a:xfrm>
          <a:prstGeom prst="rect">
            <a:avLst/>
          </a:prstGeom>
          <a:solidFill>
            <a:srgbClr val="F4F6F7"/>
          </a:solidFill>
          <a:ln>
            <a:noFill/>
          </a:ln>
          <a:effectLst/>
        </p:spPr>
        <p:txBody>
          <a:bodyPr rtlCol="0" anchor="ctr" wrap="square" lIns="0" rIns="0" tIns="0" bIns="0"/>
          <a:lstStyle/>
          <a:p>
            <a:pPr algn="ctr"/>
          </a:p>
        </p:txBody>
      </p:sp>
      <p:sp>
        <p:nvSpPr>
          <p:cNvPr id="20" name="Oval 19"/>
          <p:cNvSpPr/>
          <p:nvPr/>
        </p:nvSpPr>
        <p:spPr>
          <a:xfrm>
            <a:off x="566928" y="43891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3</a:t>
            </a:r>
          </a:p>
        </p:txBody>
      </p:sp>
      <p:sp>
        <p:nvSpPr>
          <p:cNvPr id="21" name="TextBox 20"/>
          <p:cNvSpPr txBox="1"/>
          <p:nvPr/>
        </p:nvSpPr>
        <p:spPr>
          <a:xfrm>
            <a:off x="1078992" y="42793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Create one welding program in SKS, supervised</a:t>
            </a:r>
          </a:p>
          <a:p>
            <a:pPr>
              <a:spcBef>
                <a:spcPts val="400"/>
              </a:spcBef>
              <a:spcAft>
                <a:spcPts val="0"/>
              </a:spcAft>
            </a:pPr>
            <a:r>
              <a:rPr sz="1100" b="0" i="0">
                <a:solidFill>
                  <a:srgbClr val="0033A0"/>
                </a:solidFill>
                <a:latin typeface="Segoe UI"/>
              </a:rPr>
              <a:t>Opens Level U</a:t>
            </a:r>
          </a:p>
        </p:txBody>
      </p:sp>
      <p:sp>
        <p:nvSpPr>
          <p:cNvPr id="22" name="TextBox 21"/>
          <p:cNvSpPr txBox="1"/>
          <p:nvPr/>
        </p:nvSpPr>
        <p:spPr>
          <a:xfrm>
            <a:off x="6217920" y="44074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Cell time and supervision</a:t>
            </a:r>
          </a:p>
        </p:txBody>
      </p:sp>
      <p:sp>
        <p:nvSpPr>
          <p:cNvPr id="23" name="TextBox 22"/>
          <p:cNvSpPr txBox="1"/>
          <p:nvPr/>
        </p:nvSpPr>
        <p:spPr>
          <a:xfrm>
            <a:off x="9966960" y="44074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November</a:t>
            </a:r>
          </a:p>
        </p:txBody>
      </p:sp>
      <p:sp>
        <p:nvSpPr>
          <p:cNvPr id="24" name="Oval 23"/>
          <p:cNvSpPr/>
          <p:nvPr/>
        </p:nvSpPr>
        <p:spPr>
          <a:xfrm>
            <a:off x="566928" y="53035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4</a:t>
            </a:r>
          </a:p>
        </p:txBody>
      </p:sp>
      <p:sp>
        <p:nvSpPr>
          <p:cNvPr id="25" name="TextBox 24"/>
          <p:cNvSpPr txBox="1"/>
          <p:nvPr/>
        </p:nvSpPr>
        <p:spPr>
          <a:xfrm>
            <a:off x="1078992" y="51937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Take one improvement idea to implementation</a:t>
            </a:r>
          </a:p>
          <a:p>
            <a:pPr>
              <a:spcBef>
                <a:spcPts val="400"/>
              </a:spcBef>
              <a:spcAft>
                <a:spcPts val="0"/>
              </a:spcAft>
            </a:pPr>
            <a:r>
              <a:rPr sz="1100" b="0" i="0">
                <a:solidFill>
                  <a:srgbClr val="0033A0"/>
                </a:solidFill>
                <a:latin typeface="Segoe UI"/>
              </a:rPr>
              <a:t>First Level O evidence</a:t>
            </a:r>
          </a:p>
        </p:txBody>
      </p:sp>
      <p:sp>
        <p:nvSpPr>
          <p:cNvPr id="26" name="TextBox 25"/>
          <p:cNvSpPr txBox="1"/>
          <p:nvPr/>
        </p:nvSpPr>
        <p:spPr>
          <a:xfrm>
            <a:off x="6217920" y="53218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 sponsor for the idea</a:t>
            </a:r>
          </a:p>
        </p:txBody>
      </p:sp>
      <p:sp>
        <p:nvSpPr>
          <p:cNvPr id="27" name="TextBox 26"/>
          <p:cNvSpPr txBox="1"/>
          <p:nvPr/>
        </p:nvSpPr>
        <p:spPr>
          <a:xfrm>
            <a:off x="9966960" y="53218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 – Dec</a:t>
            </a:r>
          </a:p>
        </p:txBody>
      </p:sp>
      <p:sp>
        <p:nvSpPr>
          <p:cNvPr id="28" name="TextBox 27"/>
          <p:cNvSpPr txBox="1"/>
          <p:nvPr/>
        </p:nvSpPr>
        <p:spPr>
          <a:xfrm>
            <a:off x="457200" y="6199632"/>
            <a:ext cx="11274552" cy="274320"/>
          </a:xfrm>
          <a:prstGeom prst="rect">
            <a:avLst/>
          </a:prstGeom>
          <a:noFill/>
        </p:spPr>
        <p:txBody>
          <a:bodyPr wrap="square" lIns="0" rIns="0" tIns="0" bIns="0" anchor="t">
            <a:spAutoFit/>
          </a:bodyPr>
          <a:lstStyle/>
          <a:p>
            <a:pPr algn="l">
              <a:spcBef>
                <a:spcPts val="0"/>
              </a:spcBef>
              <a:spcAft>
                <a:spcPts val="0"/>
              </a:spcAft>
            </a:pPr>
            <a:r>
              <a:rPr sz="1400" b="1" i="0">
                <a:solidFill>
                  <a:srgbClr val="051C2C"/>
                </a:solidFill>
                <a:latin typeface="Segoe UI"/>
              </a:rPr>
              <a:t>Approve these four and I finish the program certified, not just experienced.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CONCLUSIONS</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Informally capable now, certified by January</a:t>
            </a:r>
          </a:p>
        </p:txBody>
      </p:sp>
      <p:sp>
        <p:nvSpPr>
          <p:cNvPr id="7" name="TextBox 6"/>
          <p:cNvSpPr txBox="1"/>
          <p:nvPr/>
        </p:nvSpPr>
        <p:spPr>
          <a:xfrm>
            <a:off x="457200" y="2066543"/>
            <a:ext cx="822960" cy="457200"/>
          </a:xfrm>
          <a:prstGeom prst="rect">
            <a:avLst/>
          </a:prstGeom>
          <a:noFill/>
        </p:spPr>
        <p:txBody>
          <a:bodyPr wrap="square" lIns="0" rIns="0" tIns="0" bIns="0" anchor="t">
            <a:spAutoFit/>
          </a:bodyPr>
          <a:lstStyle/>
          <a:p>
            <a:pPr algn="l">
              <a:spcBef>
                <a:spcPts val="0"/>
              </a:spcBef>
              <a:spcAft>
                <a:spcPts val="0"/>
              </a:spcAft>
            </a:pPr>
            <a:r>
              <a:rPr sz="2800" b="1" i="0">
                <a:solidFill>
                  <a:srgbClr val="D5FB00"/>
                </a:solidFill>
                <a:latin typeface="Segoe UI"/>
              </a:rPr>
              <a:t>01</a:t>
            </a:r>
          </a:p>
        </p:txBody>
      </p:sp>
      <p:sp>
        <p:nvSpPr>
          <p:cNvPr id="8" name="TextBox 7"/>
          <p:cNvSpPr txBox="1"/>
          <p:nvPr/>
        </p:nvSpPr>
        <p:spPr>
          <a:xfrm>
            <a:off x="1389888" y="2121408"/>
            <a:ext cx="987552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Segoe UI"/>
              </a:rPr>
              <a:t>I am real at Level L, and honest about Level I.</a:t>
            </a:r>
          </a:p>
        </p:txBody>
      </p:sp>
      <p:sp>
        <p:nvSpPr>
          <p:cNvPr id="9" name="TextBox 8"/>
          <p:cNvSpPr txBox="1"/>
          <p:nvPr/>
        </p:nvSpPr>
        <p:spPr>
          <a:xfrm>
            <a:off x="457200" y="3200400"/>
            <a:ext cx="822960" cy="457200"/>
          </a:xfrm>
          <a:prstGeom prst="rect">
            <a:avLst/>
          </a:prstGeom>
          <a:noFill/>
        </p:spPr>
        <p:txBody>
          <a:bodyPr wrap="square" lIns="0" rIns="0" tIns="0" bIns="0" anchor="t">
            <a:spAutoFit/>
          </a:bodyPr>
          <a:lstStyle/>
          <a:p>
            <a:pPr algn="l">
              <a:spcBef>
                <a:spcPts val="0"/>
              </a:spcBef>
              <a:spcAft>
                <a:spcPts val="0"/>
              </a:spcAft>
            </a:pPr>
            <a:r>
              <a:rPr sz="2800" b="1" i="0">
                <a:solidFill>
                  <a:srgbClr val="D5FB00"/>
                </a:solidFill>
                <a:latin typeface="Segoe UI"/>
              </a:rPr>
              <a:t>02</a:t>
            </a:r>
          </a:p>
        </p:txBody>
      </p:sp>
      <p:sp>
        <p:nvSpPr>
          <p:cNvPr id="10" name="TextBox 9"/>
          <p:cNvSpPr txBox="1"/>
          <p:nvPr/>
        </p:nvSpPr>
        <p:spPr>
          <a:xfrm>
            <a:off x="1389888" y="3255264"/>
            <a:ext cx="987552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Segoe UI"/>
              </a:rPr>
              <a:t>The floor taught me faster than the schedule would have.</a:t>
            </a:r>
          </a:p>
        </p:txBody>
      </p:sp>
      <p:sp>
        <p:nvSpPr>
          <p:cNvPr id="11" name="TextBox 10"/>
          <p:cNvSpPr txBox="1"/>
          <p:nvPr/>
        </p:nvSpPr>
        <p:spPr>
          <a:xfrm>
            <a:off x="457200" y="4334256"/>
            <a:ext cx="822960" cy="457200"/>
          </a:xfrm>
          <a:prstGeom prst="rect">
            <a:avLst/>
          </a:prstGeom>
          <a:noFill/>
        </p:spPr>
        <p:txBody>
          <a:bodyPr wrap="square" lIns="0" rIns="0" tIns="0" bIns="0" anchor="t">
            <a:spAutoFit/>
          </a:bodyPr>
          <a:lstStyle/>
          <a:p>
            <a:pPr algn="l">
              <a:spcBef>
                <a:spcPts val="0"/>
              </a:spcBef>
              <a:spcAft>
                <a:spcPts val="0"/>
              </a:spcAft>
            </a:pPr>
            <a:r>
              <a:rPr sz="2800" b="1" i="0">
                <a:solidFill>
                  <a:srgbClr val="D5FB00"/>
                </a:solidFill>
                <a:latin typeface="Segoe UI"/>
              </a:rPr>
              <a:t>03</a:t>
            </a:r>
          </a:p>
        </p:txBody>
      </p:sp>
      <p:sp>
        <p:nvSpPr>
          <p:cNvPr id="12" name="TextBox 11"/>
          <p:cNvSpPr txBox="1"/>
          <p:nvPr/>
        </p:nvSpPr>
        <p:spPr>
          <a:xfrm>
            <a:off x="1389888" y="4389120"/>
            <a:ext cx="987552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Segoe UI"/>
              </a:rPr>
              <a:t>Fourteen weeks left, and a plan for them.</a:t>
            </a:r>
          </a:p>
        </p:txBody>
      </p:sp>
      <p:sp>
        <p:nvSpPr>
          <p:cNvPr id="13" name="Rectangle 12"/>
          <p:cNvSpPr/>
          <p:nvPr/>
        </p:nvSpPr>
        <p:spPr>
          <a:xfrm>
            <a:off x="457200" y="5687568"/>
            <a:ext cx="11274552" cy="18288"/>
          </a:xfrm>
          <a:prstGeom prst="rect">
            <a:avLst/>
          </a:prstGeom>
          <a:solidFill>
            <a:srgbClr val="1B384A"/>
          </a:solidFill>
          <a:ln>
            <a:noFill/>
          </a:ln>
          <a:effectLst/>
        </p:spPr>
        <p:txBody>
          <a:bodyPr rtlCol="0" anchor="ctr" wrap="square" lIns="0" rIns="0" tIns="0" bIns="0"/>
          <a:lstStyle/>
          <a:p>
            <a:pPr algn="ctr"/>
          </a:p>
        </p:txBody>
      </p:sp>
      <p:sp>
        <p:nvSpPr>
          <p:cNvPr id="14" name="TextBox 13"/>
          <p:cNvSpPr txBox="1"/>
          <p:nvPr/>
        </p:nvSpPr>
        <p:spPr>
          <a:xfrm>
            <a:off x="457200" y="5907024"/>
            <a:ext cx="11274552" cy="310896"/>
          </a:xfrm>
          <a:prstGeom prst="rect">
            <a:avLst/>
          </a:prstGeom>
          <a:noFill/>
        </p:spPr>
        <p:txBody>
          <a:bodyPr wrap="square" lIns="0" rIns="0" tIns="0" bIns="0" anchor="t">
            <a:spAutoFit/>
          </a:bodyPr>
          <a:lstStyle/>
          <a:p>
            <a:pPr algn="l">
              <a:spcBef>
                <a:spcPts val="0"/>
              </a:spcBef>
              <a:spcAft>
                <a:spcPts val="0"/>
              </a:spcAft>
            </a:pPr>
            <a:r>
              <a:rPr sz="1700" b="1" i="1">
                <a:solidFill>
                  <a:srgbClr val="D5FB00"/>
                </a:solidFill>
                <a:latin typeface="Segoe UI"/>
              </a:rPr>
              <a:t>Trust first, then the torch. That is how I read WIN.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572768"/>
            <a:ext cx="12191695" cy="731520"/>
          </a:xfrm>
          <a:prstGeom prst="rect">
            <a:avLst/>
          </a:prstGeom>
          <a:noFill/>
        </p:spPr>
        <p:txBody>
          <a:bodyPr wrap="square" lIns="0" rIns="0" tIns="0" bIns="0" anchor="t">
            <a:spAutoFit/>
          </a:bodyPr>
          <a:lstStyle/>
          <a:p>
            <a:pPr algn="ctr">
              <a:spcBef>
                <a:spcPts val="0"/>
              </a:spcBef>
              <a:spcAft>
                <a:spcPts val="0"/>
              </a:spcAft>
            </a:pPr>
            <a:r>
              <a:rPr sz="4400" b="1" i="0">
                <a:solidFill>
                  <a:srgbClr val="FFFFFF"/>
                </a:solidFill>
                <a:latin typeface="Segoe UI"/>
              </a:rPr>
              <a:t>Thank you</a:t>
            </a:r>
          </a:p>
        </p:txBody>
      </p:sp>
      <p:sp>
        <p:nvSpPr>
          <p:cNvPr id="3" name="TextBox 2"/>
          <p:cNvSpPr txBox="1"/>
          <p:nvPr/>
        </p:nvSpPr>
        <p:spPr>
          <a:xfrm>
            <a:off x="0" y="2395728"/>
            <a:ext cx="12191695" cy="310896"/>
          </a:xfrm>
          <a:prstGeom prst="rect">
            <a:avLst/>
          </a:prstGeom>
          <a:noFill/>
        </p:spPr>
        <p:txBody>
          <a:bodyPr wrap="square" lIns="0" rIns="0" tIns="0" bIns="0" anchor="t">
            <a:spAutoFit/>
          </a:bodyPr>
          <a:lstStyle/>
          <a:p>
            <a:pPr algn="ctr">
              <a:spcBef>
                <a:spcPts val="0"/>
              </a:spcBef>
              <a:spcAft>
                <a:spcPts val="0"/>
              </a:spcAft>
            </a:pPr>
            <a:r>
              <a:rPr sz="1700" b="1" i="0">
                <a:solidFill>
                  <a:srgbClr val="D5FB00"/>
                </a:solidFill>
                <a:latin typeface="Segoe UI"/>
              </a:rPr>
              <a:t>Questions?</a:t>
            </a:r>
          </a:p>
        </p:txBody>
      </p:sp>
      <p:sp>
        <p:nvSpPr>
          <p:cNvPr id="4" name="TextBox 3"/>
          <p:cNvSpPr txBox="1"/>
          <p:nvPr/>
        </p:nvSpPr>
        <p:spPr>
          <a:xfrm>
            <a:off x="0" y="4169663"/>
            <a:ext cx="12191695" cy="566928"/>
          </a:xfrm>
          <a:prstGeom prst="rect">
            <a:avLst/>
          </a:prstGeom>
          <a:noFill/>
        </p:spPr>
        <p:txBody>
          <a:bodyPr wrap="square" lIns="0" rIns="0" tIns="0" bIns="0" anchor="t">
            <a:spAutoFit/>
          </a:bodyPr>
          <a:lstStyle/>
          <a:p>
            <a:pPr algn="ctr">
              <a:spcBef>
                <a:spcPts val="0"/>
              </a:spcBef>
              <a:spcAft>
                <a:spcPts val="0"/>
              </a:spcAft>
            </a:pPr>
            <a:r>
              <a:rPr sz="1500" b="0" i="0">
                <a:solidFill>
                  <a:srgbClr val="FFFFFF"/>
                </a:solidFill>
                <a:latin typeface="Segoe UI"/>
              </a:rPr>
              <a:t>Diego Adair de León Márquez</a:t>
            </a:r>
          </a:p>
          <a:p>
            <a:pPr algn="ctr">
              <a:spcBef>
                <a:spcPts val="600"/>
              </a:spcBef>
              <a:spcAft>
                <a:spcPts val="0"/>
              </a:spcAft>
            </a:pPr>
            <a:r>
              <a:rPr sz="1150" b="0" i="0">
                <a:solidFill>
                  <a:srgbClr val="C6CDD1"/>
                </a:solidFill>
                <a:latin typeface="Segoe UI"/>
              </a:rPr>
              <a:t>Robotic Welding  ·  Engineering  ·  Tenneco Aguascalientes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theme/theme1.xml><?xml version="1.0" encoding="utf-8"?>
<a:theme xmlns:a="http://schemas.openxmlformats.org/drawingml/2006/main" name="1_White">
  <a:themeElements>
    <a:clrScheme name="Tenneco Color 25">
      <a:dk1>
        <a:srgbClr val="000000"/>
      </a:dk1>
      <a:lt1>
        <a:srgbClr val="FFFFFF"/>
      </a:lt1>
      <a:dk2>
        <a:srgbClr val="051C2C"/>
      </a:dk2>
      <a:lt2>
        <a:srgbClr val="E8EBEC"/>
      </a:lt2>
      <a:accent1>
        <a:srgbClr val="0033A0"/>
      </a:accent1>
      <a:accent2>
        <a:srgbClr val="D5FB00"/>
      </a:accent2>
      <a:accent3>
        <a:srgbClr val="75F0E7"/>
      </a:accent3>
      <a:accent4>
        <a:srgbClr val="001D34"/>
      </a:accent4>
      <a:accent5>
        <a:srgbClr val="C6CDD1"/>
      </a:accent5>
      <a:accent6>
        <a:srgbClr val="0033A0"/>
      </a:accent6>
      <a:hlink>
        <a:srgbClr val="005CA6"/>
      </a:hlink>
      <a:folHlink>
        <a:srgbClr val="00B050"/>
      </a:folHlink>
    </a:clrScheme>
    <a:fontScheme name="Tenneco">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solidFill>
              <a:schemeClr val="accent1"/>
            </a:solidFill>
          </a:defRPr>
        </a:defPPr>
      </a:lstStyle>
      <a:style>
        <a:lnRef idx="1">
          <a:schemeClr val="accent1"/>
        </a:lnRef>
        <a:fillRef idx="3">
          <a:schemeClr val="accent1"/>
        </a:fillRef>
        <a:effectRef idx="2">
          <a:schemeClr val="accent1"/>
        </a:effectRef>
        <a:fontRef idx="minor">
          <a:schemeClr val="lt1"/>
        </a:fontRef>
      </a:style>
    </a:spDef>
    <a:lnDef>
      <a:spPr>
        <a:ln w="12700">
          <a:solidFill>
            <a:schemeClr val="tx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FB157E22-A02F-4FAF-A2FB-73BD9D9D4FFB}" vid="{EF3754FB-E33A-4020-9705-0817439DFC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20B4C10F8A3B04DA4DBE0F0A3904D74" ma:contentTypeVersion="16" ma:contentTypeDescription="Create a new document." ma:contentTypeScope="" ma:versionID="52f2129a391aed5232fef677c67f3900">
  <xsd:schema xmlns:xsd="http://www.w3.org/2001/XMLSchema" xmlns:xs="http://www.w3.org/2001/XMLSchema" xmlns:p="http://schemas.microsoft.com/office/2006/metadata/properties" xmlns:ns3="5c14cc6d-e40f-4b2d-a417-eec04fa8d460" xmlns:ns4="ceee2a82-2205-4a84-b9c6-2fd18c27ec94" targetNamespace="http://schemas.microsoft.com/office/2006/metadata/properties" ma:root="true" ma:fieldsID="f156e9a2547d43c7295749e76bd37f10" ns3:_="" ns4:_="">
    <xsd:import namespace="5c14cc6d-e40f-4b2d-a417-eec04fa8d460"/>
    <xsd:import namespace="ceee2a82-2205-4a84-b9c6-2fd18c27ec94"/>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SystemTags" minOccurs="0"/>
                <xsd:element ref="ns3:MediaServiceGenerationTime" minOccurs="0"/>
                <xsd:element ref="ns3:MediaServiceEventHashCode" minOccurs="0"/>
                <xsd:element ref="ns3:MediaLengthInSeconds" minOccurs="0"/>
                <xsd:element ref="ns3:MediaServiceOCR" minOccurs="0"/>
                <xsd:element ref="ns3:MediaServiceLocation" minOccurs="0"/>
                <xsd:element ref="ns4:SharedWithUsers" minOccurs="0"/>
                <xsd:element ref="ns4:SharedWithDetails" minOccurs="0"/>
                <xsd:element ref="ns4:SharingHintHash" minOccurs="0"/>
                <xsd:element ref="ns3:_activity"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c14cc6d-e40f-4b2d-a417-eec04fa8d4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eee2a82-2205-4a84-b9c6-2fd18c27ec9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SharingHintHash" ma:index="2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5c14cc6d-e40f-4b2d-a417-eec04fa8d46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B66201A-1EA5-482A-9784-C5B52D8AB3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c14cc6d-e40f-4b2d-a417-eec04fa8d460"/>
    <ds:schemaRef ds:uri="ceee2a82-2205-4a84-b9c6-2fd18c27e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85D069B-D1CD-4CA8-B708-14136CD06A0E}">
  <ds:schemaRefs>
    <ds:schemaRef ds:uri="ceee2a82-2205-4a84-b9c6-2fd18c27ec94"/>
    <ds:schemaRef ds:uri="http://schemas.microsoft.com/office/2006/metadata/properties"/>
    <ds:schemaRef ds:uri="http://purl.org/dc/terms/"/>
    <ds:schemaRef ds:uri="http://purl.org/dc/elements/1.1/"/>
    <ds:schemaRef ds:uri="5c14cc6d-e40f-4b2d-a417-eec04fa8d460"/>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A9CD2D24-FE7C-438A-8DC6-540DB83786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Tenneco PPT template.February 2024</Template>
  <TotalTime>4104</TotalTime>
  <Words>575</Words>
  <Application>Microsoft Office PowerPoint</Application>
  <PresentationFormat>Widescreen</PresentationFormat>
  <Paragraphs>295</Paragraphs>
  <Slides>28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vt:lpstr>
      <vt:lpstr>Wingdings</vt:lpstr>
      <vt:lpstr>1_White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Tenneco Enterprise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Neely, Marissa</dc:creator>
  <cp:lastModifiedBy>Canales, Rocio Vianey</cp:lastModifiedBy>
  <cp:revision>27</cp:revision>
  <dcterms:created xsi:type="dcterms:W3CDTF">2025-02-07T15:41:40Z</dcterms:created>
  <dcterms:modified xsi:type="dcterms:W3CDTF">2026-09-11T16:09:19Z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LCID">
    <vt:i4>1033</vt:i4>
  </property>
  <property fmtid="{D5CDD505-2E9C-101B-9397-08002B2CF9AE}" pid="3" name="_Version">
    <vt:lpwstr>12.0.4518</vt:lpwstr>
  </property>
  <property fmtid="{D5CDD505-2E9C-101B-9397-08002B2CF9AE}" pid="4" name="TaxKeyword">
    <vt:lpwstr/>
  </property>
  <property fmtid="{D5CDD505-2E9C-101B-9397-08002B2CF9AE}" pid="5" name="Topic">
    <vt:lpwstr/>
  </property>
  <property fmtid="{D5CDD505-2E9C-101B-9397-08002B2CF9AE}" pid="6" name="ContentTypeId">
    <vt:lpwstr>0x010100720B4C10F8A3B04DA4DBE0F0A3904D74</vt:lpwstr>
  </property>
  <property fmtid="{D5CDD505-2E9C-101B-9397-08002B2CF9AE}" pid="7" name="Team">
    <vt:lpwstr>4;#Communications|55433342-d803-4d30-a5b5-f7b631e0c9e4</vt:lpwstr>
  </property>
  <property fmtid="{D5CDD505-2E9C-101B-9397-08002B2CF9AE}" pid="8" name="ResourceType">
    <vt:lpwstr/>
  </property>
  <property fmtid="{D5CDD505-2E9C-101B-9397-08002B2CF9AE}" pid="9" name="TeamType">
    <vt:lpwstr>6;#Function|ae29062b-af98-4a35-a748-b0a4bdb4b1fa</vt:lpwstr>
  </property>
  <property fmtid="{D5CDD505-2E9C-101B-9397-08002B2CF9AE}" pid="10" name="Languages">
    <vt:lpwstr>1;#|94dd1d05-d422-4901-bbbe-44330005c902</vt:lpwstr>
  </property>
  <property fmtid="{D5CDD505-2E9C-101B-9397-08002B2CF9AE}" pid="11" name="MSIP_Label_7303cfa0-d896-4cc6-b4f0-0d6fcb44e974_Enabled">
    <vt:lpwstr>true</vt:lpwstr>
  </property>
  <property fmtid="{D5CDD505-2E9C-101B-9397-08002B2CF9AE}" pid="12" name="MSIP_Label_7303cfa0-d896-4cc6-b4f0-0d6fcb44e974_SetDate">
    <vt:lpwstr>2022-03-08T15:09:46Z</vt:lpwstr>
  </property>
  <property fmtid="{D5CDD505-2E9C-101B-9397-08002B2CF9AE}" pid="13" name="MSIP_Label_7303cfa0-d896-4cc6-b4f0-0d6fcb44e974_Method">
    <vt:lpwstr>Standard</vt:lpwstr>
  </property>
  <property fmtid="{D5CDD505-2E9C-101B-9397-08002B2CF9AE}" pid="14" name="MSIP_Label_7303cfa0-d896-4cc6-b4f0-0d6fcb44e974_Name">
    <vt:lpwstr>General Not Encrypted</vt:lpwstr>
  </property>
  <property fmtid="{D5CDD505-2E9C-101B-9397-08002B2CF9AE}" pid="15" name="MSIP_Label_7303cfa0-d896-4cc6-b4f0-0d6fcb44e974_SiteId">
    <vt:lpwstr>a33489ef-a7bc-48cc-9660-8a2d7703dcc7</vt:lpwstr>
  </property>
  <property fmtid="{D5CDD505-2E9C-101B-9397-08002B2CF9AE}" pid="16" name="MSIP_Label_7303cfa0-d896-4cc6-b4f0-0d6fcb44e974_ActionId">
    <vt:lpwstr>1343a2ce-de59-4d00-aa98-518ac6d980ae</vt:lpwstr>
  </property>
  <property fmtid="{D5CDD505-2E9C-101B-9397-08002B2CF9AE}" pid="17" name="MSIP_Label_7303cfa0-d896-4cc6-b4f0-0d6fcb44e974_ContentBits">
    <vt:lpwstr>0</vt:lpwstr>
  </property>
  <property fmtid="{D5CDD505-2E9C-101B-9397-08002B2CF9AE}" pid="18" name="MediaServiceImageTags">
    <vt:lpwstr/>
  </property>
  <property fmtid="{D5CDD505-2E9C-101B-9397-08002B2CF9AE}" pid="19" name="MSIP_Label_40aec7cc-352d-4b45-bfa1-c0f7d77959a8_Enabled">
    <vt:lpwstr>true</vt:lpwstr>
  </property>
  <property fmtid="{D5CDD505-2E9C-101B-9397-08002B2CF9AE}" pid="20" name="MSIP_Label_40aec7cc-352d-4b45-bfa1-c0f7d77959a8_SetDate">
    <vt:lpwstr>2025-02-25T20:55:55Z</vt:lpwstr>
  </property>
  <property fmtid="{D5CDD505-2E9C-101B-9397-08002B2CF9AE}" pid="21" name="MSIP_Label_40aec7cc-352d-4b45-bfa1-c0f7d77959a8_Method">
    <vt:lpwstr>Privileged</vt:lpwstr>
  </property>
  <property fmtid="{D5CDD505-2E9C-101B-9397-08002B2CF9AE}" pid="22" name="MSIP_Label_40aec7cc-352d-4b45-bfa1-c0f7d77959a8_Name">
    <vt:lpwstr>General Confidential - Tenneco Confidential</vt:lpwstr>
  </property>
  <property fmtid="{D5CDD505-2E9C-101B-9397-08002B2CF9AE}" pid="23" name="MSIP_Label_40aec7cc-352d-4b45-bfa1-c0f7d77959a8_SiteId">
    <vt:lpwstr>6eec918b-f654-44a7-ac1a-abfdb64e694e</vt:lpwstr>
  </property>
  <property fmtid="{D5CDD505-2E9C-101B-9397-08002B2CF9AE}" pid="24" name="MSIP_Label_40aec7cc-352d-4b45-bfa1-c0f7d77959a8_ActionId">
    <vt:lpwstr>42cda4f5-515a-4292-adf7-13e863a999f7</vt:lpwstr>
  </property>
  <property fmtid="{D5CDD505-2E9C-101B-9397-08002B2CF9AE}" pid="25" name="MSIP_Label_40aec7cc-352d-4b45-bfa1-c0f7d77959a8_ContentBits">
    <vt:lpwstr>1</vt:lpwstr>
  </property>
  <property fmtid="{D5CDD505-2E9C-101B-9397-08002B2CF9AE}" pid="26" name="ClassificationContentMarkingHeaderLocations">
    <vt:lpwstr>1_White:9</vt:lpwstr>
  </property>
  <property fmtid="{D5CDD505-2E9C-101B-9397-08002B2CF9AE}" pid="27" name="ClassificationContentMarkingHeaderText">
    <vt:lpwstr>General Confidential - Tenneco Confidential</vt:lpwstr>
  </property>
</Properties>
</file>